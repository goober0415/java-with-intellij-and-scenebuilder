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6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12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9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4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3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8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4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2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9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09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1220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5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2706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49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50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72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C081A-5BBC-4F6D-8BE7-EB5ACFFF6D5F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2E39C05-3472-4E22-A31E-A3BC7F8D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toString</a:t>
            </a:r>
            <a:r>
              <a:rPr lang="en-US" b="1" dirty="0" smtClean="0"/>
              <a:t>() Method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47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What is </a:t>
            </a:r>
            <a:r>
              <a:rPr lang="en-US" b="1" dirty="0" err="1" smtClean="0"/>
              <a:t>toString</a:t>
            </a:r>
            <a:r>
              <a:rPr lang="en-US" b="1" dirty="0" smtClean="0"/>
              <a:t>()?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7428" y="1905000"/>
            <a:ext cx="3781749" cy="3343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dirty="0" err="1"/>
              <a:t>toString</a:t>
            </a:r>
            <a:r>
              <a:rPr lang="en-US" sz="2400" dirty="0"/>
              <a:t>() is an in-built method in Java that returns the value given to it in string format.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Hence</a:t>
            </a:r>
            <a:r>
              <a:rPr lang="en-US" sz="2400" dirty="0"/>
              <a:t>, any object that this method is applied on, will then be returned as a string object.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265" y="1905000"/>
            <a:ext cx="4543425" cy="3343275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283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How to use it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467394"/>
            <a:ext cx="9281212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dirty="0" err="1"/>
              <a:t>toString</a:t>
            </a:r>
            <a:r>
              <a:rPr lang="en-US" sz="2000" dirty="0"/>
              <a:t>() method in Java has two implementations</a:t>
            </a:r>
            <a:r>
              <a:rPr lang="en-US" sz="2000" dirty="0" smtClean="0"/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first implementation is when it is called as a method of an object </a:t>
            </a:r>
            <a:r>
              <a:rPr lang="en-US" sz="2000" dirty="0" smtClean="0"/>
              <a:t>instance:</a:t>
            </a:r>
          </a:p>
          <a:p>
            <a:pPr marL="0" indent="0">
              <a:buNone/>
            </a:pPr>
            <a:r>
              <a:rPr lang="en-US" sz="2000" b="1" dirty="0"/>
              <a:t>class HelloWorld {</a:t>
            </a:r>
          </a:p>
          <a:p>
            <a:pPr marL="0" indent="0">
              <a:buNone/>
            </a:pPr>
            <a:r>
              <a:rPr lang="en-US" sz="2000" b="1" dirty="0"/>
              <a:t>    public static void main( String </a:t>
            </a:r>
            <a:r>
              <a:rPr lang="en-US" sz="2000" b="1" dirty="0" err="1"/>
              <a:t>args</a:t>
            </a:r>
            <a:r>
              <a:rPr lang="en-US" sz="2000" b="1" dirty="0"/>
              <a:t>[] ) </a:t>
            </a:r>
            <a:r>
              <a:rPr lang="en-US" sz="2000" b="1" dirty="0" smtClean="0"/>
              <a:t>{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        //Creating an integer of value 10</a:t>
            </a:r>
          </a:p>
          <a:p>
            <a:pPr marL="0" indent="0">
              <a:buNone/>
            </a:pPr>
            <a:r>
              <a:rPr lang="en-US" sz="2000" b="1" dirty="0"/>
              <a:t>        Integer number=10;</a:t>
            </a:r>
          </a:p>
          <a:p>
            <a:pPr marL="0" indent="0">
              <a:buNone/>
            </a:pPr>
            <a:r>
              <a:rPr lang="en-US" sz="2000" dirty="0"/>
              <a:t>        // Calling the </a:t>
            </a:r>
            <a:r>
              <a:rPr lang="en-US" sz="2000" dirty="0" err="1"/>
              <a:t>toString</a:t>
            </a:r>
            <a:r>
              <a:rPr lang="en-US" sz="2000" dirty="0"/>
              <a:t>() method as a function of the Integer variable</a:t>
            </a:r>
          </a:p>
          <a:p>
            <a:pPr marL="0" indent="0">
              <a:buNone/>
            </a:pPr>
            <a:r>
              <a:rPr lang="en-US" sz="2000" b="1" dirty="0"/>
              <a:t>        </a:t>
            </a:r>
            <a:r>
              <a:rPr lang="en-US" sz="2000" b="1" dirty="0" err="1"/>
              <a:t>System.out.println</a:t>
            </a:r>
            <a:r>
              <a:rPr lang="en-US" sz="2000" b="1" dirty="0"/>
              <a:t>( </a:t>
            </a:r>
            <a:r>
              <a:rPr lang="en-US" sz="2000" b="1" dirty="0" err="1"/>
              <a:t>number.toString</a:t>
            </a:r>
            <a:r>
              <a:rPr lang="en-US" sz="2000" b="1" dirty="0"/>
              <a:t>() );</a:t>
            </a:r>
          </a:p>
          <a:p>
            <a:pPr marL="0" indent="0">
              <a:buNone/>
            </a:pPr>
            <a:r>
              <a:rPr lang="en-US" sz="2000" b="1" dirty="0"/>
              <a:t>    }</a:t>
            </a:r>
          </a:p>
          <a:p>
            <a:pPr marL="0" indent="0">
              <a:buNone/>
            </a:pPr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1837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The Second Implementation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10789"/>
            <a:ext cx="8915400" cy="51337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 second implementation is when you call the member method of the relevant class by passing the value as an argument.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class HelloWorld {</a:t>
            </a:r>
          </a:p>
          <a:p>
            <a:pPr marL="0" indent="0">
              <a:buNone/>
            </a:pPr>
            <a:r>
              <a:rPr lang="en-US" dirty="0"/>
              <a:t>    public static void main( String </a:t>
            </a:r>
            <a:r>
              <a:rPr lang="en-US" dirty="0" err="1"/>
              <a:t>args</a:t>
            </a:r>
            <a:r>
              <a:rPr lang="en-US" dirty="0"/>
              <a:t>[] ) </a:t>
            </a:r>
            <a:r>
              <a:rPr lang="en-US" dirty="0" smtClean="0"/>
              <a:t>{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// The method is called on datatype Double</a:t>
            </a:r>
          </a:p>
          <a:p>
            <a:pPr marL="0" indent="0">
              <a:buNone/>
            </a:pPr>
            <a:r>
              <a:rPr lang="en-US" dirty="0"/>
              <a:t>        // It is passed the double value as an argument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Double.toString</a:t>
            </a:r>
            <a:r>
              <a:rPr lang="en-US" b="1" dirty="0"/>
              <a:t>(11.0)); </a:t>
            </a:r>
          </a:p>
          <a:p>
            <a:pPr marL="0" indent="0">
              <a:buNone/>
            </a:pPr>
            <a:r>
              <a:rPr lang="en-US" dirty="0"/>
              <a:t>        // Implementing this on other </a:t>
            </a:r>
            <a:r>
              <a:rPr lang="en-US" dirty="0" smtClean="0"/>
              <a:t>datatypes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//Integer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Integer.toString</a:t>
            </a:r>
            <a:r>
              <a:rPr lang="en-US" b="1" dirty="0"/>
              <a:t>(12)); </a:t>
            </a:r>
          </a:p>
          <a:p>
            <a:pPr marL="0" indent="0">
              <a:buNone/>
            </a:pPr>
            <a:r>
              <a:rPr lang="en-US" dirty="0"/>
              <a:t>        // Long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Long.toString</a:t>
            </a:r>
            <a:r>
              <a:rPr lang="en-US" b="1" dirty="0"/>
              <a:t>(123213123</a:t>
            </a:r>
            <a:r>
              <a:rPr lang="en-US" b="1" dirty="0" smtClean="0"/>
              <a:t>));</a:t>
            </a:r>
            <a:endParaRPr lang="en-US" b="1" dirty="0"/>
          </a:p>
          <a:p>
            <a:pPr marL="457200" lvl="1" indent="0">
              <a:buNone/>
            </a:pPr>
            <a:r>
              <a:rPr lang="en-US" sz="1800" dirty="0" smtClean="0"/>
              <a:t>}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884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toString</a:t>
            </a:r>
            <a:r>
              <a:rPr lang="en-US" b="1" dirty="0" smtClean="0"/>
              <a:t> and objects in print or </a:t>
            </a:r>
            <a:r>
              <a:rPr lang="en-US" b="1" dirty="0" err="1" smtClean="0"/>
              <a:t>println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Consider that a class has overridden the </a:t>
            </a:r>
            <a:r>
              <a:rPr lang="en-US" sz="2400" dirty="0" err="1" smtClean="0"/>
              <a:t>toString</a:t>
            </a:r>
            <a:r>
              <a:rPr lang="en-US" sz="2400" dirty="0" smtClean="0"/>
              <a:t>() method to display its parameters.</a:t>
            </a:r>
          </a:p>
          <a:p>
            <a:pPr marL="0" indent="0">
              <a:buNone/>
            </a:pPr>
            <a:r>
              <a:rPr lang="en-US" sz="2400" dirty="0" smtClean="0"/>
              <a:t>If you pass the object name into a print or </a:t>
            </a:r>
            <a:r>
              <a:rPr lang="en-US" sz="2400" dirty="0" err="1" smtClean="0"/>
              <a:t>println</a:t>
            </a:r>
            <a:r>
              <a:rPr lang="en-US" sz="2400" dirty="0" smtClean="0"/>
              <a:t> statement, the class </a:t>
            </a:r>
            <a:r>
              <a:rPr lang="en-US" sz="2400" dirty="0" err="1" smtClean="0"/>
              <a:t>toString</a:t>
            </a:r>
            <a:r>
              <a:rPr lang="en-US" sz="2400" dirty="0" smtClean="0"/>
              <a:t>() method will be printed.</a:t>
            </a:r>
          </a:p>
          <a:p>
            <a:pPr marL="0" indent="0">
              <a:buNone/>
            </a:pPr>
            <a:r>
              <a:rPr lang="en-US" sz="2400" dirty="0" smtClean="0"/>
              <a:t>Otherwise, calling </a:t>
            </a:r>
            <a:r>
              <a:rPr lang="en-US" sz="2400" dirty="0" err="1" smtClean="0"/>
              <a:t>toString</a:t>
            </a:r>
            <a:r>
              <a:rPr lang="en-US" sz="2400" dirty="0" smtClean="0"/>
              <a:t>() on an object returns its </a:t>
            </a:r>
            <a:r>
              <a:rPr lang="en-US" sz="2400" smtClean="0"/>
              <a:t>hash code: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Sample Output</a:t>
            </a:r>
            <a:r>
              <a:rPr lang="en-US" sz="2400" dirty="0"/>
              <a:t>: java.lang.Object@7a81197d</a:t>
            </a:r>
          </a:p>
        </p:txBody>
      </p:sp>
    </p:spTree>
    <p:extLst>
      <p:ext uri="{BB962C8B-B14F-4D97-AF65-F5344CB8AC3E}">
        <p14:creationId xmlns:p14="http://schemas.microsoft.com/office/powerpoint/2010/main" val="9215153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19</TotalTime>
  <Words>271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The toString() Method</vt:lpstr>
      <vt:lpstr>What is toString()?</vt:lpstr>
      <vt:lpstr>How to use it</vt:lpstr>
      <vt:lpstr>The Second Implementation</vt:lpstr>
      <vt:lpstr>toString and objects in print or println</vt:lpstr>
    </vt:vector>
  </TitlesOfParts>
  <Company>Central New Mexico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toString() Method</dc:title>
  <dc:creator>NELSON, IVONNE</dc:creator>
  <cp:lastModifiedBy>NELSON, IVONNE</cp:lastModifiedBy>
  <cp:revision>4</cp:revision>
  <dcterms:created xsi:type="dcterms:W3CDTF">2023-01-12T20:42:57Z</dcterms:created>
  <dcterms:modified xsi:type="dcterms:W3CDTF">2023-01-12T21:01:59Z</dcterms:modified>
</cp:coreProperties>
</file>