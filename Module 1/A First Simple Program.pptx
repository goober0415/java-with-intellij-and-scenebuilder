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sldIdLst>
    <p:sldId id="256" r:id="rId3"/>
    <p:sldId id="257" r:id="rId4"/>
    <p:sldId id="260" r:id="rId5"/>
    <p:sldId id="366" r:id="rId6"/>
    <p:sldId id="258" r:id="rId7"/>
    <p:sldId id="259" r:id="rId8"/>
    <p:sldId id="326" r:id="rId9"/>
    <p:sldId id="327" r:id="rId10"/>
    <p:sldId id="328" r:id="rId11"/>
    <p:sldId id="329" r:id="rId12"/>
    <p:sldId id="364" r:id="rId13"/>
    <p:sldId id="330" r:id="rId14"/>
    <p:sldId id="261" r:id="rId15"/>
    <p:sldId id="262" r:id="rId16"/>
    <p:sldId id="365" r:id="rId17"/>
    <p:sldId id="263" r:id="rId18"/>
    <p:sldId id="26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106E9D-1FAB-4DA9-BCCD-F58DBEDF673A}"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2109428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106E9D-1FAB-4DA9-BCCD-F58DBEDF673A}"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150496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106E9D-1FAB-4DA9-BCCD-F58DBEDF673A}"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1564675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106E9D-1FAB-4DA9-BCCD-F58DBEDF673A}"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2374473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106E9D-1FAB-4DA9-BCCD-F58DBEDF673A}" type="datetimeFigureOut">
              <a:rPr lang="en-US" smtClean="0"/>
              <a:t>12/31/2024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11074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106E9D-1FAB-4DA9-BCCD-F58DBEDF673A}" type="datetimeFigureOut">
              <a:rPr lang="en-US" smtClean="0"/>
              <a:t>12/31/2024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206109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106E9D-1FAB-4DA9-BCCD-F58DBEDF673A}" type="datetimeFigureOut">
              <a:rPr lang="en-US" smtClean="0"/>
              <a:t>12/31/2024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4115465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106E9D-1FAB-4DA9-BCCD-F58DBEDF673A}"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2757458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106E9D-1FAB-4DA9-BCCD-F58DBEDF673A}"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2502418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106E9D-1FAB-4DA9-BCCD-F58DBEDF673A}"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2210129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106E9D-1FAB-4DA9-BCCD-F58DBEDF673A}"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BDF9018-B61A-4741-A3B9-0E58BC258248}"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72392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D106E9D-1FAB-4DA9-BCCD-F58DBEDF673A}"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188672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D106E9D-1FAB-4DA9-BCCD-F58DBEDF673A}"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BDF9018-B61A-4741-A3B9-0E58BC258248}"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58300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D106E9D-1FAB-4DA9-BCCD-F58DBEDF673A}" type="datetimeFigureOut">
              <a:rPr lang="en-US" smtClean="0"/>
              <a:t>12/31/2024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21496467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106E9D-1FAB-4DA9-BCCD-F58DBEDF673A}"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7698017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106E9D-1FAB-4DA9-BCCD-F58DBEDF673A}" type="datetimeFigureOut">
              <a:rPr lang="en-US" smtClean="0"/>
              <a:t>12/31/2024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BDF9018-B61A-4741-A3B9-0E58BC258248}" type="slidenum">
              <a:rPr lang="en-US" smtClean="0"/>
              <a:t>‹#›</a:t>
            </a:fld>
            <a:endParaRPr lang="en-US"/>
          </a:p>
        </p:txBody>
      </p:sp>
    </p:spTree>
    <p:extLst>
      <p:ext uri="{BB962C8B-B14F-4D97-AF65-F5344CB8AC3E}">
        <p14:creationId xmlns:p14="http://schemas.microsoft.com/office/powerpoint/2010/main" val="14375498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30C4C00F-2EA5-A0EC-B560-29D7CA34945E}"/>
              </a:ext>
            </a:extLst>
          </p:cNvPr>
          <p:cNvSpPr>
            <a:spLocks/>
          </p:cNvSpPr>
          <p:nvPr/>
        </p:nvSpPr>
        <p:spPr bwMode="auto">
          <a:xfrm>
            <a:off x="-42333" y="4321175"/>
            <a:ext cx="1860551" cy="781050"/>
          </a:xfrm>
          <a:custGeom>
            <a:avLst/>
            <a:gdLst>
              <a:gd name="T0" fmla="*/ 2147483646 w 8042"/>
              <a:gd name="T1" fmla="*/ 2147483646 h 10000"/>
              <a:gd name="T2" fmla="*/ 2147483646 w 8042"/>
              <a:gd name="T3" fmla="*/ 2147483646 h 10000"/>
              <a:gd name="T4" fmla="*/ 2147483646 w 8042"/>
              <a:gd name="T5" fmla="*/ 2147483646 h 10000"/>
              <a:gd name="T6" fmla="*/ 2147483646 w 8042"/>
              <a:gd name="T7" fmla="*/ 2147483646 h 10000"/>
              <a:gd name="T8" fmla="*/ 2147483646 w 8042"/>
              <a:gd name="T9" fmla="*/ 2147483646 h 10000"/>
              <a:gd name="T10" fmla="*/ 2147483646 w 8042"/>
              <a:gd name="T11" fmla="*/ 2147483646 h 10000"/>
              <a:gd name="T12" fmla="*/ 2147483646 w 8042"/>
              <a:gd name="T13" fmla="*/ 2147483646 h 10000"/>
              <a:gd name="T14" fmla="*/ 2147483646 w 8042"/>
              <a:gd name="T15" fmla="*/ 2147483646 h 10000"/>
              <a:gd name="T16" fmla="*/ 2147483646 w 8042"/>
              <a:gd name="T17" fmla="*/ 0 h 10000"/>
              <a:gd name="T18" fmla="*/ 0 w 8042"/>
              <a:gd name="T19" fmla="*/ 2147483646 h 10000"/>
              <a:gd name="T20" fmla="*/ 2147483646 w 8042"/>
              <a:gd name="T21" fmla="*/ 2147483646 h 1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ctrTitle"/>
          </p:nvPr>
        </p:nvSpPr>
        <p:spPr>
          <a:xfrm>
            <a:off x="2589889" y="2514601"/>
            <a:ext cx="880060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889" y="4777381"/>
            <a:ext cx="8800601" cy="1126283"/>
          </a:xfrm>
        </p:spPr>
        <p:txBody>
          <a:bodyP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5" name="Date Placeholder 3">
            <a:extLst>
              <a:ext uri="{FF2B5EF4-FFF2-40B4-BE49-F238E27FC236}">
                <a16:creationId xmlns:a16="http://schemas.microsoft.com/office/drawing/2014/main" id="{78005C01-EF73-F5ED-8E90-838885B22197}"/>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768EBB04-2181-6D63-81F5-F90632901D5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8B366B4-10B8-C52A-4402-995397C74199}"/>
              </a:ext>
            </a:extLst>
          </p:cNvPr>
          <p:cNvSpPr>
            <a:spLocks noGrp="1"/>
          </p:cNvSpPr>
          <p:nvPr>
            <p:ph type="sldNum" sz="quarter" idx="12"/>
          </p:nvPr>
        </p:nvSpPr>
        <p:spPr>
          <a:xfrm>
            <a:off x="565151" y="4529139"/>
            <a:ext cx="778933" cy="365125"/>
          </a:xfrm>
        </p:spPr>
        <p:txBody>
          <a:bodyPr/>
          <a:lstStyle>
            <a:lvl1pPr>
              <a:defRPr/>
            </a:lvl1pPr>
          </a:lstStyle>
          <a:p>
            <a:pPr>
              <a:defRPr/>
            </a:pPr>
            <a:fld id="{3AB360A6-085E-493E-9D5E-86426BBE62FD}" type="slidenum">
              <a:rPr lang="en-US" altLang="en-US"/>
              <a:pPr>
                <a:defRPr/>
              </a:pPr>
              <a:t>‹#›</a:t>
            </a:fld>
            <a:endParaRPr lang="en-US" altLang="en-US"/>
          </a:p>
        </p:txBody>
      </p:sp>
    </p:spTree>
    <p:extLst>
      <p:ext uri="{BB962C8B-B14F-4D97-AF65-F5344CB8AC3E}">
        <p14:creationId xmlns:p14="http://schemas.microsoft.com/office/powerpoint/2010/main" val="20841401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D35DE452-1571-2EF6-17C1-9613B73F8F51}"/>
              </a:ext>
            </a:extLst>
          </p:cNvPr>
          <p:cNvSpPr>
            <a:spLocks/>
          </p:cNvSpPr>
          <p:nvPr/>
        </p:nvSpPr>
        <p:spPr bwMode="auto">
          <a:xfrm flipV="1">
            <a:off x="0" y="711200"/>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a:xfrm>
            <a:off x="2593602" y="624110"/>
            <a:ext cx="87855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888" y="2133600"/>
            <a:ext cx="8789313"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21FAF704-7D94-B64A-3326-FD65F7C9D4EE}"/>
              </a:ext>
            </a:extLst>
          </p:cNvPr>
          <p:cNvSpPr>
            <a:spLocks noGrp="1"/>
          </p:cNvSpPr>
          <p:nvPr>
            <p:ph type="dt" sz="half" idx="10"/>
          </p:nvPr>
        </p:nvSpPr>
        <p:spPr/>
        <p:txBody>
          <a:bodyPr/>
          <a:lstStyle>
            <a:lvl1pPr>
              <a:defRPr/>
            </a:lvl1pPr>
          </a:lstStyle>
          <a:p>
            <a:pPr>
              <a:defRPr/>
            </a:pPr>
            <a:fld id="{43BFE375-8D5E-40F8-A5A3-5646F125C7BF}" type="datetimeFigureOut">
              <a:rPr lang="en-US"/>
              <a:pPr>
                <a:defRPr/>
              </a:pPr>
              <a:t>12/31/2024</a:t>
            </a:fld>
            <a:endParaRPr lang="en-US"/>
          </a:p>
        </p:txBody>
      </p:sp>
      <p:sp>
        <p:nvSpPr>
          <p:cNvPr id="6" name="Footer Placeholder 4">
            <a:extLst>
              <a:ext uri="{FF2B5EF4-FFF2-40B4-BE49-F238E27FC236}">
                <a16:creationId xmlns:a16="http://schemas.microsoft.com/office/drawing/2014/main" id="{D76B51F1-1594-0E04-ECA8-6DDB4E8AAD9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16EBF6C-B824-9D45-1BBA-2A179F4E98B9}"/>
              </a:ext>
            </a:extLst>
          </p:cNvPr>
          <p:cNvSpPr>
            <a:spLocks noGrp="1"/>
          </p:cNvSpPr>
          <p:nvPr>
            <p:ph type="sldNum" sz="quarter" idx="12"/>
          </p:nvPr>
        </p:nvSpPr>
        <p:spPr/>
        <p:txBody>
          <a:bodyPr/>
          <a:lstStyle>
            <a:lvl1pPr>
              <a:defRPr/>
            </a:lvl1pPr>
          </a:lstStyle>
          <a:p>
            <a:pPr>
              <a:defRPr/>
            </a:pPr>
            <a:fld id="{EF44F564-57E3-4818-9B28-FDC74E323E09}" type="slidenum">
              <a:rPr lang="en-US" altLang="en-US"/>
              <a:pPr>
                <a:defRPr/>
              </a:pPr>
              <a:t>‹#›</a:t>
            </a:fld>
            <a:endParaRPr lang="en-US" altLang="en-US"/>
          </a:p>
        </p:txBody>
      </p:sp>
    </p:spTree>
    <p:extLst>
      <p:ext uri="{BB962C8B-B14F-4D97-AF65-F5344CB8AC3E}">
        <p14:creationId xmlns:p14="http://schemas.microsoft.com/office/powerpoint/2010/main" val="4264073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23E313C8-342C-B025-4344-48C32312FCD8}"/>
              </a:ext>
            </a:extLst>
          </p:cNvPr>
          <p:cNvSpPr>
            <a:spLocks/>
          </p:cNvSpPr>
          <p:nvPr/>
        </p:nvSpPr>
        <p:spPr bwMode="auto">
          <a:xfrm flipV="1">
            <a:off x="0" y="3167063"/>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a:xfrm>
            <a:off x="2589888" y="2074562"/>
            <a:ext cx="8789313"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3581400"/>
            <a:ext cx="8789313" cy="860400"/>
          </a:xfrm>
        </p:spPr>
        <p:txBody>
          <a:bodyPr/>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5BEF79DA-6DA5-1C96-673D-787F80526BF0}"/>
              </a:ext>
            </a:extLst>
          </p:cNvPr>
          <p:cNvSpPr>
            <a:spLocks noGrp="1"/>
          </p:cNvSpPr>
          <p:nvPr>
            <p:ph type="dt" sz="half" idx="10"/>
          </p:nvPr>
        </p:nvSpPr>
        <p:spPr/>
        <p:txBody>
          <a:bodyPr/>
          <a:lstStyle>
            <a:lvl1pPr>
              <a:defRPr/>
            </a:lvl1pPr>
          </a:lstStyle>
          <a:p>
            <a:pPr>
              <a:defRPr/>
            </a:pPr>
            <a:fld id="{C9AAB338-D3FE-4B1B-8B8E-FA932280B9EE}" type="datetimeFigureOut">
              <a:rPr lang="en-US"/>
              <a:pPr>
                <a:defRPr/>
              </a:pPr>
              <a:t>12/31/2024</a:t>
            </a:fld>
            <a:endParaRPr lang="en-US"/>
          </a:p>
        </p:txBody>
      </p:sp>
      <p:sp>
        <p:nvSpPr>
          <p:cNvPr id="6" name="Footer Placeholder 4">
            <a:extLst>
              <a:ext uri="{FF2B5EF4-FFF2-40B4-BE49-F238E27FC236}">
                <a16:creationId xmlns:a16="http://schemas.microsoft.com/office/drawing/2014/main" id="{545B4369-9F2D-3C5A-8EB7-B90E4CA19DD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1C2885A-003F-78A1-19DF-A92BA65C961B}"/>
              </a:ext>
            </a:extLst>
          </p:cNvPr>
          <p:cNvSpPr>
            <a:spLocks noGrp="1"/>
          </p:cNvSpPr>
          <p:nvPr>
            <p:ph type="sldNum" sz="quarter" idx="12"/>
          </p:nvPr>
        </p:nvSpPr>
        <p:spPr>
          <a:xfrm>
            <a:off x="681567" y="3244851"/>
            <a:ext cx="781051" cy="365125"/>
          </a:xfrm>
        </p:spPr>
        <p:txBody>
          <a:bodyPr/>
          <a:lstStyle>
            <a:lvl1pPr>
              <a:defRPr/>
            </a:lvl1pPr>
          </a:lstStyle>
          <a:p>
            <a:pPr>
              <a:defRPr/>
            </a:pPr>
            <a:fld id="{BD261F3C-29A9-47DB-A894-0E827E525180}" type="slidenum">
              <a:rPr lang="en-US" altLang="en-US"/>
              <a:pPr>
                <a:defRPr/>
              </a:pPr>
              <a:t>‹#›</a:t>
            </a:fld>
            <a:endParaRPr lang="en-US" altLang="en-US"/>
          </a:p>
        </p:txBody>
      </p:sp>
    </p:spTree>
    <p:extLst>
      <p:ext uri="{BB962C8B-B14F-4D97-AF65-F5344CB8AC3E}">
        <p14:creationId xmlns:p14="http://schemas.microsoft.com/office/powerpoint/2010/main" val="194724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34C11883-F254-0FBC-4909-E6A8FE5CFEE4}"/>
              </a:ext>
            </a:extLst>
          </p:cNvPr>
          <p:cNvSpPr>
            <a:spLocks/>
          </p:cNvSpPr>
          <p:nvPr/>
        </p:nvSpPr>
        <p:spPr bwMode="auto">
          <a:xfrm flipV="1">
            <a:off x="0" y="711200"/>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889" y="2136707"/>
            <a:ext cx="4263375"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16410" y="2136707"/>
            <a:ext cx="426279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7603967-2EF8-09B4-E3D5-16C21E8DB398}"/>
              </a:ext>
            </a:extLst>
          </p:cNvPr>
          <p:cNvSpPr>
            <a:spLocks noGrp="1"/>
          </p:cNvSpPr>
          <p:nvPr>
            <p:ph type="dt" sz="half" idx="10"/>
          </p:nvPr>
        </p:nvSpPr>
        <p:spPr/>
        <p:txBody>
          <a:bodyPr/>
          <a:lstStyle>
            <a:lvl1pPr>
              <a:defRPr/>
            </a:lvl1pPr>
          </a:lstStyle>
          <a:p>
            <a:pPr>
              <a:defRPr/>
            </a:pPr>
            <a:fld id="{78D575D8-2136-430F-9CCB-DE8DBF84DD9F}" type="datetimeFigureOut">
              <a:rPr lang="en-US"/>
              <a:pPr>
                <a:defRPr/>
              </a:pPr>
              <a:t>12/31/2024</a:t>
            </a:fld>
            <a:endParaRPr lang="en-US"/>
          </a:p>
        </p:txBody>
      </p:sp>
      <p:sp>
        <p:nvSpPr>
          <p:cNvPr id="6" name="Footer Placeholder 5">
            <a:extLst>
              <a:ext uri="{FF2B5EF4-FFF2-40B4-BE49-F238E27FC236}">
                <a16:creationId xmlns:a16="http://schemas.microsoft.com/office/drawing/2014/main" id="{96B1986D-7CDC-B4D2-0BE8-B7B974BF9BD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DD29188-AC53-2D92-3B67-DA9F8B9026B8}"/>
              </a:ext>
            </a:extLst>
          </p:cNvPr>
          <p:cNvSpPr>
            <a:spLocks noGrp="1"/>
          </p:cNvSpPr>
          <p:nvPr>
            <p:ph type="sldNum" sz="quarter" idx="12"/>
          </p:nvPr>
        </p:nvSpPr>
        <p:spPr/>
        <p:txBody>
          <a:bodyPr/>
          <a:lstStyle>
            <a:lvl1pPr>
              <a:defRPr/>
            </a:lvl1pPr>
          </a:lstStyle>
          <a:p>
            <a:pPr>
              <a:defRPr/>
            </a:pPr>
            <a:fld id="{0682CA77-DD4E-4EEC-8E3E-6CCA6A16FEB0}" type="slidenum">
              <a:rPr lang="en-US" altLang="en-US"/>
              <a:pPr>
                <a:defRPr/>
              </a:pPr>
              <a:t>‹#›</a:t>
            </a:fld>
            <a:endParaRPr lang="en-US" altLang="en-US"/>
          </a:p>
        </p:txBody>
      </p:sp>
    </p:spTree>
    <p:extLst>
      <p:ext uri="{BB962C8B-B14F-4D97-AF65-F5344CB8AC3E}">
        <p14:creationId xmlns:p14="http://schemas.microsoft.com/office/powerpoint/2010/main" val="16418144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98C5AA9C-5493-2F14-B518-6739FA6B5932}"/>
              </a:ext>
            </a:extLst>
          </p:cNvPr>
          <p:cNvSpPr>
            <a:spLocks/>
          </p:cNvSpPr>
          <p:nvPr/>
        </p:nvSpPr>
        <p:spPr bwMode="auto">
          <a:xfrm flipV="1">
            <a:off x="0" y="711200"/>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020469" y="2226626"/>
            <a:ext cx="383279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887" y="2802889"/>
            <a:ext cx="4263376"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41540" y="2223398"/>
            <a:ext cx="3830985"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11620" y="2799661"/>
            <a:ext cx="4260907"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0D1B2EBB-CD33-1DD1-7F1A-65DEAE87904A}"/>
              </a:ext>
            </a:extLst>
          </p:cNvPr>
          <p:cNvSpPr>
            <a:spLocks noGrp="1"/>
          </p:cNvSpPr>
          <p:nvPr>
            <p:ph type="dt" sz="half" idx="10"/>
          </p:nvPr>
        </p:nvSpPr>
        <p:spPr/>
        <p:txBody>
          <a:bodyPr/>
          <a:lstStyle>
            <a:lvl1pPr>
              <a:defRPr/>
            </a:lvl1pPr>
          </a:lstStyle>
          <a:p>
            <a:pPr>
              <a:defRPr/>
            </a:pPr>
            <a:fld id="{AE34F186-7D53-4D2F-837B-5BBFA04E6CA1}" type="datetimeFigureOut">
              <a:rPr lang="en-US"/>
              <a:pPr>
                <a:defRPr/>
              </a:pPr>
              <a:t>12/31/2024</a:t>
            </a:fld>
            <a:endParaRPr lang="en-US"/>
          </a:p>
        </p:txBody>
      </p:sp>
      <p:sp>
        <p:nvSpPr>
          <p:cNvPr id="8" name="Footer Placeholder 7">
            <a:extLst>
              <a:ext uri="{FF2B5EF4-FFF2-40B4-BE49-F238E27FC236}">
                <a16:creationId xmlns:a16="http://schemas.microsoft.com/office/drawing/2014/main" id="{4EB6CA2F-DC0F-E5A8-BFBE-6574D12D5C1D}"/>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E4FEA06-8F8D-DCC3-384C-ED6243FEF272}"/>
              </a:ext>
            </a:extLst>
          </p:cNvPr>
          <p:cNvSpPr>
            <a:spLocks noGrp="1"/>
          </p:cNvSpPr>
          <p:nvPr>
            <p:ph type="sldNum" sz="quarter" idx="12"/>
          </p:nvPr>
        </p:nvSpPr>
        <p:spPr/>
        <p:txBody>
          <a:bodyPr/>
          <a:lstStyle>
            <a:lvl1pPr>
              <a:defRPr/>
            </a:lvl1pPr>
          </a:lstStyle>
          <a:p>
            <a:pPr>
              <a:defRPr/>
            </a:pPr>
            <a:fld id="{AA087A96-8F4D-4F18-ACA3-2DFC2927AE91}" type="slidenum">
              <a:rPr lang="en-US" altLang="en-US"/>
              <a:pPr>
                <a:defRPr/>
              </a:pPr>
              <a:t>‹#›</a:t>
            </a:fld>
            <a:endParaRPr lang="en-US" altLang="en-US"/>
          </a:p>
        </p:txBody>
      </p:sp>
    </p:spTree>
    <p:extLst>
      <p:ext uri="{BB962C8B-B14F-4D97-AF65-F5344CB8AC3E}">
        <p14:creationId xmlns:p14="http://schemas.microsoft.com/office/powerpoint/2010/main" val="18057930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02180583-80FF-7FEE-9069-99EFDACDB5A5}"/>
              </a:ext>
            </a:extLst>
          </p:cNvPr>
          <p:cNvSpPr>
            <a:spLocks/>
          </p:cNvSpPr>
          <p:nvPr/>
        </p:nvSpPr>
        <p:spPr bwMode="auto">
          <a:xfrm flipV="1">
            <a:off x="0" y="711200"/>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a:xfrm>
            <a:off x="2593600" y="624110"/>
            <a:ext cx="8785600" cy="1280890"/>
          </a:xfrm>
        </p:spPr>
        <p:txBody>
          <a:bodyPr/>
          <a:lstStyle/>
          <a:p>
            <a:r>
              <a:rPr lang="en-US"/>
              <a:t>Click to edit Master title style</a:t>
            </a:r>
            <a:endParaRPr lang="en-US" dirty="0"/>
          </a:p>
        </p:txBody>
      </p:sp>
      <p:sp>
        <p:nvSpPr>
          <p:cNvPr id="4" name="Date Placeholder 2">
            <a:extLst>
              <a:ext uri="{FF2B5EF4-FFF2-40B4-BE49-F238E27FC236}">
                <a16:creationId xmlns:a16="http://schemas.microsoft.com/office/drawing/2014/main" id="{BBC8FF73-4F4A-8C28-EFFD-EF23A87BD338}"/>
              </a:ext>
            </a:extLst>
          </p:cNvPr>
          <p:cNvSpPr>
            <a:spLocks noGrp="1"/>
          </p:cNvSpPr>
          <p:nvPr>
            <p:ph type="dt" sz="half" idx="10"/>
          </p:nvPr>
        </p:nvSpPr>
        <p:spPr/>
        <p:txBody>
          <a:bodyPr/>
          <a:lstStyle>
            <a:lvl1pPr>
              <a:defRPr/>
            </a:lvl1pPr>
          </a:lstStyle>
          <a:p>
            <a:pPr>
              <a:defRPr/>
            </a:pPr>
            <a:fld id="{8AB70466-1AE7-4306-A80F-2EDC4629ADCE}" type="datetimeFigureOut">
              <a:rPr lang="en-US"/>
              <a:pPr>
                <a:defRPr/>
              </a:pPr>
              <a:t>12/31/2024</a:t>
            </a:fld>
            <a:endParaRPr lang="en-US"/>
          </a:p>
        </p:txBody>
      </p:sp>
      <p:sp>
        <p:nvSpPr>
          <p:cNvPr id="5" name="Footer Placeholder 3">
            <a:extLst>
              <a:ext uri="{FF2B5EF4-FFF2-40B4-BE49-F238E27FC236}">
                <a16:creationId xmlns:a16="http://schemas.microsoft.com/office/drawing/2014/main" id="{5B3A2202-A3FA-21DC-F003-A87F892BF4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471DD102-93FA-3208-28E9-D6D8B1527A94}"/>
              </a:ext>
            </a:extLst>
          </p:cNvPr>
          <p:cNvSpPr>
            <a:spLocks noGrp="1"/>
          </p:cNvSpPr>
          <p:nvPr>
            <p:ph type="sldNum" sz="quarter" idx="12"/>
          </p:nvPr>
        </p:nvSpPr>
        <p:spPr/>
        <p:txBody>
          <a:bodyPr/>
          <a:lstStyle>
            <a:lvl1pPr>
              <a:defRPr/>
            </a:lvl1pPr>
          </a:lstStyle>
          <a:p>
            <a:pPr>
              <a:defRPr/>
            </a:pPr>
            <a:fld id="{6076911F-6FFD-43D0-B771-C7FC55009B59}" type="slidenum">
              <a:rPr lang="en-US" altLang="en-US"/>
              <a:pPr>
                <a:defRPr/>
              </a:pPr>
              <a:t>‹#›</a:t>
            </a:fld>
            <a:endParaRPr lang="en-US" altLang="en-US"/>
          </a:p>
        </p:txBody>
      </p:sp>
    </p:spTree>
    <p:extLst>
      <p:ext uri="{BB962C8B-B14F-4D97-AF65-F5344CB8AC3E}">
        <p14:creationId xmlns:p14="http://schemas.microsoft.com/office/powerpoint/2010/main" val="26847344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D691C8EE-295A-83BE-B9C0-085BBA67179B}"/>
              </a:ext>
            </a:extLst>
          </p:cNvPr>
          <p:cNvSpPr>
            <a:spLocks/>
          </p:cNvSpPr>
          <p:nvPr/>
        </p:nvSpPr>
        <p:spPr bwMode="auto">
          <a:xfrm flipV="1">
            <a:off x="0" y="711200"/>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3" name="Date Placeholder 1">
            <a:extLst>
              <a:ext uri="{FF2B5EF4-FFF2-40B4-BE49-F238E27FC236}">
                <a16:creationId xmlns:a16="http://schemas.microsoft.com/office/drawing/2014/main" id="{45C6ACEF-EA2D-6D36-3F69-799CC42CDCF8}"/>
              </a:ext>
            </a:extLst>
          </p:cNvPr>
          <p:cNvSpPr>
            <a:spLocks noGrp="1"/>
          </p:cNvSpPr>
          <p:nvPr>
            <p:ph type="dt" sz="half" idx="10"/>
          </p:nvPr>
        </p:nvSpPr>
        <p:spPr/>
        <p:txBody>
          <a:bodyPr/>
          <a:lstStyle>
            <a:lvl1pPr>
              <a:defRPr/>
            </a:lvl1pPr>
          </a:lstStyle>
          <a:p>
            <a:pPr>
              <a:defRPr/>
            </a:pPr>
            <a:fld id="{5E76EB79-1484-4590-8147-16DE57EF7873}" type="datetimeFigureOut">
              <a:rPr lang="en-US"/>
              <a:pPr>
                <a:defRPr/>
              </a:pPr>
              <a:t>12/31/2024</a:t>
            </a:fld>
            <a:endParaRPr lang="en-US"/>
          </a:p>
        </p:txBody>
      </p:sp>
      <p:sp>
        <p:nvSpPr>
          <p:cNvPr id="4" name="Footer Placeholder 2">
            <a:extLst>
              <a:ext uri="{FF2B5EF4-FFF2-40B4-BE49-F238E27FC236}">
                <a16:creationId xmlns:a16="http://schemas.microsoft.com/office/drawing/2014/main" id="{A07D5D8E-E470-F0E3-9AC7-2E996ECA155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id="{3B773543-E75D-2311-F295-330ECE4CE570}"/>
              </a:ext>
            </a:extLst>
          </p:cNvPr>
          <p:cNvSpPr>
            <a:spLocks noGrp="1"/>
          </p:cNvSpPr>
          <p:nvPr>
            <p:ph type="sldNum" sz="quarter" idx="12"/>
          </p:nvPr>
        </p:nvSpPr>
        <p:spPr/>
        <p:txBody>
          <a:bodyPr/>
          <a:lstStyle>
            <a:lvl1pPr>
              <a:defRPr/>
            </a:lvl1pPr>
          </a:lstStyle>
          <a:p>
            <a:pPr>
              <a:defRPr/>
            </a:pPr>
            <a:fld id="{2B95E652-6418-4897-AB22-7FCC0E13F0E2}" type="slidenum">
              <a:rPr lang="en-US" altLang="en-US"/>
              <a:pPr>
                <a:defRPr/>
              </a:pPr>
              <a:t>‹#›</a:t>
            </a:fld>
            <a:endParaRPr lang="en-US" altLang="en-US"/>
          </a:p>
        </p:txBody>
      </p:sp>
    </p:spTree>
    <p:extLst>
      <p:ext uri="{BB962C8B-B14F-4D97-AF65-F5344CB8AC3E}">
        <p14:creationId xmlns:p14="http://schemas.microsoft.com/office/powerpoint/2010/main" val="17785180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Freeform 11">
            <a:extLst>
              <a:ext uri="{FF2B5EF4-FFF2-40B4-BE49-F238E27FC236}">
                <a16:creationId xmlns:a16="http://schemas.microsoft.com/office/drawing/2014/main" id="{F4976853-C148-D14E-F4B5-8B5326537250}"/>
              </a:ext>
            </a:extLst>
          </p:cNvPr>
          <p:cNvSpPr>
            <a:spLocks/>
          </p:cNvSpPr>
          <p:nvPr/>
        </p:nvSpPr>
        <p:spPr bwMode="auto">
          <a:xfrm flipV="1">
            <a:off x="0" y="711200"/>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a:xfrm>
            <a:off x="2589887" y="446088"/>
            <a:ext cx="3506112"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4659" y="446090"/>
            <a:ext cx="5054541"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887" y="1598613"/>
            <a:ext cx="3506112"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A27C45A9-CBB8-F6DF-1787-92F6538B3C1C}"/>
              </a:ext>
            </a:extLst>
          </p:cNvPr>
          <p:cNvSpPr>
            <a:spLocks noGrp="1"/>
          </p:cNvSpPr>
          <p:nvPr>
            <p:ph type="dt" sz="half" idx="10"/>
          </p:nvPr>
        </p:nvSpPr>
        <p:spPr/>
        <p:txBody>
          <a:bodyPr/>
          <a:lstStyle>
            <a:lvl1pPr>
              <a:defRPr/>
            </a:lvl1pPr>
          </a:lstStyle>
          <a:p>
            <a:pPr>
              <a:defRPr/>
            </a:pPr>
            <a:fld id="{DBBB0E85-F0B8-416F-A9AD-B94BBF10684C}" type="datetimeFigureOut">
              <a:rPr lang="en-US"/>
              <a:pPr>
                <a:defRPr/>
              </a:pPr>
              <a:t>12/31/2024</a:t>
            </a:fld>
            <a:endParaRPr lang="en-US"/>
          </a:p>
        </p:txBody>
      </p:sp>
      <p:sp>
        <p:nvSpPr>
          <p:cNvPr id="7" name="Footer Placeholder 5">
            <a:extLst>
              <a:ext uri="{FF2B5EF4-FFF2-40B4-BE49-F238E27FC236}">
                <a16:creationId xmlns:a16="http://schemas.microsoft.com/office/drawing/2014/main" id="{F053F428-E44D-F569-7995-5A96EDB4EA4A}"/>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D015C27D-DB58-F14C-9458-0EB584D53233}"/>
              </a:ext>
            </a:extLst>
          </p:cNvPr>
          <p:cNvSpPr>
            <a:spLocks noGrp="1"/>
          </p:cNvSpPr>
          <p:nvPr>
            <p:ph type="sldNum" sz="quarter" idx="12"/>
          </p:nvPr>
        </p:nvSpPr>
        <p:spPr/>
        <p:txBody>
          <a:bodyPr/>
          <a:lstStyle>
            <a:lvl1pPr>
              <a:defRPr/>
            </a:lvl1pPr>
          </a:lstStyle>
          <a:p>
            <a:pPr>
              <a:defRPr/>
            </a:pPr>
            <a:fld id="{E7DEB79B-A780-4E46-A7EC-88E15BDBD86D}" type="slidenum">
              <a:rPr lang="en-US" altLang="en-US"/>
              <a:pPr>
                <a:defRPr/>
              </a:pPr>
              <a:t>‹#›</a:t>
            </a:fld>
            <a:endParaRPr lang="en-US" altLang="en-US"/>
          </a:p>
        </p:txBody>
      </p:sp>
    </p:spTree>
    <p:extLst>
      <p:ext uri="{BB962C8B-B14F-4D97-AF65-F5344CB8AC3E}">
        <p14:creationId xmlns:p14="http://schemas.microsoft.com/office/powerpoint/2010/main" val="4196305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Freeform 11">
            <a:extLst>
              <a:ext uri="{FF2B5EF4-FFF2-40B4-BE49-F238E27FC236}">
                <a16:creationId xmlns:a16="http://schemas.microsoft.com/office/drawing/2014/main" id="{D66AD8A8-2496-A6C6-321E-D7A32127306A}"/>
              </a:ext>
            </a:extLst>
          </p:cNvPr>
          <p:cNvSpPr>
            <a:spLocks/>
          </p:cNvSpPr>
          <p:nvPr/>
        </p:nvSpPr>
        <p:spPr bwMode="auto">
          <a:xfrm flipV="1">
            <a:off x="0" y="4910138"/>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a:xfrm>
            <a:off x="2589888" y="4800600"/>
            <a:ext cx="8789313"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888" y="634965"/>
            <a:ext cx="8789313" cy="3854970"/>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589888" y="5367338"/>
            <a:ext cx="8789313"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a:extLst>
              <a:ext uri="{FF2B5EF4-FFF2-40B4-BE49-F238E27FC236}">
                <a16:creationId xmlns:a16="http://schemas.microsoft.com/office/drawing/2014/main" id="{2F03B8EF-7727-5664-DD9A-FC6F7F363102}"/>
              </a:ext>
            </a:extLst>
          </p:cNvPr>
          <p:cNvSpPr>
            <a:spLocks noGrp="1"/>
          </p:cNvSpPr>
          <p:nvPr>
            <p:ph type="dt" sz="half" idx="10"/>
          </p:nvPr>
        </p:nvSpPr>
        <p:spPr/>
        <p:txBody>
          <a:bodyPr/>
          <a:lstStyle>
            <a:lvl1pPr>
              <a:defRPr/>
            </a:lvl1pPr>
          </a:lstStyle>
          <a:p>
            <a:pPr>
              <a:defRPr/>
            </a:pPr>
            <a:fld id="{73167616-6D51-408A-A9F7-3409FE3BD5A8}" type="datetimeFigureOut">
              <a:rPr lang="en-US"/>
              <a:pPr>
                <a:defRPr/>
              </a:pPr>
              <a:t>12/31/2024</a:t>
            </a:fld>
            <a:endParaRPr lang="en-US"/>
          </a:p>
        </p:txBody>
      </p:sp>
      <p:sp>
        <p:nvSpPr>
          <p:cNvPr id="7" name="Footer Placeholder 5">
            <a:extLst>
              <a:ext uri="{FF2B5EF4-FFF2-40B4-BE49-F238E27FC236}">
                <a16:creationId xmlns:a16="http://schemas.microsoft.com/office/drawing/2014/main" id="{1A45F624-CC10-1E06-9E6F-EE791D8EAF51}"/>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B0EF0A14-9CEA-13F0-62FA-F7E79FF502A4}"/>
              </a:ext>
            </a:extLst>
          </p:cNvPr>
          <p:cNvSpPr>
            <a:spLocks noGrp="1"/>
          </p:cNvSpPr>
          <p:nvPr>
            <p:ph type="sldNum" sz="quarter" idx="12"/>
          </p:nvPr>
        </p:nvSpPr>
        <p:spPr>
          <a:xfrm>
            <a:off x="681567" y="4983164"/>
            <a:ext cx="781051" cy="365125"/>
          </a:xfrm>
        </p:spPr>
        <p:txBody>
          <a:bodyPr/>
          <a:lstStyle>
            <a:lvl1pPr>
              <a:defRPr/>
            </a:lvl1pPr>
          </a:lstStyle>
          <a:p>
            <a:pPr>
              <a:defRPr/>
            </a:pPr>
            <a:fld id="{7030FCA3-B099-4BC8-B7D5-879BC7EA4EFC}" type="slidenum">
              <a:rPr lang="en-US" altLang="en-US"/>
              <a:pPr>
                <a:defRPr/>
              </a:pPr>
              <a:t>‹#›</a:t>
            </a:fld>
            <a:endParaRPr lang="en-US" altLang="en-US"/>
          </a:p>
        </p:txBody>
      </p:sp>
    </p:spTree>
    <p:extLst>
      <p:ext uri="{BB962C8B-B14F-4D97-AF65-F5344CB8AC3E}">
        <p14:creationId xmlns:p14="http://schemas.microsoft.com/office/powerpoint/2010/main" val="11480756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CEE26508-283D-3598-3D45-D479F7B6724F}"/>
              </a:ext>
            </a:extLst>
          </p:cNvPr>
          <p:cNvSpPr>
            <a:spLocks/>
          </p:cNvSpPr>
          <p:nvPr/>
        </p:nvSpPr>
        <p:spPr bwMode="auto">
          <a:xfrm flipV="1">
            <a:off x="0" y="3167063"/>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a:xfrm>
            <a:off x="2589888" y="609600"/>
            <a:ext cx="8789313"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E329EC0E-44F1-27F4-F8BC-41C4EBDD5DA2}"/>
              </a:ext>
            </a:extLst>
          </p:cNvPr>
          <p:cNvSpPr>
            <a:spLocks noGrp="1"/>
          </p:cNvSpPr>
          <p:nvPr>
            <p:ph type="dt" sz="half" idx="10"/>
          </p:nvPr>
        </p:nvSpPr>
        <p:spPr/>
        <p:txBody>
          <a:bodyPr/>
          <a:lstStyle>
            <a:lvl1pPr>
              <a:defRPr/>
            </a:lvl1pPr>
          </a:lstStyle>
          <a:p>
            <a:pPr>
              <a:defRPr/>
            </a:pPr>
            <a:fld id="{EECB6F62-41C1-4142-A367-D2C474566A53}" type="datetimeFigureOut">
              <a:rPr lang="en-US"/>
              <a:pPr>
                <a:defRPr/>
              </a:pPr>
              <a:t>12/31/2024</a:t>
            </a:fld>
            <a:endParaRPr lang="en-US"/>
          </a:p>
        </p:txBody>
      </p:sp>
      <p:sp>
        <p:nvSpPr>
          <p:cNvPr id="6" name="Footer Placeholder 4">
            <a:extLst>
              <a:ext uri="{FF2B5EF4-FFF2-40B4-BE49-F238E27FC236}">
                <a16:creationId xmlns:a16="http://schemas.microsoft.com/office/drawing/2014/main" id="{FF0FA6B0-61CC-C50A-A2AE-387E3F06C44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A058277-84D9-B716-BC85-2D86DAF3230D}"/>
              </a:ext>
            </a:extLst>
          </p:cNvPr>
          <p:cNvSpPr>
            <a:spLocks noGrp="1"/>
          </p:cNvSpPr>
          <p:nvPr>
            <p:ph type="sldNum" sz="quarter" idx="12"/>
          </p:nvPr>
        </p:nvSpPr>
        <p:spPr>
          <a:xfrm>
            <a:off x="681567" y="3244851"/>
            <a:ext cx="781051" cy="365125"/>
          </a:xfrm>
        </p:spPr>
        <p:txBody>
          <a:bodyPr/>
          <a:lstStyle>
            <a:lvl1pPr>
              <a:defRPr/>
            </a:lvl1pPr>
          </a:lstStyle>
          <a:p>
            <a:pPr>
              <a:defRPr/>
            </a:pPr>
            <a:fld id="{552FF72D-3DF0-4B08-97C2-B5974AA63D2E}" type="slidenum">
              <a:rPr lang="en-US" altLang="en-US"/>
              <a:pPr>
                <a:defRPr/>
              </a:pPr>
              <a:t>‹#›</a:t>
            </a:fld>
            <a:endParaRPr lang="en-US" altLang="en-US"/>
          </a:p>
        </p:txBody>
      </p:sp>
    </p:spTree>
    <p:extLst>
      <p:ext uri="{BB962C8B-B14F-4D97-AF65-F5344CB8AC3E}">
        <p14:creationId xmlns:p14="http://schemas.microsoft.com/office/powerpoint/2010/main" val="2869910783"/>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2866D26B-D882-3873-19EB-D952EF51FA6E}"/>
              </a:ext>
            </a:extLst>
          </p:cNvPr>
          <p:cNvSpPr>
            <a:spLocks/>
          </p:cNvSpPr>
          <p:nvPr/>
        </p:nvSpPr>
        <p:spPr bwMode="auto">
          <a:xfrm flipV="1">
            <a:off x="0" y="3167063"/>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5" name="TextBox 7">
            <a:extLst>
              <a:ext uri="{FF2B5EF4-FFF2-40B4-BE49-F238E27FC236}">
                <a16:creationId xmlns:a16="http://schemas.microsoft.com/office/drawing/2014/main" id="{2FDB6332-E1C4-D886-34F1-DA5939318E4A}"/>
              </a:ext>
            </a:extLst>
          </p:cNvPr>
          <p:cNvSpPr txBox="1">
            <a:spLocks noChangeArrowheads="1"/>
          </p:cNvSpPr>
          <p:nvPr/>
        </p:nvSpPr>
        <p:spPr bwMode="auto">
          <a:xfrm>
            <a:off x="2410884" y="647700"/>
            <a:ext cx="609600" cy="585788"/>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US" altLang="en-US" sz="8000">
                <a:solidFill>
                  <a:schemeClr val="accent1"/>
                </a:solidFill>
                <a:latin typeface="Arial" panose="020B0604020202020204" pitchFamily="34" charset="0"/>
              </a:rPr>
              <a:t>“</a:t>
            </a:r>
          </a:p>
        </p:txBody>
      </p:sp>
      <p:sp>
        <p:nvSpPr>
          <p:cNvPr id="6" name="TextBox 8">
            <a:extLst>
              <a:ext uri="{FF2B5EF4-FFF2-40B4-BE49-F238E27FC236}">
                <a16:creationId xmlns:a16="http://schemas.microsoft.com/office/drawing/2014/main" id="{33E97F5B-B522-9CD8-8D48-29758C0C95E2}"/>
              </a:ext>
            </a:extLst>
          </p:cNvPr>
          <p:cNvSpPr txBox="1">
            <a:spLocks noChangeArrowheads="1"/>
          </p:cNvSpPr>
          <p:nvPr/>
        </p:nvSpPr>
        <p:spPr bwMode="auto">
          <a:xfrm>
            <a:off x="10892367" y="2905125"/>
            <a:ext cx="609600" cy="584200"/>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US" altLang="en-US" sz="8000">
                <a:solidFill>
                  <a:schemeClr val="accent1"/>
                </a:solidFill>
                <a:latin typeface="Arial" panose="020B0604020202020204" pitchFamily="34" charset="0"/>
              </a:rPr>
              <a:t>”</a:t>
            </a:r>
          </a:p>
        </p:txBody>
      </p:sp>
      <p:sp>
        <p:nvSpPr>
          <p:cNvPr id="2"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21296" y="3505200"/>
            <a:ext cx="7538517"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888" y="4354046"/>
            <a:ext cx="8789313"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a:extLst>
              <a:ext uri="{FF2B5EF4-FFF2-40B4-BE49-F238E27FC236}">
                <a16:creationId xmlns:a16="http://schemas.microsoft.com/office/drawing/2014/main" id="{6EC6A683-AD23-7642-E5BD-FDD1933DF646}"/>
              </a:ext>
            </a:extLst>
          </p:cNvPr>
          <p:cNvSpPr>
            <a:spLocks noGrp="1"/>
          </p:cNvSpPr>
          <p:nvPr>
            <p:ph type="dt" sz="half" idx="14"/>
          </p:nvPr>
        </p:nvSpPr>
        <p:spPr/>
        <p:txBody>
          <a:bodyPr/>
          <a:lstStyle>
            <a:lvl1pPr>
              <a:defRPr/>
            </a:lvl1pPr>
          </a:lstStyle>
          <a:p>
            <a:pPr>
              <a:defRPr/>
            </a:pPr>
            <a:fld id="{136DDB52-E33E-45FF-9A99-58DBBD912BAD}" type="datetimeFigureOut">
              <a:rPr lang="en-US"/>
              <a:pPr>
                <a:defRPr/>
              </a:pPr>
              <a:t>12/31/2024</a:t>
            </a:fld>
            <a:endParaRPr lang="en-US"/>
          </a:p>
        </p:txBody>
      </p:sp>
      <p:sp>
        <p:nvSpPr>
          <p:cNvPr id="8" name="Footer Placeholder 4">
            <a:extLst>
              <a:ext uri="{FF2B5EF4-FFF2-40B4-BE49-F238E27FC236}">
                <a16:creationId xmlns:a16="http://schemas.microsoft.com/office/drawing/2014/main" id="{A6FA2AB2-42E4-9B54-2DFF-3003478DF675}"/>
              </a:ext>
            </a:extLst>
          </p:cNvPr>
          <p:cNvSpPr>
            <a:spLocks noGrp="1"/>
          </p:cNvSpPr>
          <p:nvPr>
            <p:ph type="ftr" sz="quarter" idx="15"/>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FD07235-F25B-2B3F-4259-64722E8483B0}"/>
              </a:ext>
            </a:extLst>
          </p:cNvPr>
          <p:cNvSpPr>
            <a:spLocks noGrp="1"/>
          </p:cNvSpPr>
          <p:nvPr>
            <p:ph type="sldNum" sz="quarter" idx="16"/>
          </p:nvPr>
        </p:nvSpPr>
        <p:spPr>
          <a:xfrm>
            <a:off x="681567" y="3244851"/>
            <a:ext cx="781051" cy="365125"/>
          </a:xfrm>
        </p:spPr>
        <p:txBody>
          <a:bodyPr/>
          <a:lstStyle>
            <a:lvl1pPr>
              <a:defRPr/>
            </a:lvl1pPr>
          </a:lstStyle>
          <a:p>
            <a:pPr>
              <a:defRPr/>
            </a:pPr>
            <a:fld id="{9F054C61-40F2-4D93-8B8A-56DF19DD635E}" type="slidenum">
              <a:rPr lang="en-US" altLang="en-US"/>
              <a:pPr>
                <a:defRPr/>
              </a:pPr>
              <a:t>‹#›</a:t>
            </a:fld>
            <a:endParaRPr lang="en-US" altLang="en-US"/>
          </a:p>
        </p:txBody>
      </p:sp>
    </p:spTree>
    <p:extLst>
      <p:ext uri="{BB962C8B-B14F-4D97-AF65-F5344CB8AC3E}">
        <p14:creationId xmlns:p14="http://schemas.microsoft.com/office/powerpoint/2010/main" val="2522553593"/>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44631C0B-3209-A5A6-7269-D9AD0ED5F63D}"/>
              </a:ext>
            </a:extLst>
          </p:cNvPr>
          <p:cNvSpPr>
            <a:spLocks/>
          </p:cNvSpPr>
          <p:nvPr/>
        </p:nvSpPr>
        <p:spPr bwMode="auto">
          <a:xfrm flipV="1">
            <a:off x="0" y="4910138"/>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a:xfrm>
            <a:off x="2589888" y="2438402"/>
            <a:ext cx="8789313"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888" y="5181600"/>
            <a:ext cx="8789313"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12DCD6F5-56A0-530E-BCCD-0174ABF3466D}"/>
              </a:ext>
            </a:extLst>
          </p:cNvPr>
          <p:cNvSpPr>
            <a:spLocks noGrp="1"/>
          </p:cNvSpPr>
          <p:nvPr>
            <p:ph type="dt" sz="half" idx="10"/>
          </p:nvPr>
        </p:nvSpPr>
        <p:spPr/>
        <p:txBody>
          <a:bodyPr/>
          <a:lstStyle>
            <a:lvl1pPr>
              <a:defRPr/>
            </a:lvl1pPr>
          </a:lstStyle>
          <a:p>
            <a:pPr>
              <a:defRPr/>
            </a:pPr>
            <a:fld id="{F23BE4DC-5CA3-4447-967B-FE115C9A84BE}" type="datetimeFigureOut">
              <a:rPr lang="en-US"/>
              <a:pPr>
                <a:defRPr/>
              </a:pPr>
              <a:t>12/31/2024</a:t>
            </a:fld>
            <a:endParaRPr lang="en-US"/>
          </a:p>
        </p:txBody>
      </p:sp>
      <p:sp>
        <p:nvSpPr>
          <p:cNvPr id="6" name="Footer Placeholder 5">
            <a:extLst>
              <a:ext uri="{FF2B5EF4-FFF2-40B4-BE49-F238E27FC236}">
                <a16:creationId xmlns:a16="http://schemas.microsoft.com/office/drawing/2014/main" id="{3AAC866D-6DE8-502E-57FA-B176B859751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0185D602-FA74-C226-C589-712F966757E5}"/>
              </a:ext>
            </a:extLst>
          </p:cNvPr>
          <p:cNvSpPr>
            <a:spLocks noGrp="1"/>
          </p:cNvSpPr>
          <p:nvPr>
            <p:ph type="sldNum" sz="quarter" idx="12"/>
          </p:nvPr>
        </p:nvSpPr>
        <p:spPr>
          <a:xfrm>
            <a:off x="681567" y="4983164"/>
            <a:ext cx="781051" cy="365125"/>
          </a:xfrm>
        </p:spPr>
        <p:txBody>
          <a:bodyPr/>
          <a:lstStyle>
            <a:lvl1pPr>
              <a:defRPr/>
            </a:lvl1pPr>
          </a:lstStyle>
          <a:p>
            <a:pPr>
              <a:defRPr/>
            </a:pPr>
            <a:fld id="{64D04E65-0839-40B8-B861-31756ADD0741}" type="slidenum">
              <a:rPr lang="en-US" altLang="en-US"/>
              <a:pPr>
                <a:defRPr/>
              </a:pPr>
              <a:t>‹#›</a:t>
            </a:fld>
            <a:endParaRPr lang="en-US" altLang="en-US"/>
          </a:p>
        </p:txBody>
      </p:sp>
    </p:spTree>
    <p:extLst>
      <p:ext uri="{BB962C8B-B14F-4D97-AF65-F5344CB8AC3E}">
        <p14:creationId xmlns:p14="http://schemas.microsoft.com/office/powerpoint/2010/main" val="2201940637"/>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F4DA19A8-5BDA-215F-D763-3F857C92782D}"/>
              </a:ext>
            </a:extLst>
          </p:cNvPr>
          <p:cNvSpPr>
            <a:spLocks/>
          </p:cNvSpPr>
          <p:nvPr/>
        </p:nvSpPr>
        <p:spPr bwMode="auto">
          <a:xfrm flipV="1">
            <a:off x="0" y="4910138"/>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3" name="TextBox 7">
            <a:extLst>
              <a:ext uri="{FF2B5EF4-FFF2-40B4-BE49-F238E27FC236}">
                <a16:creationId xmlns:a16="http://schemas.microsoft.com/office/drawing/2014/main" id="{2FB1F31D-E32D-B942-A109-07FB46FC2F6A}"/>
              </a:ext>
            </a:extLst>
          </p:cNvPr>
          <p:cNvSpPr txBox="1">
            <a:spLocks noChangeArrowheads="1"/>
          </p:cNvSpPr>
          <p:nvPr/>
        </p:nvSpPr>
        <p:spPr bwMode="auto">
          <a:xfrm>
            <a:off x="2410884" y="647700"/>
            <a:ext cx="609600" cy="585788"/>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US" altLang="en-US" sz="8000">
                <a:solidFill>
                  <a:schemeClr val="accent1"/>
                </a:solidFill>
                <a:latin typeface="Arial" panose="020B0604020202020204" pitchFamily="34" charset="0"/>
              </a:rPr>
              <a:t>“</a:t>
            </a:r>
          </a:p>
        </p:txBody>
      </p:sp>
      <p:sp>
        <p:nvSpPr>
          <p:cNvPr id="5" name="TextBox 8">
            <a:extLst>
              <a:ext uri="{FF2B5EF4-FFF2-40B4-BE49-F238E27FC236}">
                <a16:creationId xmlns:a16="http://schemas.microsoft.com/office/drawing/2014/main" id="{3DC35403-9D88-6390-43AD-C7E9F8F00541}"/>
              </a:ext>
            </a:extLst>
          </p:cNvPr>
          <p:cNvSpPr txBox="1">
            <a:spLocks noChangeArrowheads="1"/>
          </p:cNvSpPr>
          <p:nvPr/>
        </p:nvSpPr>
        <p:spPr bwMode="auto">
          <a:xfrm>
            <a:off x="10892367" y="2905125"/>
            <a:ext cx="609600" cy="584200"/>
          </a:xfrm>
          <a:prstGeom prst="rect">
            <a:avLst/>
          </a:prstGeom>
          <a:noFill/>
          <a:ln>
            <a:noFill/>
          </a:ln>
        </p:spPr>
        <p:txBody>
          <a:bodyPr anchor="ctr"/>
          <a:lstStyle>
            <a:lvl1pPr>
              <a:defRPr>
                <a:solidFill>
                  <a:schemeClr val="tx1"/>
                </a:solidFill>
                <a:latin typeface="Century Gothic" panose="020B0502020202020204" pitchFamily="34" charset="0"/>
              </a:defRPr>
            </a:lvl1pPr>
            <a:lvl2pPr marL="742950" indent="-285750">
              <a:defRPr>
                <a:solidFill>
                  <a:schemeClr val="tx1"/>
                </a:solidFill>
                <a:latin typeface="Century Gothic" panose="020B0502020202020204" pitchFamily="34" charset="0"/>
              </a:defRPr>
            </a:lvl2pPr>
            <a:lvl3pPr marL="1143000" indent="-228600">
              <a:defRPr>
                <a:solidFill>
                  <a:schemeClr val="tx1"/>
                </a:solidFill>
                <a:latin typeface="Century Gothic" panose="020B0502020202020204" pitchFamily="34" charset="0"/>
              </a:defRPr>
            </a:lvl3pPr>
            <a:lvl4pPr marL="1600200" indent="-228600">
              <a:defRPr>
                <a:solidFill>
                  <a:schemeClr val="tx1"/>
                </a:solidFill>
                <a:latin typeface="Century Gothic" panose="020B0502020202020204" pitchFamily="34" charset="0"/>
              </a:defRPr>
            </a:lvl4pPr>
            <a:lvl5pPr marL="2057400" indent="-228600">
              <a:defRPr>
                <a:solidFill>
                  <a:schemeClr val="tx1"/>
                </a:solidFill>
                <a:latin typeface="Century Gothic" panose="020B0502020202020204" pitchFamily="34" charset="0"/>
              </a:defRPr>
            </a:lvl5pPr>
            <a:lvl6pPr marL="2514600" indent="-228600" defTabSz="457200" fontAlgn="base">
              <a:spcBef>
                <a:spcPct val="0"/>
              </a:spcBef>
              <a:spcAft>
                <a:spcPct val="0"/>
              </a:spcAft>
              <a:defRPr>
                <a:solidFill>
                  <a:schemeClr val="tx1"/>
                </a:solidFill>
                <a:latin typeface="Century Gothic" panose="020B0502020202020204" pitchFamily="34" charset="0"/>
              </a:defRPr>
            </a:lvl6pPr>
            <a:lvl7pPr marL="2971800" indent="-228600" defTabSz="457200" fontAlgn="base">
              <a:spcBef>
                <a:spcPct val="0"/>
              </a:spcBef>
              <a:spcAft>
                <a:spcPct val="0"/>
              </a:spcAft>
              <a:defRPr>
                <a:solidFill>
                  <a:schemeClr val="tx1"/>
                </a:solidFill>
                <a:latin typeface="Century Gothic" panose="020B0502020202020204" pitchFamily="34" charset="0"/>
              </a:defRPr>
            </a:lvl7pPr>
            <a:lvl8pPr marL="3429000" indent="-228600" defTabSz="457200" fontAlgn="base">
              <a:spcBef>
                <a:spcPct val="0"/>
              </a:spcBef>
              <a:spcAft>
                <a:spcPct val="0"/>
              </a:spcAft>
              <a:defRPr>
                <a:solidFill>
                  <a:schemeClr val="tx1"/>
                </a:solidFill>
                <a:latin typeface="Century Gothic" panose="020B0502020202020204" pitchFamily="34" charset="0"/>
              </a:defRPr>
            </a:lvl8pPr>
            <a:lvl9pPr marL="3886200" indent="-228600" defTabSz="457200" fontAlgn="base">
              <a:spcBef>
                <a:spcPct val="0"/>
              </a:spcBef>
              <a:spcAft>
                <a:spcPct val="0"/>
              </a:spcAft>
              <a:defRPr>
                <a:solidFill>
                  <a:schemeClr val="tx1"/>
                </a:solidFill>
                <a:latin typeface="Century Gothic" panose="020B0502020202020204" pitchFamily="34" charset="0"/>
              </a:defRPr>
            </a:lvl9pPr>
          </a:lstStyle>
          <a:p>
            <a:pPr eaLnBrk="1" hangingPunct="1">
              <a:defRPr/>
            </a:pPr>
            <a:r>
              <a:rPr lang="en-US" altLang="en-US" sz="8000">
                <a:solidFill>
                  <a:schemeClr val="accent1"/>
                </a:solidFill>
                <a:latin typeface="Arial" panose="020B0604020202020204" pitchFamily="34" charset="0"/>
              </a:rPr>
              <a:t>”</a:t>
            </a:r>
          </a:p>
        </p:txBody>
      </p:sp>
      <p:sp>
        <p:nvSpPr>
          <p:cNvPr id="13" name="Title 1"/>
          <p:cNvSpPr>
            <a:spLocks noGrp="1"/>
          </p:cNvSpPr>
          <p:nvPr>
            <p:ph type="title"/>
          </p:nvPr>
        </p:nvSpPr>
        <p:spPr>
          <a:xfrm>
            <a:off x="2917498" y="609600"/>
            <a:ext cx="814611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887" y="4343400"/>
            <a:ext cx="891772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7" y="5181600"/>
            <a:ext cx="8917723"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p>
        </p:txBody>
      </p:sp>
      <p:sp>
        <p:nvSpPr>
          <p:cNvPr id="6" name="Date Placeholder 4">
            <a:extLst>
              <a:ext uri="{FF2B5EF4-FFF2-40B4-BE49-F238E27FC236}">
                <a16:creationId xmlns:a16="http://schemas.microsoft.com/office/drawing/2014/main" id="{9C0EF399-A021-4771-CA19-26F3117A480B}"/>
              </a:ext>
            </a:extLst>
          </p:cNvPr>
          <p:cNvSpPr>
            <a:spLocks noGrp="1"/>
          </p:cNvSpPr>
          <p:nvPr>
            <p:ph type="dt" sz="half" idx="14"/>
          </p:nvPr>
        </p:nvSpPr>
        <p:spPr/>
        <p:txBody>
          <a:bodyPr/>
          <a:lstStyle>
            <a:lvl1pPr>
              <a:defRPr/>
            </a:lvl1pPr>
          </a:lstStyle>
          <a:p>
            <a:pPr>
              <a:defRPr/>
            </a:pPr>
            <a:fld id="{74CFA805-D23F-4975-A141-E0EB526763C3}" type="datetimeFigureOut">
              <a:rPr lang="en-US"/>
              <a:pPr>
                <a:defRPr/>
              </a:pPr>
              <a:t>12/31/2024</a:t>
            </a:fld>
            <a:endParaRPr lang="en-US"/>
          </a:p>
        </p:txBody>
      </p:sp>
      <p:sp>
        <p:nvSpPr>
          <p:cNvPr id="7" name="Footer Placeholder 5">
            <a:extLst>
              <a:ext uri="{FF2B5EF4-FFF2-40B4-BE49-F238E27FC236}">
                <a16:creationId xmlns:a16="http://schemas.microsoft.com/office/drawing/2014/main" id="{5EBFDB8D-BFCC-E826-BA6E-D2A82796C79E}"/>
              </a:ext>
            </a:extLst>
          </p:cNvPr>
          <p:cNvSpPr>
            <a:spLocks noGrp="1"/>
          </p:cNvSpPr>
          <p:nvPr>
            <p:ph type="ftr" sz="quarter" idx="15"/>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38F086AD-D65F-63B1-AB1A-5D9713FF60BF}"/>
              </a:ext>
            </a:extLst>
          </p:cNvPr>
          <p:cNvSpPr>
            <a:spLocks noGrp="1"/>
          </p:cNvSpPr>
          <p:nvPr>
            <p:ph type="sldNum" sz="quarter" idx="16"/>
          </p:nvPr>
        </p:nvSpPr>
        <p:spPr>
          <a:xfrm>
            <a:off x="681567" y="4983164"/>
            <a:ext cx="781051" cy="365125"/>
          </a:xfrm>
        </p:spPr>
        <p:txBody>
          <a:bodyPr/>
          <a:lstStyle>
            <a:lvl1pPr>
              <a:defRPr/>
            </a:lvl1pPr>
          </a:lstStyle>
          <a:p>
            <a:pPr>
              <a:defRPr/>
            </a:pPr>
            <a:fld id="{E601177D-3500-4C9A-A451-6BE1379C1D0F}" type="slidenum">
              <a:rPr lang="en-US" altLang="en-US"/>
              <a:pPr>
                <a:defRPr/>
              </a:pPr>
              <a:t>‹#›</a:t>
            </a:fld>
            <a:endParaRPr lang="en-US" altLang="en-US"/>
          </a:p>
        </p:txBody>
      </p:sp>
    </p:spTree>
    <p:extLst>
      <p:ext uri="{BB962C8B-B14F-4D97-AF65-F5344CB8AC3E}">
        <p14:creationId xmlns:p14="http://schemas.microsoft.com/office/powerpoint/2010/main" val="1262789810"/>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BA93C485-541E-8EC6-F742-161C267FC835}"/>
              </a:ext>
            </a:extLst>
          </p:cNvPr>
          <p:cNvSpPr>
            <a:spLocks/>
          </p:cNvSpPr>
          <p:nvPr/>
        </p:nvSpPr>
        <p:spPr bwMode="auto">
          <a:xfrm flipV="1">
            <a:off x="0" y="4910138"/>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a:xfrm>
            <a:off x="2589888" y="627407"/>
            <a:ext cx="8789312"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888" y="4343400"/>
            <a:ext cx="8789313"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888" y="5181600"/>
            <a:ext cx="8789313" cy="729622"/>
          </a:xfrm>
        </p:spPr>
        <p:txBody>
          <a:bodyPr rtlCol="0">
            <a:normAutofit/>
          </a:bodyPr>
          <a:lstStyle>
            <a:lvl1pPr>
              <a:buNone/>
              <a:defRPr lang="en-US">
                <a:solidFill>
                  <a:schemeClr val="tx1">
                    <a:lumMod val="65000"/>
                    <a:lumOff val="35000"/>
                  </a:schemeClr>
                </a:solidFill>
              </a:defRPr>
            </a:lvl1pPr>
          </a:lstStyle>
          <a:p>
            <a:pPr lvl="0"/>
            <a:r>
              <a:rPr lang="en-US"/>
              <a:t>Click to edit Master text styles</a:t>
            </a:r>
          </a:p>
        </p:txBody>
      </p:sp>
      <p:sp>
        <p:nvSpPr>
          <p:cNvPr id="5" name="Date Placeholder 4">
            <a:extLst>
              <a:ext uri="{FF2B5EF4-FFF2-40B4-BE49-F238E27FC236}">
                <a16:creationId xmlns:a16="http://schemas.microsoft.com/office/drawing/2014/main" id="{30C926B1-7672-476C-95FC-43B806BDB41B}"/>
              </a:ext>
            </a:extLst>
          </p:cNvPr>
          <p:cNvSpPr>
            <a:spLocks noGrp="1"/>
          </p:cNvSpPr>
          <p:nvPr>
            <p:ph type="dt" sz="half" idx="14"/>
          </p:nvPr>
        </p:nvSpPr>
        <p:spPr/>
        <p:txBody>
          <a:bodyPr/>
          <a:lstStyle>
            <a:lvl1pPr>
              <a:defRPr/>
            </a:lvl1pPr>
          </a:lstStyle>
          <a:p>
            <a:pPr>
              <a:defRPr/>
            </a:pPr>
            <a:fld id="{D8AF11EF-84A1-4F07-9DFC-7A8BA696333C}" type="datetimeFigureOut">
              <a:rPr lang="en-US"/>
              <a:pPr>
                <a:defRPr/>
              </a:pPr>
              <a:t>12/31/2024</a:t>
            </a:fld>
            <a:endParaRPr lang="en-US"/>
          </a:p>
        </p:txBody>
      </p:sp>
      <p:sp>
        <p:nvSpPr>
          <p:cNvPr id="6" name="Footer Placeholder 5">
            <a:extLst>
              <a:ext uri="{FF2B5EF4-FFF2-40B4-BE49-F238E27FC236}">
                <a16:creationId xmlns:a16="http://schemas.microsoft.com/office/drawing/2014/main" id="{B5153363-9C52-2FE6-FB9C-0729FD4FDF3B}"/>
              </a:ext>
            </a:extLst>
          </p:cNvPr>
          <p:cNvSpPr>
            <a:spLocks noGrp="1"/>
          </p:cNvSpPr>
          <p:nvPr>
            <p:ph type="ftr" sz="quarter" idx="15"/>
          </p:nvPr>
        </p:nvSpPr>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F3080697-A09F-6AAB-6BD4-C461CF7B0C72}"/>
              </a:ext>
            </a:extLst>
          </p:cNvPr>
          <p:cNvSpPr>
            <a:spLocks noGrp="1"/>
          </p:cNvSpPr>
          <p:nvPr>
            <p:ph type="sldNum" sz="quarter" idx="16"/>
          </p:nvPr>
        </p:nvSpPr>
        <p:spPr>
          <a:xfrm>
            <a:off x="681567" y="4983164"/>
            <a:ext cx="781051" cy="365125"/>
          </a:xfrm>
        </p:spPr>
        <p:txBody>
          <a:bodyPr/>
          <a:lstStyle>
            <a:lvl1pPr>
              <a:defRPr/>
            </a:lvl1pPr>
          </a:lstStyle>
          <a:p>
            <a:pPr>
              <a:defRPr/>
            </a:pPr>
            <a:fld id="{59D09CCF-9041-4DA1-B1C8-165B7B2FD319}" type="slidenum">
              <a:rPr lang="en-US" altLang="en-US"/>
              <a:pPr>
                <a:defRPr/>
              </a:pPr>
              <a:t>‹#›</a:t>
            </a:fld>
            <a:endParaRPr lang="en-US" altLang="en-US"/>
          </a:p>
        </p:txBody>
      </p:sp>
    </p:spTree>
    <p:extLst>
      <p:ext uri="{BB962C8B-B14F-4D97-AF65-F5344CB8AC3E}">
        <p14:creationId xmlns:p14="http://schemas.microsoft.com/office/powerpoint/2010/main" val="3449466549"/>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D488EC07-F5B6-3704-E358-D9ED6F35292B}"/>
              </a:ext>
            </a:extLst>
          </p:cNvPr>
          <p:cNvSpPr>
            <a:spLocks/>
          </p:cNvSpPr>
          <p:nvPr/>
        </p:nvSpPr>
        <p:spPr bwMode="auto">
          <a:xfrm flipV="1">
            <a:off x="0" y="711200"/>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06B21929-E02F-4F8F-AAEF-A1AD8394D996}"/>
              </a:ext>
            </a:extLst>
          </p:cNvPr>
          <p:cNvSpPr>
            <a:spLocks noGrp="1"/>
          </p:cNvSpPr>
          <p:nvPr>
            <p:ph type="dt" sz="half" idx="10"/>
          </p:nvPr>
        </p:nvSpPr>
        <p:spPr/>
        <p:txBody>
          <a:bodyPr/>
          <a:lstStyle>
            <a:lvl1pPr>
              <a:defRPr/>
            </a:lvl1pPr>
          </a:lstStyle>
          <a:p>
            <a:pPr>
              <a:defRPr/>
            </a:pPr>
            <a:fld id="{E2194ACB-5CC0-4158-AD37-3A1E1D2BD766}" type="datetimeFigureOut">
              <a:rPr lang="en-US"/>
              <a:pPr>
                <a:defRPr/>
              </a:pPr>
              <a:t>12/31/2024</a:t>
            </a:fld>
            <a:endParaRPr lang="en-US"/>
          </a:p>
        </p:txBody>
      </p:sp>
      <p:sp>
        <p:nvSpPr>
          <p:cNvPr id="6" name="Footer Placeholder 4">
            <a:extLst>
              <a:ext uri="{FF2B5EF4-FFF2-40B4-BE49-F238E27FC236}">
                <a16:creationId xmlns:a16="http://schemas.microsoft.com/office/drawing/2014/main" id="{DE76D213-0D6F-E7E6-1674-F7952E346BE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75A8334-8FA8-3EDE-FBCA-FC9B830CBB3E}"/>
              </a:ext>
            </a:extLst>
          </p:cNvPr>
          <p:cNvSpPr>
            <a:spLocks noGrp="1"/>
          </p:cNvSpPr>
          <p:nvPr>
            <p:ph type="sldNum" sz="quarter" idx="12"/>
          </p:nvPr>
        </p:nvSpPr>
        <p:spPr/>
        <p:txBody>
          <a:bodyPr/>
          <a:lstStyle>
            <a:lvl1pPr>
              <a:defRPr/>
            </a:lvl1pPr>
          </a:lstStyle>
          <a:p>
            <a:pPr>
              <a:defRPr/>
            </a:pPr>
            <a:fld id="{B0C66C78-9A8B-4DE9-AEB9-FC63505649CF}" type="slidenum">
              <a:rPr lang="en-US" altLang="en-US"/>
              <a:pPr>
                <a:defRPr/>
              </a:pPr>
              <a:t>‹#›</a:t>
            </a:fld>
            <a:endParaRPr lang="en-US" altLang="en-US"/>
          </a:p>
        </p:txBody>
      </p:sp>
    </p:spTree>
    <p:extLst>
      <p:ext uri="{BB962C8B-B14F-4D97-AF65-F5344CB8AC3E}">
        <p14:creationId xmlns:p14="http://schemas.microsoft.com/office/powerpoint/2010/main" val="28406239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Freeform 11">
            <a:extLst>
              <a:ext uri="{FF2B5EF4-FFF2-40B4-BE49-F238E27FC236}">
                <a16:creationId xmlns:a16="http://schemas.microsoft.com/office/drawing/2014/main" id="{14A7FC34-BBCE-D3DE-6A40-2398CC33049D}"/>
              </a:ext>
            </a:extLst>
          </p:cNvPr>
          <p:cNvSpPr>
            <a:spLocks/>
          </p:cNvSpPr>
          <p:nvPr/>
        </p:nvSpPr>
        <p:spPr bwMode="auto">
          <a:xfrm flipV="1">
            <a:off x="0" y="711200"/>
            <a:ext cx="1811867" cy="508000"/>
          </a:xfrm>
          <a:custGeom>
            <a:avLst/>
            <a:gdLst>
              <a:gd name="T0" fmla="*/ 2147483646 w 7908"/>
              <a:gd name="T1" fmla="*/ 2147483646 h 10000"/>
              <a:gd name="T2" fmla="*/ 2147483646 w 7908"/>
              <a:gd name="T3" fmla="*/ 2147483646 h 10000"/>
              <a:gd name="T4" fmla="*/ 2147483646 w 7908"/>
              <a:gd name="T5" fmla="*/ 2147483646 h 10000"/>
              <a:gd name="T6" fmla="*/ 2147483646 w 7908"/>
              <a:gd name="T7" fmla="*/ 0 h 10000"/>
              <a:gd name="T8" fmla="*/ 2147483646 w 7908"/>
              <a:gd name="T9" fmla="*/ 0 h 10000"/>
              <a:gd name="T10" fmla="*/ 0 w 7908"/>
              <a:gd name="T11" fmla="*/ 2147483646 h 10000"/>
              <a:gd name="T12" fmla="*/ 0 w 7908"/>
              <a:gd name="T13" fmla="*/ 2147483646 h 10000"/>
              <a:gd name="T14" fmla="*/ 2147483646 w 7908"/>
              <a:gd name="T15" fmla="*/ 2147483646 h 10000"/>
              <a:gd name="T16" fmla="*/ 2147483646 w 7908"/>
              <a:gd name="T17" fmla="*/ 2147483646 h 10000"/>
              <a:gd name="T18" fmla="*/ 2147483646 w 7908"/>
              <a:gd name="T19" fmla="*/ 2147483646 h 10000"/>
              <a:gd name="T20" fmla="*/ 2147483646 w 7908"/>
              <a:gd name="T21" fmla="*/ 2147483646 h 10000"/>
              <a:gd name="T22" fmla="*/ 2147483646 w 7908"/>
              <a:gd name="T23" fmla="*/ 2147483646 h 10000"/>
              <a:gd name="T24" fmla="*/ 2147483646 w 7908"/>
              <a:gd name="T25" fmla="*/ 2147483646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2" name="Vertical Title 1"/>
          <p:cNvSpPr>
            <a:spLocks noGrp="1"/>
          </p:cNvSpPr>
          <p:nvPr>
            <p:ph type="title" orient="vert"/>
          </p:nvPr>
        </p:nvSpPr>
        <p:spPr>
          <a:xfrm>
            <a:off x="9171380" y="627407"/>
            <a:ext cx="2208176"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888" y="627407"/>
            <a:ext cx="6288464"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B1F8559E-0AEC-D3A4-F52F-9472FEB45A4F}"/>
              </a:ext>
            </a:extLst>
          </p:cNvPr>
          <p:cNvSpPr>
            <a:spLocks noGrp="1"/>
          </p:cNvSpPr>
          <p:nvPr>
            <p:ph type="dt" sz="half" idx="10"/>
          </p:nvPr>
        </p:nvSpPr>
        <p:spPr/>
        <p:txBody>
          <a:bodyPr/>
          <a:lstStyle>
            <a:lvl1pPr>
              <a:defRPr/>
            </a:lvl1pPr>
          </a:lstStyle>
          <a:p>
            <a:pPr>
              <a:defRPr/>
            </a:pPr>
            <a:fld id="{E2645B8E-5308-4757-A5FA-13392C197FFD}" type="datetimeFigureOut">
              <a:rPr lang="en-US"/>
              <a:pPr>
                <a:defRPr/>
              </a:pPr>
              <a:t>12/31/2024</a:t>
            </a:fld>
            <a:endParaRPr lang="en-US"/>
          </a:p>
        </p:txBody>
      </p:sp>
      <p:sp>
        <p:nvSpPr>
          <p:cNvPr id="6" name="Footer Placeholder 4">
            <a:extLst>
              <a:ext uri="{FF2B5EF4-FFF2-40B4-BE49-F238E27FC236}">
                <a16:creationId xmlns:a16="http://schemas.microsoft.com/office/drawing/2014/main" id="{3A874ECF-B23D-1471-2BDE-B96624649C9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5CD0DBE-BBB7-12AA-8F47-0C58BAA4D3E2}"/>
              </a:ext>
            </a:extLst>
          </p:cNvPr>
          <p:cNvSpPr>
            <a:spLocks noGrp="1"/>
          </p:cNvSpPr>
          <p:nvPr>
            <p:ph type="sldNum" sz="quarter" idx="12"/>
          </p:nvPr>
        </p:nvSpPr>
        <p:spPr/>
        <p:txBody>
          <a:bodyPr/>
          <a:lstStyle>
            <a:lvl1pPr>
              <a:defRPr/>
            </a:lvl1pPr>
          </a:lstStyle>
          <a:p>
            <a:pPr>
              <a:defRPr/>
            </a:pPr>
            <a:fld id="{67A85D68-63DC-446A-A87D-7ABF25DFD759}" type="slidenum">
              <a:rPr lang="en-US" altLang="en-US"/>
              <a:pPr>
                <a:defRPr/>
              </a:pPr>
              <a:t>‹#›</a:t>
            </a:fld>
            <a:endParaRPr lang="en-US" altLang="en-US"/>
          </a:p>
        </p:txBody>
      </p:sp>
    </p:spTree>
    <p:extLst>
      <p:ext uri="{BB962C8B-B14F-4D97-AF65-F5344CB8AC3E}">
        <p14:creationId xmlns:p14="http://schemas.microsoft.com/office/powerpoint/2010/main" val="1482387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1.jpe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D106E9D-1FAB-4DA9-BCCD-F58DBEDF673A}" type="datetimeFigureOut">
              <a:rPr lang="en-US" smtClean="0"/>
              <a:t>12/31/2024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BDF9018-B61A-4741-A3B9-0E58BC258248}" type="slidenum">
              <a:rPr lang="en-US" smtClean="0"/>
              <a:t>‹#›</a:t>
            </a:fld>
            <a:endParaRPr lang="en-US"/>
          </a:p>
        </p:txBody>
      </p:sp>
    </p:spTree>
    <p:extLst>
      <p:ext uri="{BB962C8B-B14F-4D97-AF65-F5344CB8AC3E}">
        <p14:creationId xmlns:p14="http://schemas.microsoft.com/office/powerpoint/2010/main" val="3205820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8"/>
          <a:srcRect/>
          <a:stretch>
            <a:fillRect/>
          </a:stretch>
        </a:blipFill>
        <a:effectLst/>
      </p:bgPr>
    </p:bg>
    <p:spTree>
      <p:nvGrpSpPr>
        <p:cNvPr id="1" name=""/>
        <p:cNvGrpSpPr/>
        <p:nvPr/>
      </p:nvGrpSpPr>
      <p:grpSpPr>
        <a:xfrm>
          <a:off x="0" y="0"/>
          <a:ext cx="0" cy="0"/>
          <a:chOff x="0" y="0"/>
          <a:chExt cx="0" cy="0"/>
        </a:xfrm>
      </p:grpSpPr>
      <p:grpSp>
        <p:nvGrpSpPr>
          <p:cNvPr id="1026" name="Group 35">
            <a:extLst>
              <a:ext uri="{FF2B5EF4-FFF2-40B4-BE49-F238E27FC236}">
                <a16:creationId xmlns:a16="http://schemas.microsoft.com/office/drawing/2014/main" id="{9F00AD12-5408-32FF-F817-823400579FB7}"/>
              </a:ext>
            </a:extLst>
          </p:cNvPr>
          <p:cNvGrpSpPr>
            <a:grpSpLocks/>
          </p:cNvGrpSpPr>
          <p:nvPr/>
        </p:nvGrpSpPr>
        <p:grpSpPr bwMode="auto">
          <a:xfrm>
            <a:off x="0" y="228601"/>
            <a:ext cx="2641600" cy="6638925"/>
            <a:chOff x="2487613" y="285750"/>
            <a:chExt cx="2428875" cy="5654676"/>
          </a:xfrm>
        </p:grpSpPr>
        <p:sp>
          <p:nvSpPr>
            <p:cNvPr id="1046" name="Freeform 11">
              <a:extLst>
                <a:ext uri="{FF2B5EF4-FFF2-40B4-BE49-F238E27FC236}">
                  <a16:creationId xmlns:a16="http://schemas.microsoft.com/office/drawing/2014/main" id="{B39817A3-C147-9E6A-E678-549BEFFADE24}"/>
                </a:ext>
              </a:extLst>
            </p:cNvPr>
            <p:cNvSpPr>
              <a:spLocks/>
            </p:cNvSpPr>
            <p:nvPr/>
          </p:nvSpPr>
          <p:spPr bwMode="auto">
            <a:xfrm>
              <a:off x="2487613" y="2284413"/>
              <a:ext cx="85725" cy="533400"/>
            </a:xfrm>
            <a:custGeom>
              <a:avLst/>
              <a:gdLst>
                <a:gd name="T0" fmla="*/ 2147483646 w 22"/>
                <a:gd name="T1" fmla="*/ 2147483646 h 136"/>
                <a:gd name="T2" fmla="*/ 2147483646 w 22"/>
                <a:gd name="T3" fmla="*/ 2147483646 h 136"/>
                <a:gd name="T4" fmla="*/ 0 w 22"/>
                <a:gd name="T5" fmla="*/ 0 h 136"/>
                <a:gd name="T6" fmla="*/ 0 w 22"/>
                <a:gd name="T7" fmla="*/ 2147483646 h 136"/>
                <a:gd name="T8" fmla="*/ 2147483646 w 22"/>
                <a:gd name="T9" fmla="*/ 2147483646 h 136"/>
                <a:gd name="T10" fmla="*/ 2147483646 w 22"/>
                <a:gd name="T11" fmla="*/ 2147483646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7" name="Freeform 12">
              <a:extLst>
                <a:ext uri="{FF2B5EF4-FFF2-40B4-BE49-F238E27FC236}">
                  <a16:creationId xmlns:a16="http://schemas.microsoft.com/office/drawing/2014/main" id="{F1BFC8BB-4AF6-ABD4-0728-9BF230348016}"/>
                </a:ext>
              </a:extLst>
            </p:cNvPr>
            <p:cNvSpPr>
              <a:spLocks/>
            </p:cNvSpPr>
            <p:nvPr/>
          </p:nvSpPr>
          <p:spPr bwMode="auto">
            <a:xfrm>
              <a:off x="2597151" y="2779713"/>
              <a:ext cx="550863" cy="1978025"/>
            </a:xfrm>
            <a:custGeom>
              <a:avLst/>
              <a:gdLst>
                <a:gd name="T0" fmla="*/ 2147483646 w 140"/>
                <a:gd name="T1" fmla="*/ 2147483646 h 504"/>
                <a:gd name="T2" fmla="*/ 2147483646 w 140"/>
                <a:gd name="T3" fmla="*/ 2147483646 h 504"/>
                <a:gd name="T4" fmla="*/ 2147483646 w 140"/>
                <a:gd name="T5" fmla="*/ 2147483646 h 504"/>
                <a:gd name="T6" fmla="*/ 2147483646 w 140"/>
                <a:gd name="T7" fmla="*/ 2147483646 h 504"/>
                <a:gd name="T8" fmla="*/ 0 w 140"/>
                <a:gd name="T9" fmla="*/ 0 h 504"/>
                <a:gd name="T10" fmla="*/ 2147483646 w 140"/>
                <a:gd name="T11" fmla="*/ 2147483646 h 504"/>
                <a:gd name="T12" fmla="*/ 2147483646 w 140"/>
                <a:gd name="T13" fmla="*/ 2147483646 h 50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8" name="Freeform 13">
              <a:extLst>
                <a:ext uri="{FF2B5EF4-FFF2-40B4-BE49-F238E27FC236}">
                  <a16:creationId xmlns:a16="http://schemas.microsoft.com/office/drawing/2014/main" id="{84AFFBA0-1E12-122D-65A3-C2B8E49C75B9}"/>
                </a:ext>
              </a:extLst>
            </p:cNvPr>
            <p:cNvSpPr>
              <a:spLocks/>
            </p:cNvSpPr>
            <p:nvPr/>
          </p:nvSpPr>
          <p:spPr bwMode="auto">
            <a:xfrm>
              <a:off x="3175001" y="4730750"/>
              <a:ext cx="519113" cy="1209675"/>
            </a:xfrm>
            <a:custGeom>
              <a:avLst/>
              <a:gdLst>
                <a:gd name="T0" fmla="*/ 2147483646 w 132"/>
                <a:gd name="T1" fmla="*/ 2147483646 h 308"/>
                <a:gd name="T2" fmla="*/ 0 w 132"/>
                <a:gd name="T3" fmla="*/ 0 h 308"/>
                <a:gd name="T4" fmla="*/ 0 w 132"/>
                <a:gd name="T5" fmla="*/ 2147483646 h 308"/>
                <a:gd name="T6" fmla="*/ 2147483646 w 132"/>
                <a:gd name="T7" fmla="*/ 2147483646 h 308"/>
                <a:gd name="T8" fmla="*/ 2147483646 w 132"/>
                <a:gd name="T9" fmla="*/ 2147483646 h 308"/>
                <a:gd name="T10" fmla="*/ 2147483646 w 132"/>
                <a:gd name="T11" fmla="*/ 2147483646 h 308"/>
                <a:gd name="T12" fmla="*/ 2147483646 w 132"/>
                <a:gd name="T13" fmla="*/ 2147483646 h 308"/>
                <a:gd name="T14" fmla="*/ 2147483646 w 132"/>
                <a:gd name="T15" fmla="*/ 2147483646 h 3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9" name="Freeform 14">
              <a:extLst>
                <a:ext uri="{FF2B5EF4-FFF2-40B4-BE49-F238E27FC236}">
                  <a16:creationId xmlns:a16="http://schemas.microsoft.com/office/drawing/2014/main" id="{1C88EB8A-367A-6C63-3DA4-148A07A1FD7C}"/>
                </a:ext>
              </a:extLst>
            </p:cNvPr>
            <p:cNvSpPr>
              <a:spLocks/>
            </p:cNvSpPr>
            <p:nvPr/>
          </p:nvSpPr>
          <p:spPr bwMode="auto">
            <a:xfrm>
              <a:off x="3305176" y="5630863"/>
              <a:ext cx="146050" cy="309563"/>
            </a:xfrm>
            <a:custGeom>
              <a:avLst/>
              <a:gdLst>
                <a:gd name="T0" fmla="*/ 2147483646 w 37"/>
                <a:gd name="T1" fmla="*/ 2147483646 h 79"/>
                <a:gd name="T2" fmla="*/ 2147483646 w 37"/>
                <a:gd name="T3" fmla="*/ 2147483646 h 79"/>
                <a:gd name="T4" fmla="*/ 0 w 37"/>
                <a:gd name="T5" fmla="*/ 0 h 79"/>
                <a:gd name="T6" fmla="*/ 2147483646 w 37"/>
                <a:gd name="T7" fmla="*/ 2147483646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50" name="Freeform 15">
              <a:extLst>
                <a:ext uri="{FF2B5EF4-FFF2-40B4-BE49-F238E27FC236}">
                  <a16:creationId xmlns:a16="http://schemas.microsoft.com/office/drawing/2014/main" id="{821DE5F3-3E3F-872E-0795-CFCFB07DBC19}"/>
                </a:ext>
              </a:extLst>
            </p:cNvPr>
            <p:cNvSpPr>
              <a:spLocks/>
            </p:cNvSpPr>
            <p:nvPr/>
          </p:nvSpPr>
          <p:spPr bwMode="auto">
            <a:xfrm>
              <a:off x="2573338" y="2817813"/>
              <a:ext cx="700088" cy="2835275"/>
            </a:xfrm>
            <a:custGeom>
              <a:avLst/>
              <a:gdLst>
                <a:gd name="T0" fmla="*/ 2147483646 w 178"/>
                <a:gd name="T1" fmla="*/ 2147483646 h 722"/>
                <a:gd name="T2" fmla="*/ 2147483646 w 178"/>
                <a:gd name="T3" fmla="*/ 2147483646 h 722"/>
                <a:gd name="T4" fmla="*/ 2147483646 w 178"/>
                <a:gd name="T5" fmla="*/ 2147483646 h 722"/>
                <a:gd name="T6" fmla="*/ 2147483646 w 178"/>
                <a:gd name="T7" fmla="*/ 2147483646 h 722"/>
                <a:gd name="T8" fmla="*/ 0 w 178"/>
                <a:gd name="T9" fmla="*/ 0 h 722"/>
                <a:gd name="T10" fmla="*/ 2147483646 w 178"/>
                <a:gd name="T11" fmla="*/ 2147483646 h 722"/>
                <a:gd name="T12" fmla="*/ 2147483646 w 178"/>
                <a:gd name="T13" fmla="*/ 2147483646 h 722"/>
                <a:gd name="T14" fmla="*/ 2147483646 w 178"/>
                <a:gd name="T15" fmla="*/ 2147483646 h 722"/>
                <a:gd name="T16" fmla="*/ 2147483646 w 178"/>
                <a:gd name="T17" fmla="*/ 2147483646 h 722"/>
                <a:gd name="T18" fmla="*/ 2147483646 w 178"/>
                <a:gd name="T19" fmla="*/ 2147483646 h 722"/>
                <a:gd name="T20" fmla="*/ 2147483646 w 178"/>
                <a:gd name="T21" fmla="*/ 2147483646 h 7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51" name="Freeform 16">
              <a:extLst>
                <a:ext uri="{FF2B5EF4-FFF2-40B4-BE49-F238E27FC236}">
                  <a16:creationId xmlns:a16="http://schemas.microsoft.com/office/drawing/2014/main" id="{E550F37B-23E4-1660-62A2-A80E8F4BDF3C}"/>
                </a:ext>
              </a:extLst>
            </p:cNvPr>
            <p:cNvSpPr>
              <a:spLocks/>
            </p:cNvSpPr>
            <p:nvPr/>
          </p:nvSpPr>
          <p:spPr bwMode="auto">
            <a:xfrm>
              <a:off x="2506663" y="285750"/>
              <a:ext cx="90488" cy="2493963"/>
            </a:xfrm>
            <a:custGeom>
              <a:avLst/>
              <a:gdLst>
                <a:gd name="T0" fmla="*/ 2147483646 w 23"/>
                <a:gd name="T1" fmla="*/ 2147483646 h 635"/>
                <a:gd name="T2" fmla="*/ 2147483646 w 23"/>
                <a:gd name="T3" fmla="*/ 2147483646 h 635"/>
                <a:gd name="T4" fmla="*/ 2147483646 w 23"/>
                <a:gd name="T5" fmla="*/ 2147483646 h 635"/>
                <a:gd name="T6" fmla="*/ 2147483646 w 23"/>
                <a:gd name="T7" fmla="*/ 2147483646 h 635"/>
                <a:gd name="T8" fmla="*/ 2147483646 w 23"/>
                <a:gd name="T9" fmla="*/ 2147483646 h 635"/>
                <a:gd name="T10" fmla="*/ 2147483646 w 23"/>
                <a:gd name="T11" fmla="*/ 2147483646 h 635"/>
                <a:gd name="T12" fmla="*/ 2147483646 w 23"/>
                <a:gd name="T13" fmla="*/ 0 h 635"/>
                <a:gd name="T14" fmla="*/ 2147483646 w 23"/>
                <a:gd name="T15" fmla="*/ 0 h 635"/>
                <a:gd name="T16" fmla="*/ 2147483646 w 23"/>
                <a:gd name="T17" fmla="*/ 2147483646 h 635"/>
                <a:gd name="T18" fmla="*/ 2147483646 w 23"/>
                <a:gd name="T19" fmla="*/ 2147483646 h 6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52" name="Freeform 17">
              <a:extLst>
                <a:ext uri="{FF2B5EF4-FFF2-40B4-BE49-F238E27FC236}">
                  <a16:creationId xmlns:a16="http://schemas.microsoft.com/office/drawing/2014/main" id="{E5106D16-F771-D205-33B6-B8C5BF37B14B}"/>
                </a:ext>
              </a:extLst>
            </p:cNvPr>
            <p:cNvSpPr>
              <a:spLocks/>
            </p:cNvSpPr>
            <p:nvPr/>
          </p:nvSpPr>
          <p:spPr bwMode="auto">
            <a:xfrm>
              <a:off x="2554288" y="2598738"/>
              <a:ext cx="66675" cy="420688"/>
            </a:xfrm>
            <a:custGeom>
              <a:avLst/>
              <a:gdLst>
                <a:gd name="T0" fmla="*/ 0 w 17"/>
                <a:gd name="T1" fmla="*/ 0 h 107"/>
                <a:gd name="T2" fmla="*/ 2147483646 w 17"/>
                <a:gd name="T3" fmla="*/ 2147483646 h 107"/>
                <a:gd name="T4" fmla="*/ 2147483646 w 17"/>
                <a:gd name="T5" fmla="*/ 2147483646 h 107"/>
                <a:gd name="T6" fmla="*/ 2147483646 w 17"/>
                <a:gd name="T7" fmla="*/ 2147483646 h 107"/>
                <a:gd name="T8" fmla="*/ 2147483646 w 17"/>
                <a:gd name="T9" fmla="*/ 2147483646 h 107"/>
                <a:gd name="T10" fmla="*/ 0 w 17"/>
                <a:gd name="T11" fmla="*/ 0 h 10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53" name="Freeform 18">
              <a:extLst>
                <a:ext uri="{FF2B5EF4-FFF2-40B4-BE49-F238E27FC236}">
                  <a16:creationId xmlns:a16="http://schemas.microsoft.com/office/drawing/2014/main" id="{074F19C5-584C-3068-7F64-0CDD6F09C32E}"/>
                </a:ext>
              </a:extLst>
            </p:cNvPr>
            <p:cNvSpPr>
              <a:spLocks/>
            </p:cNvSpPr>
            <p:nvPr/>
          </p:nvSpPr>
          <p:spPr bwMode="auto">
            <a:xfrm>
              <a:off x="3143251" y="4757738"/>
              <a:ext cx="161925" cy="873125"/>
            </a:xfrm>
            <a:custGeom>
              <a:avLst/>
              <a:gdLst>
                <a:gd name="T0" fmla="*/ 0 w 41"/>
                <a:gd name="T1" fmla="*/ 0 h 222"/>
                <a:gd name="T2" fmla="*/ 2147483646 w 41"/>
                <a:gd name="T3" fmla="*/ 2147483646 h 222"/>
                <a:gd name="T4" fmla="*/ 2147483646 w 41"/>
                <a:gd name="T5" fmla="*/ 2147483646 h 222"/>
                <a:gd name="T6" fmla="*/ 2147483646 w 41"/>
                <a:gd name="T7" fmla="*/ 2147483646 h 222"/>
                <a:gd name="T8" fmla="*/ 2147483646 w 41"/>
                <a:gd name="T9" fmla="*/ 2147483646 h 222"/>
                <a:gd name="T10" fmla="*/ 2147483646 w 41"/>
                <a:gd name="T11" fmla="*/ 2147483646 h 222"/>
                <a:gd name="T12" fmla="*/ 2147483646 w 41"/>
                <a:gd name="T13" fmla="*/ 2147483646 h 222"/>
                <a:gd name="T14" fmla="*/ 2147483646 w 41"/>
                <a:gd name="T15" fmla="*/ 2147483646 h 222"/>
                <a:gd name="T16" fmla="*/ 2147483646 w 41"/>
                <a:gd name="T17" fmla="*/ 2147483646 h 222"/>
                <a:gd name="T18" fmla="*/ 0 w 41"/>
                <a:gd name="T19" fmla="*/ 0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54" name="Freeform 19">
              <a:extLst>
                <a:ext uri="{FF2B5EF4-FFF2-40B4-BE49-F238E27FC236}">
                  <a16:creationId xmlns:a16="http://schemas.microsoft.com/office/drawing/2014/main" id="{49FAE38B-0C63-90F5-D0C6-F8DD4EDF545A}"/>
                </a:ext>
              </a:extLst>
            </p:cNvPr>
            <p:cNvSpPr>
              <a:spLocks/>
            </p:cNvSpPr>
            <p:nvPr/>
          </p:nvSpPr>
          <p:spPr bwMode="auto">
            <a:xfrm>
              <a:off x="3148013" y="1282700"/>
              <a:ext cx="1768475" cy="3448050"/>
            </a:xfrm>
            <a:custGeom>
              <a:avLst/>
              <a:gdLst>
                <a:gd name="T0" fmla="*/ 2147483646 w 450"/>
                <a:gd name="T1" fmla="*/ 2147483646 h 878"/>
                <a:gd name="T2" fmla="*/ 2147483646 w 450"/>
                <a:gd name="T3" fmla="*/ 2147483646 h 878"/>
                <a:gd name="T4" fmla="*/ 2147483646 w 450"/>
                <a:gd name="T5" fmla="*/ 2147483646 h 878"/>
                <a:gd name="T6" fmla="*/ 2147483646 w 450"/>
                <a:gd name="T7" fmla="*/ 2147483646 h 878"/>
                <a:gd name="T8" fmla="*/ 2147483646 w 450"/>
                <a:gd name="T9" fmla="*/ 2147483646 h 878"/>
                <a:gd name="T10" fmla="*/ 2147483646 w 450"/>
                <a:gd name="T11" fmla="*/ 2147483646 h 878"/>
                <a:gd name="T12" fmla="*/ 2147483646 w 450"/>
                <a:gd name="T13" fmla="*/ 2147483646 h 878"/>
                <a:gd name="T14" fmla="*/ 2147483646 w 450"/>
                <a:gd name="T15" fmla="*/ 0 h 878"/>
                <a:gd name="T16" fmla="*/ 2147483646 w 450"/>
                <a:gd name="T17" fmla="*/ 2147483646 h 878"/>
                <a:gd name="T18" fmla="*/ 2147483646 w 450"/>
                <a:gd name="T19" fmla="*/ 2147483646 h 878"/>
                <a:gd name="T20" fmla="*/ 2147483646 w 450"/>
                <a:gd name="T21" fmla="*/ 2147483646 h 878"/>
                <a:gd name="T22" fmla="*/ 2147483646 w 450"/>
                <a:gd name="T23" fmla="*/ 2147483646 h 878"/>
                <a:gd name="T24" fmla="*/ 2147483646 w 450"/>
                <a:gd name="T25" fmla="*/ 2147483646 h 878"/>
                <a:gd name="T26" fmla="*/ 0 w 450"/>
                <a:gd name="T27" fmla="*/ 2147483646 h 878"/>
                <a:gd name="T28" fmla="*/ 0 w 450"/>
                <a:gd name="T29" fmla="*/ 2147483646 h 878"/>
                <a:gd name="T30" fmla="*/ 2147483646 w 450"/>
                <a:gd name="T31" fmla="*/ 2147483646 h 878"/>
                <a:gd name="T32" fmla="*/ 2147483646 w 450"/>
                <a:gd name="T33" fmla="*/ 2147483646 h 8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55" name="Freeform 20">
              <a:extLst>
                <a:ext uri="{FF2B5EF4-FFF2-40B4-BE49-F238E27FC236}">
                  <a16:creationId xmlns:a16="http://schemas.microsoft.com/office/drawing/2014/main" id="{AD8C219F-974D-0B51-B215-8715672E03B2}"/>
                </a:ext>
              </a:extLst>
            </p:cNvPr>
            <p:cNvSpPr>
              <a:spLocks/>
            </p:cNvSpPr>
            <p:nvPr/>
          </p:nvSpPr>
          <p:spPr bwMode="auto">
            <a:xfrm>
              <a:off x="3273426" y="5653088"/>
              <a:ext cx="138113" cy="287338"/>
            </a:xfrm>
            <a:custGeom>
              <a:avLst/>
              <a:gdLst>
                <a:gd name="T0" fmla="*/ 0 w 35"/>
                <a:gd name="T1" fmla="*/ 0 h 73"/>
                <a:gd name="T2" fmla="*/ 2147483646 w 35"/>
                <a:gd name="T3" fmla="*/ 2147483646 h 73"/>
                <a:gd name="T4" fmla="*/ 2147483646 w 35"/>
                <a:gd name="T5" fmla="*/ 2147483646 h 73"/>
                <a:gd name="T6" fmla="*/ 0 w 35"/>
                <a:gd name="T7" fmla="*/ 0 h 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56" name="Freeform 21">
              <a:extLst>
                <a:ext uri="{FF2B5EF4-FFF2-40B4-BE49-F238E27FC236}">
                  <a16:creationId xmlns:a16="http://schemas.microsoft.com/office/drawing/2014/main" id="{B94A3BD8-CE27-75B3-A099-5CC15B455AAB}"/>
                </a:ext>
              </a:extLst>
            </p:cNvPr>
            <p:cNvSpPr>
              <a:spLocks/>
            </p:cNvSpPr>
            <p:nvPr/>
          </p:nvSpPr>
          <p:spPr bwMode="auto">
            <a:xfrm>
              <a:off x="3143251" y="4656138"/>
              <a:ext cx="31750" cy="188913"/>
            </a:xfrm>
            <a:custGeom>
              <a:avLst/>
              <a:gdLst>
                <a:gd name="T0" fmla="*/ 2147483646 w 8"/>
                <a:gd name="T1" fmla="*/ 2147483646 h 48"/>
                <a:gd name="T2" fmla="*/ 2147483646 w 8"/>
                <a:gd name="T3" fmla="*/ 2147483646 h 48"/>
                <a:gd name="T4" fmla="*/ 2147483646 w 8"/>
                <a:gd name="T5" fmla="*/ 2147483646 h 48"/>
                <a:gd name="T6" fmla="*/ 2147483646 w 8"/>
                <a:gd name="T7" fmla="*/ 0 h 48"/>
                <a:gd name="T8" fmla="*/ 0 w 8"/>
                <a:gd name="T9" fmla="*/ 2147483646 h 48"/>
                <a:gd name="T10" fmla="*/ 2147483646 w 8"/>
                <a:gd name="T11" fmla="*/ 2147483646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57" name="Freeform 22">
              <a:extLst>
                <a:ext uri="{FF2B5EF4-FFF2-40B4-BE49-F238E27FC236}">
                  <a16:creationId xmlns:a16="http://schemas.microsoft.com/office/drawing/2014/main" id="{24BB6FC5-94E9-266A-5633-0FF170D95B02}"/>
                </a:ext>
              </a:extLst>
            </p:cNvPr>
            <p:cNvSpPr>
              <a:spLocks/>
            </p:cNvSpPr>
            <p:nvPr/>
          </p:nvSpPr>
          <p:spPr bwMode="auto">
            <a:xfrm>
              <a:off x="3211513" y="5410200"/>
              <a:ext cx="203200" cy="530225"/>
            </a:xfrm>
            <a:custGeom>
              <a:avLst/>
              <a:gdLst>
                <a:gd name="T0" fmla="*/ 2147483646 w 52"/>
                <a:gd name="T1" fmla="*/ 2147483646 h 135"/>
                <a:gd name="T2" fmla="*/ 0 w 52"/>
                <a:gd name="T3" fmla="*/ 0 h 135"/>
                <a:gd name="T4" fmla="*/ 2147483646 w 52"/>
                <a:gd name="T5" fmla="*/ 2147483646 h 135"/>
                <a:gd name="T6" fmla="*/ 2147483646 w 52"/>
                <a:gd name="T7" fmla="*/ 2147483646 h 135"/>
                <a:gd name="T8" fmla="*/ 2147483646 w 52"/>
                <a:gd name="T9" fmla="*/ 2147483646 h 135"/>
                <a:gd name="T10" fmla="*/ 2147483646 w 52"/>
                <a:gd name="T11" fmla="*/ 2147483646 h 135"/>
                <a:gd name="T12" fmla="*/ 2147483646 w 52"/>
                <a:gd name="T13" fmla="*/ 2147483646 h 135"/>
                <a:gd name="T14" fmla="*/ 2147483646 w 52"/>
                <a:gd name="T15" fmla="*/ 2147483646 h 1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grpSp>
      <p:grpSp>
        <p:nvGrpSpPr>
          <p:cNvPr id="1027" name="Group 48">
            <a:extLst>
              <a:ext uri="{FF2B5EF4-FFF2-40B4-BE49-F238E27FC236}">
                <a16:creationId xmlns:a16="http://schemas.microsoft.com/office/drawing/2014/main" id="{51099BFE-B9A4-3F3B-E44A-B20684808250}"/>
              </a:ext>
            </a:extLst>
          </p:cNvPr>
          <p:cNvGrpSpPr>
            <a:grpSpLocks/>
          </p:cNvGrpSpPr>
          <p:nvPr/>
        </p:nvGrpSpPr>
        <p:grpSpPr bwMode="auto">
          <a:xfrm>
            <a:off x="27518" y="0"/>
            <a:ext cx="2603500" cy="6853238"/>
            <a:chOff x="6627813" y="195717"/>
            <a:chExt cx="1952625" cy="5678034"/>
          </a:xfrm>
        </p:grpSpPr>
        <p:sp>
          <p:nvSpPr>
            <p:cNvPr id="1034" name="Freeform 27">
              <a:extLst>
                <a:ext uri="{FF2B5EF4-FFF2-40B4-BE49-F238E27FC236}">
                  <a16:creationId xmlns:a16="http://schemas.microsoft.com/office/drawing/2014/main" id="{351F4543-8672-8068-B5DE-D6D6DABA8282}"/>
                </a:ext>
              </a:extLst>
            </p:cNvPr>
            <p:cNvSpPr>
              <a:spLocks/>
            </p:cNvSpPr>
            <p:nvPr/>
          </p:nvSpPr>
          <p:spPr bwMode="auto">
            <a:xfrm>
              <a:off x="6627813" y="195717"/>
              <a:ext cx="409575" cy="3646488"/>
            </a:xfrm>
            <a:custGeom>
              <a:avLst/>
              <a:gdLst>
                <a:gd name="T0" fmla="*/ 2147483646 w 103"/>
                <a:gd name="T1" fmla="*/ 2147483646 h 920"/>
                <a:gd name="T2" fmla="*/ 2147483646 w 103"/>
                <a:gd name="T3" fmla="*/ 2147483646 h 920"/>
                <a:gd name="T4" fmla="*/ 2147483646 w 103"/>
                <a:gd name="T5" fmla="*/ 2147483646 h 920"/>
                <a:gd name="T6" fmla="*/ 2147483646 w 103"/>
                <a:gd name="T7" fmla="*/ 2147483646 h 920"/>
                <a:gd name="T8" fmla="*/ 2147483646 w 103"/>
                <a:gd name="T9" fmla="*/ 2147483646 h 920"/>
                <a:gd name="T10" fmla="*/ 2147483646 w 103"/>
                <a:gd name="T11" fmla="*/ 2147483646 h 920"/>
                <a:gd name="T12" fmla="*/ 2147483646 w 103"/>
                <a:gd name="T13" fmla="*/ 2147483646 h 920"/>
                <a:gd name="T14" fmla="*/ 2147483646 w 103"/>
                <a:gd name="T15" fmla="*/ 2147483646 h 920"/>
                <a:gd name="T16" fmla="*/ 2147483646 w 103"/>
                <a:gd name="T17" fmla="*/ 2147483646 h 920"/>
                <a:gd name="T18" fmla="*/ 2147483646 w 103"/>
                <a:gd name="T19" fmla="*/ 2147483646 h 920"/>
                <a:gd name="T20" fmla="*/ 2147483646 w 103"/>
                <a:gd name="T21" fmla="*/ 2147483646 h 920"/>
                <a:gd name="T22" fmla="*/ 2147483646 w 103"/>
                <a:gd name="T23" fmla="*/ 0 h 920"/>
                <a:gd name="T24" fmla="*/ 0 w 103"/>
                <a:gd name="T25" fmla="*/ 0 h 920"/>
                <a:gd name="T26" fmla="*/ 2147483646 w 103"/>
                <a:gd name="T27" fmla="*/ 2147483646 h 920"/>
                <a:gd name="T28" fmla="*/ 2147483646 w 103"/>
                <a:gd name="T29" fmla="*/ 2147483646 h 9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35" name="Freeform 28">
              <a:extLst>
                <a:ext uri="{FF2B5EF4-FFF2-40B4-BE49-F238E27FC236}">
                  <a16:creationId xmlns:a16="http://schemas.microsoft.com/office/drawing/2014/main" id="{1132A850-710A-9E52-4EF1-13BD98574DCB}"/>
                </a:ext>
              </a:extLst>
            </p:cNvPr>
            <p:cNvSpPr>
              <a:spLocks/>
            </p:cNvSpPr>
            <p:nvPr/>
          </p:nvSpPr>
          <p:spPr bwMode="auto">
            <a:xfrm>
              <a:off x="7061201" y="3771900"/>
              <a:ext cx="350838" cy="1309688"/>
            </a:xfrm>
            <a:custGeom>
              <a:avLst/>
              <a:gdLst>
                <a:gd name="T0" fmla="*/ 2147483646 w 88"/>
                <a:gd name="T1" fmla="*/ 2147483646 h 330"/>
                <a:gd name="T2" fmla="*/ 2147483646 w 88"/>
                <a:gd name="T3" fmla="*/ 2147483646 h 330"/>
                <a:gd name="T4" fmla="*/ 2147483646 w 88"/>
                <a:gd name="T5" fmla="*/ 2147483646 h 330"/>
                <a:gd name="T6" fmla="*/ 2147483646 w 88"/>
                <a:gd name="T7" fmla="*/ 2147483646 h 330"/>
                <a:gd name="T8" fmla="*/ 2147483646 w 88"/>
                <a:gd name="T9" fmla="*/ 2147483646 h 330"/>
                <a:gd name="T10" fmla="*/ 0 w 88"/>
                <a:gd name="T11" fmla="*/ 0 h 330"/>
                <a:gd name="T12" fmla="*/ 2147483646 w 88"/>
                <a:gd name="T13" fmla="*/ 2147483646 h 330"/>
                <a:gd name="T14" fmla="*/ 2147483646 w 88"/>
                <a:gd name="T15" fmla="*/ 2147483646 h 3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36" name="Freeform 29">
              <a:extLst>
                <a:ext uri="{FF2B5EF4-FFF2-40B4-BE49-F238E27FC236}">
                  <a16:creationId xmlns:a16="http://schemas.microsoft.com/office/drawing/2014/main" id="{D8DD8C19-87DE-CF00-9428-0419B68B8C70}"/>
                </a:ext>
              </a:extLst>
            </p:cNvPr>
            <p:cNvSpPr>
              <a:spLocks/>
            </p:cNvSpPr>
            <p:nvPr/>
          </p:nvSpPr>
          <p:spPr bwMode="auto">
            <a:xfrm>
              <a:off x="7439026" y="5053013"/>
              <a:ext cx="357188" cy="820738"/>
            </a:xfrm>
            <a:custGeom>
              <a:avLst/>
              <a:gdLst>
                <a:gd name="T0" fmla="*/ 2147483646 w 90"/>
                <a:gd name="T1" fmla="*/ 2147483646 h 207"/>
                <a:gd name="T2" fmla="*/ 0 w 90"/>
                <a:gd name="T3" fmla="*/ 0 h 207"/>
                <a:gd name="T4" fmla="*/ 2147483646 w 90"/>
                <a:gd name="T5" fmla="*/ 2147483646 h 207"/>
                <a:gd name="T6" fmla="*/ 2147483646 w 90"/>
                <a:gd name="T7" fmla="*/ 2147483646 h 207"/>
                <a:gd name="T8" fmla="*/ 2147483646 w 90"/>
                <a:gd name="T9" fmla="*/ 2147483646 h 207"/>
                <a:gd name="T10" fmla="*/ 2147483646 w 90"/>
                <a:gd name="T11" fmla="*/ 2147483646 h 207"/>
                <a:gd name="T12" fmla="*/ 2147483646 w 90"/>
                <a:gd name="T13" fmla="*/ 2147483646 h 207"/>
                <a:gd name="T14" fmla="*/ 2147483646 w 90"/>
                <a:gd name="T15" fmla="*/ 2147483646 h 20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37" name="Freeform 30">
              <a:extLst>
                <a:ext uri="{FF2B5EF4-FFF2-40B4-BE49-F238E27FC236}">
                  <a16:creationId xmlns:a16="http://schemas.microsoft.com/office/drawing/2014/main" id="{67861F30-1356-9696-79B1-FD60A413F580}"/>
                </a:ext>
              </a:extLst>
            </p:cNvPr>
            <p:cNvSpPr>
              <a:spLocks/>
            </p:cNvSpPr>
            <p:nvPr/>
          </p:nvSpPr>
          <p:spPr bwMode="auto">
            <a:xfrm>
              <a:off x="7037388" y="3811588"/>
              <a:ext cx="457200" cy="1852613"/>
            </a:xfrm>
            <a:custGeom>
              <a:avLst/>
              <a:gdLst>
                <a:gd name="T0" fmla="*/ 2147483646 w 115"/>
                <a:gd name="T1" fmla="*/ 2147483646 h 467"/>
                <a:gd name="T2" fmla="*/ 2147483646 w 115"/>
                <a:gd name="T3" fmla="*/ 2147483646 h 467"/>
                <a:gd name="T4" fmla="*/ 2147483646 w 115"/>
                <a:gd name="T5" fmla="*/ 2147483646 h 467"/>
                <a:gd name="T6" fmla="*/ 2147483646 w 115"/>
                <a:gd name="T7" fmla="*/ 2147483646 h 467"/>
                <a:gd name="T8" fmla="*/ 0 w 115"/>
                <a:gd name="T9" fmla="*/ 0 h 467"/>
                <a:gd name="T10" fmla="*/ 2147483646 w 115"/>
                <a:gd name="T11" fmla="*/ 2147483646 h 467"/>
                <a:gd name="T12" fmla="*/ 2147483646 w 115"/>
                <a:gd name="T13" fmla="*/ 2147483646 h 467"/>
                <a:gd name="T14" fmla="*/ 2147483646 w 115"/>
                <a:gd name="T15" fmla="*/ 2147483646 h 467"/>
                <a:gd name="T16" fmla="*/ 2147483646 w 115"/>
                <a:gd name="T17" fmla="*/ 2147483646 h 467"/>
                <a:gd name="T18" fmla="*/ 2147483646 w 115"/>
                <a:gd name="T19" fmla="*/ 2147483646 h 467"/>
                <a:gd name="T20" fmla="*/ 2147483646 w 115"/>
                <a:gd name="T21" fmla="*/ 2147483646 h 4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38" name="Freeform 31">
              <a:extLst>
                <a:ext uri="{FF2B5EF4-FFF2-40B4-BE49-F238E27FC236}">
                  <a16:creationId xmlns:a16="http://schemas.microsoft.com/office/drawing/2014/main" id="{288935A9-D71A-4B70-5BC5-7410DE702B1D}"/>
                </a:ext>
              </a:extLst>
            </p:cNvPr>
            <p:cNvSpPr>
              <a:spLocks/>
            </p:cNvSpPr>
            <p:nvPr/>
          </p:nvSpPr>
          <p:spPr bwMode="auto">
            <a:xfrm>
              <a:off x="6992938" y="1263650"/>
              <a:ext cx="144463" cy="2508250"/>
            </a:xfrm>
            <a:custGeom>
              <a:avLst/>
              <a:gdLst>
                <a:gd name="T0" fmla="*/ 2147483646 w 36"/>
                <a:gd name="T1" fmla="*/ 2147483646 h 633"/>
                <a:gd name="T2" fmla="*/ 2147483646 w 36"/>
                <a:gd name="T3" fmla="*/ 2147483646 h 633"/>
                <a:gd name="T4" fmla="*/ 2147483646 w 36"/>
                <a:gd name="T5" fmla="*/ 2147483646 h 633"/>
                <a:gd name="T6" fmla="*/ 2147483646 w 36"/>
                <a:gd name="T7" fmla="*/ 2147483646 h 633"/>
                <a:gd name="T8" fmla="*/ 2147483646 w 36"/>
                <a:gd name="T9" fmla="*/ 2147483646 h 633"/>
                <a:gd name="T10" fmla="*/ 2147483646 w 36"/>
                <a:gd name="T11" fmla="*/ 0 h 633"/>
                <a:gd name="T12" fmla="*/ 2147483646 w 36"/>
                <a:gd name="T13" fmla="*/ 0 h 633"/>
                <a:gd name="T14" fmla="*/ 2147483646 w 36"/>
                <a:gd name="T15" fmla="*/ 2147483646 h 633"/>
                <a:gd name="T16" fmla="*/ 2147483646 w 36"/>
                <a:gd name="T17" fmla="*/ 2147483646 h 633"/>
                <a:gd name="T18" fmla="*/ 2147483646 w 36"/>
                <a:gd name="T19" fmla="*/ 2147483646 h 633"/>
                <a:gd name="T20" fmla="*/ 2147483646 w 36"/>
                <a:gd name="T21" fmla="*/ 2147483646 h 633"/>
                <a:gd name="T22" fmla="*/ 2147483646 w 36"/>
                <a:gd name="T23" fmla="*/ 2147483646 h 633"/>
                <a:gd name="T24" fmla="*/ 2147483646 w 36"/>
                <a:gd name="T25" fmla="*/ 2147483646 h 6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39" name="Freeform 32">
              <a:extLst>
                <a:ext uri="{FF2B5EF4-FFF2-40B4-BE49-F238E27FC236}">
                  <a16:creationId xmlns:a16="http://schemas.microsoft.com/office/drawing/2014/main" id="{18B9E8B3-6338-A3EE-0A59-2C89EF19C1F3}"/>
                </a:ext>
              </a:extLst>
            </p:cNvPr>
            <p:cNvSpPr>
              <a:spLocks/>
            </p:cNvSpPr>
            <p:nvPr/>
          </p:nvSpPr>
          <p:spPr bwMode="auto">
            <a:xfrm>
              <a:off x="7526338" y="5640388"/>
              <a:ext cx="111125" cy="233363"/>
            </a:xfrm>
            <a:custGeom>
              <a:avLst/>
              <a:gdLst>
                <a:gd name="T0" fmla="*/ 2147483646 w 28"/>
                <a:gd name="T1" fmla="*/ 2147483646 h 59"/>
                <a:gd name="T2" fmla="*/ 2147483646 w 28"/>
                <a:gd name="T3" fmla="*/ 2147483646 h 59"/>
                <a:gd name="T4" fmla="*/ 0 w 28"/>
                <a:gd name="T5" fmla="*/ 0 h 59"/>
                <a:gd name="T6" fmla="*/ 2147483646 w 28"/>
                <a:gd name="T7" fmla="*/ 2147483646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0" name="Freeform 33">
              <a:extLst>
                <a:ext uri="{FF2B5EF4-FFF2-40B4-BE49-F238E27FC236}">
                  <a16:creationId xmlns:a16="http://schemas.microsoft.com/office/drawing/2014/main" id="{DDAB8710-73CD-0AF8-DB5D-8B65CC494D2A}"/>
                </a:ext>
              </a:extLst>
            </p:cNvPr>
            <p:cNvSpPr>
              <a:spLocks/>
            </p:cNvSpPr>
            <p:nvPr/>
          </p:nvSpPr>
          <p:spPr bwMode="auto">
            <a:xfrm>
              <a:off x="7021513" y="3598863"/>
              <a:ext cx="68263" cy="423863"/>
            </a:xfrm>
            <a:custGeom>
              <a:avLst/>
              <a:gdLst>
                <a:gd name="T0" fmla="*/ 2147483646 w 17"/>
                <a:gd name="T1" fmla="*/ 2147483646 h 107"/>
                <a:gd name="T2" fmla="*/ 2147483646 w 17"/>
                <a:gd name="T3" fmla="*/ 2147483646 h 107"/>
                <a:gd name="T4" fmla="*/ 2147483646 w 17"/>
                <a:gd name="T5" fmla="*/ 2147483646 h 107"/>
                <a:gd name="T6" fmla="*/ 2147483646 w 17"/>
                <a:gd name="T7" fmla="*/ 2147483646 h 107"/>
                <a:gd name="T8" fmla="*/ 0 w 17"/>
                <a:gd name="T9" fmla="*/ 0 h 107"/>
                <a:gd name="T10" fmla="*/ 0 w 17"/>
                <a:gd name="T11" fmla="*/ 2147483646 h 107"/>
                <a:gd name="T12" fmla="*/ 2147483646 w 17"/>
                <a:gd name="T13" fmla="*/ 2147483646 h 10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1" name="Freeform 34">
              <a:extLst>
                <a:ext uri="{FF2B5EF4-FFF2-40B4-BE49-F238E27FC236}">
                  <a16:creationId xmlns:a16="http://schemas.microsoft.com/office/drawing/2014/main" id="{9E323204-80C9-2880-7920-4147A6B45300}"/>
                </a:ext>
              </a:extLst>
            </p:cNvPr>
            <p:cNvSpPr>
              <a:spLocks/>
            </p:cNvSpPr>
            <p:nvPr/>
          </p:nvSpPr>
          <p:spPr bwMode="auto">
            <a:xfrm>
              <a:off x="7412038" y="2801938"/>
              <a:ext cx="1168400" cy="2251075"/>
            </a:xfrm>
            <a:custGeom>
              <a:avLst/>
              <a:gdLst>
                <a:gd name="T0" fmla="*/ 2147483646 w 294"/>
                <a:gd name="T1" fmla="*/ 2147483646 h 568"/>
                <a:gd name="T2" fmla="*/ 2147483646 w 294"/>
                <a:gd name="T3" fmla="*/ 2147483646 h 568"/>
                <a:gd name="T4" fmla="*/ 2147483646 w 294"/>
                <a:gd name="T5" fmla="*/ 2147483646 h 568"/>
                <a:gd name="T6" fmla="*/ 2147483646 w 294"/>
                <a:gd name="T7" fmla="*/ 2147483646 h 568"/>
                <a:gd name="T8" fmla="*/ 2147483646 w 294"/>
                <a:gd name="T9" fmla="*/ 2147483646 h 568"/>
                <a:gd name="T10" fmla="*/ 2147483646 w 294"/>
                <a:gd name="T11" fmla="*/ 2147483646 h 568"/>
                <a:gd name="T12" fmla="*/ 2147483646 w 294"/>
                <a:gd name="T13" fmla="*/ 0 h 568"/>
                <a:gd name="T14" fmla="*/ 2147483646 w 294"/>
                <a:gd name="T15" fmla="*/ 0 h 568"/>
                <a:gd name="T16" fmla="*/ 2147483646 w 294"/>
                <a:gd name="T17" fmla="*/ 2147483646 h 568"/>
                <a:gd name="T18" fmla="*/ 2147483646 w 294"/>
                <a:gd name="T19" fmla="*/ 2147483646 h 568"/>
                <a:gd name="T20" fmla="*/ 2147483646 w 294"/>
                <a:gd name="T21" fmla="*/ 2147483646 h 568"/>
                <a:gd name="T22" fmla="*/ 2147483646 w 294"/>
                <a:gd name="T23" fmla="*/ 2147483646 h 568"/>
                <a:gd name="T24" fmla="*/ 2147483646 w 294"/>
                <a:gd name="T25" fmla="*/ 2147483646 h 568"/>
                <a:gd name="T26" fmla="*/ 0 w 294"/>
                <a:gd name="T27" fmla="*/ 2147483646 h 568"/>
                <a:gd name="T28" fmla="*/ 2147483646 w 294"/>
                <a:gd name="T29" fmla="*/ 2147483646 h 568"/>
                <a:gd name="T30" fmla="*/ 2147483646 w 294"/>
                <a:gd name="T31" fmla="*/ 2147483646 h 5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2" name="Freeform 35">
              <a:extLst>
                <a:ext uri="{FF2B5EF4-FFF2-40B4-BE49-F238E27FC236}">
                  <a16:creationId xmlns:a16="http://schemas.microsoft.com/office/drawing/2014/main" id="{C142DF96-CAA7-9A28-8356-A5438D90FF95}"/>
                </a:ext>
              </a:extLst>
            </p:cNvPr>
            <p:cNvSpPr>
              <a:spLocks/>
            </p:cNvSpPr>
            <p:nvPr/>
          </p:nvSpPr>
          <p:spPr bwMode="auto">
            <a:xfrm>
              <a:off x="7494588" y="5664200"/>
              <a:ext cx="100013" cy="209550"/>
            </a:xfrm>
            <a:custGeom>
              <a:avLst/>
              <a:gdLst>
                <a:gd name="T0" fmla="*/ 0 w 25"/>
                <a:gd name="T1" fmla="*/ 0 h 53"/>
                <a:gd name="T2" fmla="*/ 2147483646 w 25"/>
                <a:gd name="T3" fmla="*/ 2147483646 h 53"/>
                <a:gd name="T4" fmla="*/ 2147483646 w 25"/>
                <a:gd name="T5" fmla="*/ 2147483646 h 53"/>
                <a:gd name="T6" fmla="*/ 0 w 25"/>
                <a:gd name="T7" fmla="*/ 0 h 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3" name="Freeform 36">
              <a:extLst>
                <a:ext uri="{FF2B5EF4-FFF2-40B4-BE49-F238E27FC236}">
                  <a16:creationId xmlns:a16="http://schemas.microsoft.com/office/drawing/2014/main" id="{CEFE00FF-72E4-35A3-7FE0-D7A784F0F496}"/>
                </a:ext>
              </a:extLst>
            </p:cNvPr>
            <p:cNvSpPr>
              <a:spLocks/>
            </p:cNvSpPr>
            <p:nvPr/>
          </p:nvSpPr>
          <p:spPr bwMode="auto">
            <a:xfrm>
              <a:off x="7412038" y="5081588"/>
              <a:ext cx="114300" cy="558800"/>
            </a:xfrm>
            <a:custGeom>
              <a:avLst/>
              <a:gdLst>
                <a:gd name="T0" fmla="*/ 0 w 29"/>
                <a:gd name="T1" fmla="*/ 0 h 141"/>
                <a:gd name="T2" fmla="*/ 2147483646 w 29"/>
                <a:gd name="T3" fmla="*/ 2147483646 h 141"/>
                <a:gd name="T4" fmla="*/ 2147483646 w 29"/>
                <a:gd name="T5" fmla="*/ 2147483646 h 141"/>
                <a:gd name="T6" fmla="*/ 2147483646 w 29"/>
                <a:gd name="T7" fmla="*/ 2147483646 h 141"/>
                <a:gd name="T8" fmla="*/ 2147483646 w 29"/>
                <a:gd name="T9" fmla="*/ 2147483646 h 141"/>
                <a:gd name="T10" fmla="*/ 2147483646 w 29"/>
                <a:gd name="T11" fmla="*/ 2147483646 h 141"/>
                <a:gd name="T12" fmla="*/ 2147483646 w 29"/>
                <a:gd name="T13" fmla="*/ 2147483646 h 141"/>
                <a:gd name="T14" fmla="*/ 0 w 29"/>
                <a:gd name="T15" fmla="*/ 0 h 1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4" name="Freeform 37">
              <a:extLst>
                <a:ext uri="{FF2B5EF4-FFF2-40B4-BE49-F238E27FC236}">
                  <a16:creationId xmlns:a16="http://schemas.microsoft.com/office/drawing/2014/main" id="{5587A32A-A84D-96A7-FCF6-D2FE9DC08D78}"/>
                </a:ext>
              </a:extLst>
            </p:cNvPr>
            <p:cNvSpPr>
              <a:spLocks/>
            </p:cNvSpPr>
            <p:nvPr/>
          </p:nvSpPr>
          <p:spPr bwMode="auto">
            <a:xfrm>
              <a:off x="7412038" y="4978400"/>
              <a:ext cx="31750" cy="188913"/>
            </a:xfrm>
            <a:custGeom>
              <a:avLst/>
              <a:gdLst>
                <a:gd name="T0" fmla="*/ 0 w 8"/>
                <a:gd name="T1" fmla="*/ 2147483646 h 48"/>
                <a:gd name="T2" fmla="*/ 2147483646 w 8"/>
                <a:gd name="T3" fmla="*/ 2147483646 h 48"/>
                <a:gd name="T4" fmla="*/ 2147483646 w 8"/>
                <a:gd name="T5" fmla="*/ 2147483646 h 48"/>
                <a:gd name="T6" fmla="*/ 2147483646 w 8"/>
                <a:gd name="T7" fmla="*/ 2147483646 h 48"/>
                <a:gd name="T8" fmla="*/ 0 w 8"/>
                <a:gd name="T9" fmla="*/ 0 h 48"/>
                <a:gd name="T10" fmla="*/ 0 w 8"/>
                <a:gd name="T11" fmla="*/ 2147483646 h 48"/>
                <a:gd name="T12" fmla="*/ 0 w 8"/>
                <a:gd name="T13" fmla="*/ 2147483646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sp>
          <p:nvSpPr>
            <p:cNvPr id="1045" name="Freeform 38">
              <a:extLst>
                <a:ext uri="{FF2B5EF4-FFF2-40B4-BE49-F238E27FC236}">
                  <a16:creationId xmlns:a16="http://schemas.microsoft.com/office/drawing/2014/main" id="{A225D01C-A1D5-7AD5-FC64-F7118089CA48}"/>
                </a:ext>
              </a:extLst>
            </p:cNvPr>
            <p:cNvSpPr>
              <a:spLocks/>
            </p:cNvSpPr>
            <p:nvPr/>
          </p:nvSpPr>
          <p:spPr bwMode="auto">
            <a:xfrm>
              <a:off x="7439026" y="5434013"/>
              <a:ext cx="174625" cy="439738"/>
            </a:xfrm>
            <a:custGeom>
              <a:avLst/>
              <a:gdLst>
                <a:gd name="T0" fmla="*/ 2147483646 w 44"/>
                <a:gd name="T1" fmla="*/ 2147483646 h 111"/>
                <a:gd name="T2" fmla="*/ 0 w 44"/>
                <a:gd name="T3" fmla="*/ 0 h 111"/>
                <a:gd name="T4" fmla="*/ 2147483646 w 44"/>
                <a:gd name="T5" fmla="*/ 2147483646 h 111"/>
                <a:gd name="T6" fmla="*/ 2147483646 w 44"/>
                <a:gd name="T7" fmla="*/ 2147483646 h 111"/>
                <a:gd name="T8" fmla="*/ 2147483646 w 44"/>
                <a:gd name="T9" fmla="*/ 2147483646 h 111"/>
                <a:gd name="T10" fmla="*/ 2147483646 w 44"/>
                <a:gd name="T11" fmla="*/ 2147483646 h 111"/>
                <a:gd name="T12" fmla="*/ 2147483646 w 44"/>
                <a:gd name="T13" fmla="*/ 2147483646 h 111"/>
                <a:gd name="T14" fmla="*/ 2147483646 w 44"/>
                <a:gd name="T15" fmla="*/ 2147483646 h 1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1800"/>
            </a:p>
          </p:txBody>
        </p:sp>
      </p:grpSp>
      <p:sp>
        <p:nvSpPr>
          <p:cNvPr id="62" name="Rectangle 61">
            <a:extLst>
              <a:ext uri="{FF2B5EF4-FFF2-40B4-BE49-F238E27FC236}">
                <a16:creationId xmlns:a16="http://schemas.microsoft.com/office/drawing/2014/main" id="{93FCDCF0-39AA-B65A-C17A-9B2911F6E07E}"/>
              </a:ext>
            </a:extLst>
          </p:cNvPr>
          <p:cNvSpPr/>
          <p:nvPr/>
        </p:nvSpPr>
        <p:spPr>
          <a:xfrm>
            <a:off x="1" y="0"/>
            <a:ext cx="243417"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29" name="Title Placeholder 1">
            <a:extLst>
              <a:ext uri="{FF2B5EF4-FFF2-40B4-BE49-F238E27FC236}">
                <a16:creationId xmlns:a16="http://schemas.microsoft.com/office/drawing/2014/main" id="{5C4B3CF3-5EF3-D1BA-44F9-129772B8CFC2}"/>
              </a:ext>
            </a:extLst>
          </p:cNvPr>
          <p:cNvSpPr>
            <a:spLocks noGrp="1" noChangeArrowheads="1"/>
          </p:cNvSpPr>
          <p:nvPr>
            <p:ph type="title"/>
          </p:nvPr>
        </p:nvSpPr>
        <p:spPr bwMode="auto">
          <a:xfrm>
            <a:off x="2592917" y="623888"/>
            <a:ext cx="8786283"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F06C40BF-4201-92DC-65D0-56CA2911CAB1}"/>
              </a:ext>
            </a:extLst>
          </p:cNvPr>
          <p:cNvSpPr>
            <a:spLocks noGrp="1" noChangeArrowheads="1"/>
          </p:cNvSpPr>
          <p:nvPr>
            <p:ph type="body" idx="1"/>
          </p:nvPr>
        </p:nvSpPr>
        <p:spPr bwMode="auto">
          <a:xfrm>
            <a:off x="2590800" y="2133600"/>
            <a:ext cx="8788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33EA9AE-4ECC-E2E0-0B33-9F5D1E3167F2}"/>
              </a:ext>
            </a:extLst>
          </p:cNvPr>
          <p:cNvSpPr>
            <a:spLocks noGrp="1"/>
          </p:cNvSpPr>
          <p:nvPr>
            <p:ph type="dt" sz="half" idx="2"/>
          </p:nvPr>
        </p:nvSpPr>
        <p:spPr>
          <a:xfrm>
            <a:off x="10363201" y="6135689"/>
            <a:ext cx="1022351" cy="369887"/>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defRPr>
            </a:lvl1pPr>
          </a:lstStyle>
          <a:p>
            <a:pPr>
              <a:defRPr/>
            </a:pPr>
            <a:fld id="{E4D3C8BD-D934-4C85-AE2D-CA57AB3B56CF}" type="datetimeFigureOut">
              <a:rPr lang="en-US"/>
              <a:pPr>
                <a:defRPr/>
              </a:pPr>
              <a:t>12/31/2024</a:t>
            </a:fld>
            <a:endParaRPr lang="en-US"/>
          </a:p>
        </p:txBody>
      </p:sp>
      <p:sp>
        <p:nvSpPr>
          <p:cNvPr id="5" name="Footer Placeholder 4">
            <a:extLst>
              <a:ext uri="{FF2B5EF4-FFF2-40B4-BE49-F238E27FC236}">
                <a16:creationId xmlns:a16="http://schemas.microsoft.com/office/drawing/2014/main" id="{181E1973-049B-9D65-21EA-0F2C8C39F37D}"/>
              </a:ext>
            </a:extLst>
          </p:cNvPr>
          <p:cNvSpPr>
            <a:spLocks noGrp="1"/>
          </p:cNvSpPr>
          <p:nvPr>
            <p:ph type="ftr" sz="quarter" idx="3"/>
          </p:nvPr>
        </p:nvSpPr>
        <p:spPr>
          <a:xfrm>
            <a:off x="2590800" y="6135689"/>
            <a:ext cx="7622117"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E36FC10C-7429-AD39-8327-B57BF400564D}"/>
              </a:ext>
            </a:extLst>
          </p:cNvPr>
          <p:cNvSpPr>
            <a:spLocks noGrp="1"/>
          </p:cNvSpPr>
          <p:nvPr>
            <p:ph type="sldNum" sz="quarter" idx="4"/>
          </p:nvPr>
        </p:nvSpPr>
        <p:spPr bwMode="gray">
          <a:xfrm>
            <a:off x="681567" y="787401"/>
            <a:ext cx="781051" cy="365125"/>
          </a:xfrm>
          <a:prstGeom prst="rect">
            <a:avLst/>
          </a:prstGeom>
        </p:spPr>
        <p:txBody>
          <a:bodyPr vert="horz" lIns="91440" tIns="45720" rIns="91440" bIns="45720" rtlCol="0" anchor="ctr"/>
          <a:lstStyle>
            <a:lvl1pPr algn="r" eaLnBrk="1" fontAlgn="auto" hangingPunct="1">
              <a:spcBef>
                <a:spcPts val="0"/>
              </a:spcBef>
              <a:spcAft>
                <a:spcPts val="0"/>
              </a:spcAft>
              <a:defRPr sz="2000">
                <a:solidFill>
                  <a:srgbClr val="FEFFFF"/>
                </a:solidFill>
                <a:latin typeface="+mn-lt"/>
              </a:defRPr>
            </a:lvl1pPr>
          </a:lstStyle>
          <a:p>
            <a:pPr>
              <a:defRPr/>
            </a:pPr>
            <a:fld id="{D80E96F7-DE40-447E-9C59-99265E6C922A}" type="slidenum">
              <a:rPr lang="en-US" altLang="en-US"/>
              <a:pPr>
                <a:defRPr/>
              </a:pPr>
              <a:t>‹#›</a:t>
            </a:fld>
            <a:endParaRPr lang="en-US" altLang="en-US"/>
          </a:p>
        </p:txBody>
      </p:sp>
    </p:spTree>
    <p:extLst>
      <p:ext uri="{BB962C8B-B14F-4D97-AF65-F5344CB8AC3E}">
        <p14:creationId xmlns:p14="http://schemas.microsoft.com/office/powerpoint/2010/main" val="4217559977"/>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ftr="0" dt="0"/>
  <p:txStyles>
    <p:titleStyle>
      <a:lvl1pPr algn="l" defTabSz="457200" rtl="0" eaLnBrk="0" fontAlgn="base" hangingPunct="0">
        <a:spcBef>
          <a:spcPct val="0"/>
        </a:spcBef>
        <a:spcAft>
          <a:spcPct val="0"/>
        </a:spcAft>
        <a:defRPr sz="3600" kern="1200">
          <a:solidFill>
            <a:srgbClr val="262626"/>
          </a:solidFill>
          <a:latin typeface="+mj-lt"/>
          <a:ea typeface="+mj-ea"/>
          <a:cs typeface="+mj-cs"/>
        </a:defRPr>
      </a:lvl1pPr>
      <a:lvl2pPr algn="l" defTabSz="457200" rtl="0" eaLnBrk="0" fontAlgn="base" hangingPunct="0">
        <a:spcBef>
          <a:spcPct val="0"/>
        </a:spcBef>
        <a:spcAft>
          <a:spcPct val="0"/>
        </a:spcAft>
        <a:defRPr sz="3600">
          <a:solidFill>
            <a:srgbClr val="262626"/>
          </a:solidFill>
          <a:latin typeface="Century Gothic" panose="020B0502020202020204" pitchFamily="34" charset="0"/>
        </a:defRPr>
      </a:lvl2pPr>
      <a:lvl3pPr algn="l" defTabSz="457200" rtl="0" eaLnBrk="0" fontAlgn="base" hangingPunct="0">
        <a:spcBef>
          <a:spcPct val="0"/>
        </a:spcBef>
        <a:spcAft>
          <a:spcPct val="0"/>
        </a:spcAft>
        <a:defRPr sz="3600">
          <a:solidFill>
            <a:srgbClr val="262626"/>
          </a:solidFill>
          <a:latin typeface="Century Gothic" panose="020B0502020202020204" pitchFamily="34" charset="0"/>
        </a:defRPr>
      </a:lvl3pPr>
      <a:lvl4pPr algn="l" defTabSz="457200" rtl="0" eaLnBrk="0" fontAlgn="base" hangingPunct="0">
        <a:spcBef>
          <a:spcPct val="0"/>
        </a:spcBef>
        <a:spcAft>
          <a:spcPct val="0"/>
        </a:spcAft>
        <a:defRPr sz="3600">
          <a:solidFill>
            <a:srgbClr val="262626"/>
          </a:solidFill>
          <a:latin typeface="Century Gothic" panose="020B0502020202020204" pitchFamily="34" charset="0"/>
        </a:defRPr>
      </a:lvl4pPr>
      <a:lvl5pPr algn="l" defTabSz="457200" rtl="0" eaLnBrk="0" fontAlgn="base" hangingPunct="0">
        <a:spcBef>
          <a:spcPct val="0"/>
        </a:spcBef>
        <a:spcAft>
          <a:spcPct val="0"/>
        </a:spcAft>
        <a:defRPr sz="3600">
          <a:solidFill>
            <a:srgbClr val="262626"/>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0" fontAlgn="base" hangingPunct="0">
        <a:spcBef>
          <a:spcPts val="1000"/>
        </a:spcBef>
        <a:spcAft>
          <a:spcPct val="0"/>
        </a:spcAft>
        <a:buClr>
          <a:schemeClr val="accent1"/>
        </a:buClr>
        <a:buFont typeface="Wingdings 3" panose="05040102010807070707" pitchFamily="18" charset="2"/>
        <a:buChar char=""/>
        <a:defRPr kern="1200">
          <a:solidFill>
            <a:srgbClr val="404040"/>
          </a:solidFill>
          <a:latin typeface="+mn-lt"/>
          <a:ea typeface="+mn-ea"/>
          <a:cs typeface="+mn-cs"/>
        </a:defRPr>
      </a:lvl1pPr>
      <a:lvl2pPr marL="742950" indent="-285750" algn="l" defTabSz="457200" rtl="0" eaLnBrk="0" fontAlgn="base" hangingPunct="0">
        <a:spcBef>
          <a:spcPts val="1000"/>
        </a:spcBef>
        <a:spcAft>
          <a:spcPct val="0"/>
        </a:spcAft>
        <a:buClr>
          <a:schemeClr val="accent1"/>
        </a:buClr>
        <a:buFont typeface="Wingdings 3" panose="05040102010807070707" pitchFamily="18" charset="2"/>
        <a:buChar char=""/>
        <a:defRPr sz="1600" kern="1200">
          <a:solidFill>
            <a:srgbClr val="404040"/>
          </a:solidFill>
          <a:latin typeface="+mn-lt"/>
          <a:ea typeface="+mn-ea"/>
          <a:cs typeface="+mn-cs"/>
        </a:defRPr>
      </a:lvl2pPr>
      <a:lvl3pPr marL="1143000" indent="-228600" algn="l" defTabSz="457200" rtl="0" eaLnBrk="0" fontAlgn="base" hangingPunct="0">
        <a:spcBef>
          <a:spcPts val="1000"/>
        </a:spcBef>
        <a:spcAft>
          <a:spcPct val="0"/>
        </a:spcAft>
        <a:buClr>
          <a:schemeClr val="accent1"/>
        </a:buClr>
        <a:buFont typeface="Wingdings 3" panose="05040102010807070707" pitchFamily="18" charset="2"/>
        <a:buChar char=""/>
        <a:defRPr sz="1400" kern="1200">
          <a:solidFill>
            <a:srgbClr val="404040"/>
          </a:solidFill>
          <a:latin typeface="+mn-lt"/>
          <a:ea typeface="+mn-ea"/>
          <a:cs typeface="+mn-cs"/>
        </a:defRPr>
      </a:lvl3pPr>
      <a:lvl4pPr marL="1600200" indent="-228600" algn="l" defTabSz="457200" rtl="0" eaLnBrk="0" fontAlgn="base" hangingPunct="0">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4pPr>
      <a:lvl5pPr marL="2057400" indent="-228600" algn="l" defTabSz="457200" rtl="0" eaLnBrk="0" fontAlgn="base" hangingPunct="0">
        <a:spcBef>
          <a:spcPts val="1000"/>
        </a:spcBef>
        <a:spcAft>
          <a:spcPct val="0"/>
        </a:spcAft>
        <a:buClr>
          <a:schemeClr val="accent1"/>
        </a:buClr>
        <a:buFont typeface="Wingdings 3" panose="05040102010807070707"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58658-C7D7-A61F-B307-E12CDED1CD44}"/>
              </a:ext>
            </a:extLst>
          </p:cNvPr>
          <p:cNvSpPr>
            <a:spLocks noGrp="1"/>
          </p:cNvSpPr>
          <p:nvPr>
            <p:ph type="ctrTitle"/>
          </p:nvPr>
        </p:nvSpPr>
        <p:spPr/>
        <p:txBody>
          <a:bodyPr/>
          <a:lstStyle/>
          <a:p>
            <a:r>
              <a:rPr lang="en-US" dirty="0"/>
              <a:t>A First Sample Program</a:t>
            </a:r>
          </a:p>
        </p:txBody>
      </p:sp>
      <p:sp>
        <p:nvSpPr>
          <p:cNvPr id="3" name="Subtitle 2">
            <a:extLst>
              <a:ext uri="{FF2B5EF4-FFF2-40B4-BE49-F238E27FC236}">
                <a16:creationId xmlns:a16="http://schemas.microsoft.com/office/drawing/2014/main" id="{2BE1EB66-E8DD-74D9-5830-037C7DC8B3D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6366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A50E1-EC6D-FB1A-0FAC-F305B3E1E42A}"/>
              </a:ext>
            </a:extLst>
          </p:cNvPr>
          <p:cNvSpPr>
            <a:spLocks noGrp="1"/>
          </p:cNvSpPr>
          <p:nvPr>
            <p:ph type="title"/>
          </p:nvPr>
        </p:nvSpPr>
        <p:spPr/>
        <p:txBody>
          <a:bodyPr/>
          <a:lstStyle/>
          <a:p>
            <a:r>
              <a:rPr lang="en-US" dirty="0"/>
              <a:t>First Step – Make sure your tools are there</a:t>
            </a:r>
          </a:p>
        </p:txBody>
      </p:sp>
      <p:sp>
        <p:nvSpPr>
          <p:cNvPr id="3" name="Content Placeholder 2">
            <a:extLst>
              <a:ext uri="{FF2B5EF4-FFF2-40B4-BE49-F238E27FC236}">
                <a16:creationId xmlns:a16="http://schemas.microsoft.com/office/drawing/2014/main" id="{9D6B21DA-0BA9-168D-E146-56D6C53558E9}"/>
              </a:ext>
            </a:extLst>
          </p:cNvPr>
          <p:cNvSpPr>
            <a:spLocks noGrp="1"/>
          </p:cNvSpPr>
          <p:nvPr>
            <p:ph idx="1"/>
          </p:nvPr>
        </p:nvSpPr>
        <p:spPr>
          <a:xfrm>
            <a:off x="2579687" y="1587814"/>
            <a:ext cx="8915400" cy="2727011"/>
          </a:xfrm>
        </p:spPr>
        <p:txBody>
          <a:bodyPr>
            <a:normAutofit/>
          </a:bodyPr>
          <a:lstStyle/>
          <a:p>
            <a:pPr>
              <a:buFont typeface="+mj-lt"/>
              <a:buAutoNum type="arabicPeriod"/>
            </a:pPr>
            <a:r>
              <a:rPr lang="en-US" sz="2400" dirty="0"/>
              <a:t>Download and install the OpenJDK 23.</a:t>
            </a:r>
          </a:p>
          <a:p>
            <a:pPr>
              <a:buFont typeface="+mj-lt"/>
              <a:buAutoNum type="arabicPeriod"/>
            </a:pPr>
            <a:r>
              <a:rPr lang="en-US" sz="2400" dirty="0"/>
              <a:t>Set the Environment variable and path for  </a:t>
            </a:r>
            <a:r>
              <a:rPr lang="en-US" sz="2400"/>
              <a:t>Open JDK23.</a:t>
            </a:r>
            <a:endParaRPr lang="en-US" sz="2400" dirty="0"/>
          </a:p>
          <a:p>
            <a:pPr>
              <a:buFont typeface="+mj-lt"/>
              <a:buAutoNum type="arabicPeriod"/>
            </a:pPr>
            <a:r>
              <a:rPr lang="en-US" sz="2400" dirty="0"/>
              <a:t>Download and install Notepad++.</a:t>
            </a:r>
          </a:p>
          <a:p>
            <a:pPr>
              <a:buFont typeface="+mj-lt"/>
              <a:buAutoNum type="arabicPeriod"/>
            </a:pPr>
            <a:r>
              <a:rPr lang="en-US" sz="2400" dirty="0"/>
              <a:t>Type </a:t>
            </a:r>
            <a:r>
              <a:rPr lang="en-US" sz="2400" dirty="0" err="1"/>
              <a:t>cmd</a:t>
            </a:r>
            <a:r>
              <a:rPr lang="en-US" sz="2400" dirty="0"/>
              <a:t> in the Search  window of your computer to get a command prompt.  Type java –version. Check what you get against this example:</a:t>
            </a:r>
          </a:p>
          <a:p>
            <a:pPr>
              <a:buFont typeface="+mj-lt"/>
              <a:buAutoNum type="arabicPeriod"/>
            </a:pPr>
            <a:endParaRPr lang="en-US" sz="2400" dirty="0"/>
          </a:p>
          <a:p>
            <a:pPr>
              <a:buFont typeface="+mj-lt"/>
              <a:buAutoNum type="arabicPeriod"/>
            </a:pPr>
            <a:endParaRPr lang="en-US" sz="2400" dirty="0"/>
          </a:p>
          <a:p>
            <a:pPr>
              <a:buFont typeface="+mj-lt"/>
              <a:buAutoNum type="arabicPeriod"/>
            </a:pPr>
            <a:endParaRPr lang="en-US" sz="2400" dirty="0"/>
          </a:p>
          <a:p>
            <a:pPr>
              <a:buFont typeface="+mj-lt"/>
              <a:buAutoNum type="arabicPeriod"/>
            </a:pPr>
            <a:endParaRPr lang="en-US" sz="2400" dirty="0"/>
          </a:p>
          <a:p>
            <a:pPr lvl="1"/>
            <a:endParaRPr lang="en-US" sz="2400" dirty="0"/>
          </a:p>
          <a:p>
            <a:pPr marL="0" indent="0">
              <a:buNone/>
            </a:pPr>
            <a:endParaRPr lang="en-US" sz="2400" dirty="0"/>
          </a:p>
        </p:txBody>
      </p:sp>
      <p:pic>
        <p:nvPicPr>
          <p:cNvPr id="11" name="Picture 10">
            <a:extLst>
              <a:ext uri="{FF2B5EF4-FFF2-40B4-BE49-F238E27FC236}">
                <a16:creationId xmlns:a16="http://schemas.microsoft.com/office/drawing/2014/main" id="{966C5434-A67B-1114-C0BD-2DBFCDDA723D}"/>
              </a:ext>
            </a:extLst>
          </p:cNvPr>
          <p:cNvPicPr>
            <a:picLocks noChangeAspect="1"/>
          </p:cNvPicPr>
          <p:nvPr/>
        </p:nvPicPr>
        <p:blipFill>
          <a:blip r:embed="rId2"/>
          <a:stretch>
            <a:fillRect/>
          </a:stretch>
        </p:blipFill>
        <p:spPr>
          <a:xfrm>
            <a:off x="3380967" y="4452466"/>
            <a:ext cx="5849166" cy="1781424"/>
          </a:xfrm>
          <a:prstGeom prst="rect">
            <a:avLst/>
          </a:prstGeom>
        </p:spPr>
      </p:pic>
    </p:spTree>
    <p:extLst>
      <p:ext uri="{BB962C8B-B14F-4D97-AF65-F5344CB8AC3E}">
        <p14:creationId xmlns:p14="http://schemas.microsoft.com/office/powerpoint/2010/main" val="3213130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3AD06-BBE1-1AB1-5F41-512E1C20BBAD}"/>
              </a:ext>
            </a:extLst>
          </p:cNvPr>
          <p:cNvSpPr>
            <a:spLocks noGrp="1"/>
          </p:cNvSpPr>
          <p:nvPr>
            <p:ph type="title"/>
          </p:nvPr>
        </p:nvSpPr>
        <p:spPr/>
        <p:txBody>
          <a:bodyPr/>
          <a:lstStyle/>
          <a:p>
            <a:pPr algn="ctr"/>
            <a:r>
              <a:rPr lang="en-US" b="1" dirty="0"/>
              <a:t>Java Source Files</a:t>
            </a:r>
          </a:p>
        </p:txBody>
      </p:sp>
      <p:sp>
        <p:nvSpPr>
          <p:cNvPr id="3" name="Content Placeholder 2">
            <a:extLst>
              <a:ext uri="{FF2B5EF4-FFF2-40B4-BE49-F238E27FC236}">
                <a16:creationId xmlns:a16="http://schemas.microsoft.com/office/drawing/2014/main" id="{90464112-12EA-416C-DE88-A03840CC2DD6}"/>
              </a:ext>
            </a:extLst>
          </p:cNvPr>
          <p:cNvSpPr>
            <a:spLocks noGrp="1"/>
          </p:cNvSpPr>
          <p:nvPr>
            <p:ph idx="1"/>
          </p:nvPr>
        </p:nvSpPr>
        <p:spPr>
          <a:xfrm>
            <a:off x="2592925" y="1540189"/>
            <a:ext cx="8915400" cy="3777622"/>
          </a:xfrm>
        </p:spPr>
        <p:txBody>
          <a:bodyPr>
            <a:noAutofit/>
          </a:bodyPr>
          <a:lstStyle/>
          <a:p>
            <a:pPr marL="0" indent="0">
              <a:buNone/>
            </a:pPr>
            <a:r>
              <a:rPr lang="en-US" sz="2400" dirty="0"/>
              <a:t>In Java, a source file is officially called a compilation unit. It is a text file that contains (among other things) one or more class definitions. (For now, we will be using source files that contain only one class.) The Java compiler requires that a source file use the .java filename extension.</a:t>
            </a:r>
          </a:p>
          <a:p>
            <a:pPr marL="0" indent="0">
              <a:buNone/>
            </a:pPr>
            <a:r>
              <a:rPr lang="en-US" sz="2400" dirty="0"/>
              <a:t>The name of the class defined by the program is also Example. This is not a coincidence. In Java, all code must reside inside a class. In addition, the name of the main class should match the name of the file that holds the program. You should also make sure that the capitalization of the filename matches the class name. The reason for this is that Java is case-sensitive.</a:t>
            </a:r>
          </a:p>
        </p:txBody>
      </p:sp>
    </p:spTree>
    <p:extLst>
      <p:ext uri="{BB962C8B-B14F-4D97-AF65-F5344CB8AC3E}">
        <p14:creationId xmlns:p14="http://schemas.microsoft.com/office/powerpoint/2010/main" val="1423464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33BF2-E7EC-E184-437D-990A8477ACB4}"/>
              </a:ext>
            </a:extLst>
          </p:cNvPr>
          <p:cNvSpPr>
            <a:spLocks noGrp="1"/>
          </p:cNvSpPr>
          <p:nvPr>
            <p:ph type="title"/>
          </p:nvPr>
        </p:nvSpPr>
        <p:spPr/>
        <p:txBody>
          <a:bodyPr/>
          <a:lstStyle/>
          <a:p>
            <a:r>
              <a:rPr lang="en-US" dirty="0"/>
              <a:t>Create a Folder for your Project</a:t>
            </a:r>
          </a:p>
        </p:txBody>
      </p:sp>
      <p:sp>
        <p:nvSpPr>
          <p:cNvPr id="3" name="Content Placeholder 2">
            <a:extLst>
              <a:ext uri="{FF2B5EF4-FFF2-40B4-BE49-F238E27FC236}">
                <a16:creationId xmlns:a16="http://schemas.microsoft.com/office/drawing/2014/main" id="{FB6E4B8D-97E2-797C-B86D-053CB9E2DF95}"/>
              </a:ext>
            </a:extLst>
          </p:cNvPr>
          <p:cNvSpPr>
            <a:spLocks noGrp="1"/>
          </p:cNvSpPr>
          <p:nvPr>
            <p:ph idx="1"/>
          </p:nvPr>
        </p:nvSpPr>
        <p:spPr>
          <a:xfrm>
            <a:off x="2589212" y="2085975"/>
            <a:ext cx="8915400" cy="3777622"/>
          </a:xfrm>
        </p:spPr>
        <p:txBody>
          <a:bodyPr>
            <a:normAutofit/>
          </a:bodyPr>
          <a:lstStyle/>
          <a:p>
            <a:pPr marL="0" indent="0">
              <a:buNone/>
            </a:pPr>
            <a:r>
              <a:rPr lang="en-US" sz="2000" dirty="0"/>
              <a:t>Create a folder for your project.  Name it something descriptive.  Like </a:t>
            </a:r>
            <a:r>
              <a:rPr lang="en-US" sz="2000" dirty="0" err="1"/>
              <a:t>LastnameExample</a:t>
            </a:r>
            <a:r>
              <a:rPr lang="en-US" sz="2000" dirty="0"/>
              <a:t>.</a:t>
            </a:r>
          </a:p>
          <a:p>
            <a:pPr marL="0" indent="0">
              <a:buNone/>
            </a:pPr>
            <a:r>
              <a:rPr lang="en-US" sz="2000" dirty="0"/>
              <a:t>It is not absolutely necessary to put your Java file(s) into a folder, but very soon, you will have multiple files for a project and you will need to turn in the entire folder.</a:t>
            </a:r>
          </a:p>
          <a:p>
            <a:pPr marL="0" indent="0">
              <a:buNone/>
            </a:pPr>
            <a:r>
              <a:rPr lang="en-US" sz="2000" dirty="0"/>
              <a:t>So let’s start that way – it’s easier to find you files in a folder, too. </a:t>
            </a:r>
            <a:r>
              <a:rPr lang="en-US" sz="2000" dirty="0">
                <a:sym typeface="Wingdings" panose="05000000000000000000" pitchFamily="2" charset="2"/>
              </a:rPr>
              <a:t></a:t>
            </a:r>
            <a:endParaRPr lang="en-US" sz="2000" dirty="0"/>
          </a:p>
        </p:txBody>
      </p:sp>
    </p:spTree>
    <p:extLst>
      <p:ext uri="{BB962C8B-B14F-4D97-AF65-F5344CB8AC3E}">
        <p14:creationId xmlns:p14="http://schemas.microsoft.com/office/powerpoint/2010/main" val="2870255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C3085-42FA-3387-E535-FB49E8AD4E4B}"/>
              </a:ext>
            </a:extLst>
          </p:cNvPr>
          <p:cNvSpPr>
            <a:spLocks noGrp="1"/>
          </p:cNvSpPr>
          <p:nvPr>
            <p:ph type="title"/>
          </p:nvPr>
        </p:nvSpPr>
        <p:spPr/>
        <p:txBody>
          <a:bodyPr/>
          <a:lstStyle/>
          <a:p>
            <a:r>
              <a:rPr lang="en-US" dirty="0"/>
              <a:t>Create a File for the Program</a:t>
            </a:r>
          </a:p>
        </p:txBody>
      </p:sp>
      <p:sp>
        <p:nvSpPr>
          <p:cNvPr id="3" name="Content Placeholder 2">
            <a:extLst>
              <a:ext uri="{FF2B5EF4-FFF2-40B4-BE49-F238E27FC236}">
                <a16:creationId xmlns:a16="http://schemas.microsoft.com/office/drawing/2014/main" id="{2E3161AE-5FBD-D6EC-603B-4BEEEF06BCE8}"/>
              </a:ext>
            </a:extLst>
          </p:cNvPr>
          <p:cNvSpPr>
            <a:spLocks noGrp="1"/>
          </p:cNvSpPr>
          <p:nvPr>
            <p:ph idx="1"/>
          </p:nvPr>
        </p:nvSpPr>
        <p:spPr>
          <a:xfrm>
            <a:off x="2589212" y="1699188"/>
            <a:ext cx="8915400" cy="3352800"/>
          </a:xfrm>
        </p:spPr>
        <p:txBody>
          <a:bodyPr>
            <a:normAutofit lnSpcReduction="10000"/>
          </a:bodyPr>
          <a:lstStyle/>
          <a:p>
            <a:pPr>
              <a:buFont typeface="+mj-lt"/>
              <a:buAutoNum type="arabicPeriod"/>
            </a:pPr>
            <a:r>
              <a:rPr lang="en-US" dirty="0"/>
              <a:t>Open Notepad++</a:t>
            </a:r>
          </a:p>
          <a:p>
            <a:pPr>
              <a:buFont typeface="+mj-lt"/>
              <a:buAutoNum type="arabicPeriod"/>
            </a:pPr>
            <a:r>
              <a:rPr lang="en-US" dirty="0"/>
              <a:t>Select File &gt; New.</a:t>
            </a:r>
          </a:p>
          <a:p>
            <a:pPr>
              <a:buFont typeface="+mj-lt"/>
              <a:buAutoNum type="arabicPeriod"/>
            </a:pPr>
            <a:r>
              <a:rPr lang="en-US" dirty="0"/>
              <a:t>Save your file as Example.java and make sure the type of file is Java Source file.</a:t>
            </a:r>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a:p>
            <a:pPr>
              <a:buFont typeface="+mj-lt"/>
              <a:buAutoNum type="arabicPeriod"/>
            </a:pPr>
            <a:r>
              <a:rPr lang="en-US" dirty="0"/>
              <a:t>You can check your file in the location where you saved it.  It will display the name of the file and the type of the file will be JAVA File.</a:t>
            </a:r>
          </a:p>
          <a:p>
            <a:pPr>
              <a:buFont typeface="+mj-lt"/>
              <a:buAutoNum type="arabicPeriod"/>
            </a:pPr>
            <a:endParaRPr lang="en-US" dirty="0"/>
          </a:p>
          <a:p>
            <a:pPr>
              <a:buFont typeface="+mj-lt"/>
              <a:buAutoNum type="arabicPeriod"/>
            </a:pPr>
            <a:endParaRPr lang="en-US" dirty="0"/>
          </a:p>
          <a:p>
            <a:pPr>
              <a:buFont typeface="+mj-lt"/>
              <a:buAutoNum type="arabicPeriod"/>
            </a:pPr>
            <a:endParaRPr lang="en-US" dirty="0"/>
          </a:p>
        </p:txBody>
      </p:sp>
      <p:pic>
        <p:nvPicPr>
          <p:cNvPr id="4" name="Picture 3">
            <a:extLst>
              <a:ext uri="{FF2B5EF4-FFF2-40B4-BE49-F238E27FC236}">
                <a16:creationId xmlns:a16="http://schemas.microsoft.com/office/drawing/2014/main" id="{06BBD207-FE24-1B89-35F2-475E54640047}"/>
              </a:ext>
            </a:extLst>
          </p:cNvPr>
          <p:cNvPicPr>
            <a:picLocks noChangeAspect="1"/>
          </p:cNvPicPr>
          <p:nvPr/>
        </p:nvPicPr>
        <p:blipFill>
          <a:blip r:embed="rId2"/>
          <a:stretch>
            <a:fillRect/>
          </a:stretch>
        </p:blipFill>
        <p:spPr>
          <a:xfrm>
            <a:off x="2749293" y="2783490"/>
            <a:ext cx="8846063" cy="1390008"/>
          </a:xfrm>
          <a:prstGeom prst="rect">
            <a:avLst/>
          </a:prstGeom>
        </p:spPr>
      </p:pic>
      <p:pic>
        <p:nvPicPr>
          <p:cNvPr id="9" name="Picture 8">
            <a:extLst>
              <a:ext uri="{FF2B5EF4-FFF2-40B4-BE49-F238E27FC236}">
                <a16:creationId xmlns:a16="http://schemas.microsoft.com/office/drawing/2014/main" id="{635600E9-6029-047E-E0E3-C73851A29E13}"/>
              </a:ext>
            </a:extLst>
          </p:cNvPr>
          <p:cNvPicPr>
            <a:picLocks noChangeAspect="1"/>
          </p:cNvPicPr>
          <p:nvPr/>
        </p:nvPicPr>
        <p:blipFill>
          <a:blip r:embed="rId3"/>
          <a:stretch>
            <a:fillRect/>
          </a:stretch>
        </p:blipFill>
        <p:spPr>
          <a:xfrm>
            <a:off x="3238069" y="5158812"/>
            <a:ext cx="6173061" cy="571580"/>
          </a:xfrm>
          <a:prstGeom prst="rect">
            <a:avLst/>
          </a:prstGeom>
        </p:spPr>
      </p:pic>
      <p:sp>
        <p:nvSpPr>
          <p:cNvPr id="10" name="Oval 9">
            <a:extLst>
              <a:ext uri="{FF2B5EF4-FFF2-40B4-BE49-F238E27FC236}">
                <a16:creationId xmlns:a16="http://schemas.microsoft.com/office/drawing/2014/main" id="{B46A28B6-7B64-97EC-21EE-960658CCED82}"/>
              </a:ext>
            </a:extLst>
          </p:cNvPr>
          <p:cNvSpPr/>
          <p:nvPr/>
        </p:nvSpPr>
        <p:spPr>
          <a:xfrm>
            <a:off x="3238069" y="5444602"/>
            <a:ext cx="1248206" cy="3012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7401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162DF-BB1C-8120-5443-D96BAB183AB9}"/>
              </a:ext>
            </a:extLst>
          </p:cNvPr>
          <p:cNvSpPr>
            <a:spLocks noGrp="1"/>
          </p:cNvSpPr>
          <p:nvPr>
            <p:ph type="title"/>
          </p:nvPr>
        </p:nvSpPr>
        <p:spPr>
          <a:xfrm>
            <a:off x="2650075" y="219076"/>
            <a:ext cx="8911687" cy="1280890"/>
          </a:xfrm>
        </p:spPr>
        <p:txBody>
          <a:bodyPr/>
          <a:lstStyle/>
          <a:p>
            <a:r>
              <a:rPr lang="en-US" dirty="0"/>
              <a:t>Open your File in Notepad++</a:t>
            </a:r>
          </a:p>
        </p:txBody>
      </p:sp>
      <p:sp>
        <p:nvSpPr>
          <p:cNvPr id="3" name="Content Placeholder 2">
            <a:extLst>
              <a:ext uri="{FF2B5EF4-FFF2-40B4-BE49-F238E27FC236}">
                <a16:creationId xmlns:a16="http://schemas.microsoft.com/office/drawing/2014/main" id="{ED6DFC38-E870-75A0-7B48-32A3FEE3FE8C}"/>
              </a:ext>
            </a:extLst>
          </p:cNvPr>
          <p:cNvSpPr>
            <a:spLocks noGrp="1"/>
          </p:cNvSpPr>
          <p:nvPr>
            <p:ph idx="1"/>
          </p:nvPr>
        </p:nvSpPr>
        <p:spPr>
          <a:xfrm>
            <a:off x="2998787" y="990599"/>
            <a:ext cx="8915400" cy="5724526"/>
          </a:xfrm>
        </p:spPr>
        <p:txBody>
          <a:bodyPr>
            <a:normAutofit/>
          </a:bodyPr>
          <a:lstStyle/>
          <a:p>
            <a:pPr marL="0" indent="0">
              <a:buNone/>
            </a:pPr>
            <a:r>
              <a:rPr lang="en-US" sz="2000" dirty="0"/>
              <a:t>Add a comment to the first two lines:</a:t>
            </a:r>
          </a:p>
          <a:p>
            <a:pPr marL="0" indent="0">
              <a:buNone/>
            </a:pPr>
            <a:r>
              <a:rPr lang="en-US" sz="2000" b="1" dirty="0"/>
              <a:t> /*Ivonne Nelson inelson1@cm.edu</a:t>
            </a:r>
          </a:p>
          <a:p>
            <a:pPr marL="0" indent="0">
              <a:buNone/>
            </a:pPr>
            <a:r>
              <a:rPr lang="en-US" sz="2000" b="1" dirty="0"/>
              <a:t>This is a Simple Program called Example.java */</a:t>
            </a:r>
          </a:p>
          <a:p>
            <a:pPr marL="0" indent="0">
              <a:buNone/>
            </a:pPr>
            <a:r>
              <a:rPr lang="en-US" sz="2000" dirty="0"/>
              <a:t>Skip a line and on the next line, create the class then open and close braces.</a:t>
            </a:r>
          </a:p>
          <a:p>
            <a:pPr marL="0" indent="0">
              <a:buNone/>
            </a:pPr>
            <a:r>
              <a:rPr lang="en-US" sz="2000" b="1" dirty="0"/>
              <a:t>class Example {</a:t>
            </a:r>
          </a:p>
          <a:p>
            <a:pPr marL="0" indent="0">
              <a:buNone/>
            </a:pPr>
            <a:r>
              <a:rPr lang="en-US" sz="2000" b="1" dirty="0"/>
              <a:t>	</a:t>
            </a:r>
            <a:r>
              <a:rPr lang="en-US" sz="2000" dirty="0"/>
              <a:t>	//Every program begins with a call to main()</a:t>
            </a:r>
          </a:p>
          <a:p>
            <a:pPr marL="0" indent="0">
              <a:buNone/>
            </a:pPr>
            <a:r>
              <a:rPr lang="en-US" sz="2000" b="1" dirty="0"/>
              <a:t>	public static void main(String[] </a:t>
            </a:r>
            <a:r>
              <a:rPr lang="en-US" sz="2000" b="1" dirty="0" err="1"/>
              <a:t>args</a:t>
            </a:r>
            <a:r>
              <a:rPr lang="en-US" sz="2000" b="1" dirty="0"/>
              <a:t>) {</a:t>
            </a:r>
          </a:p>
          <a:p>
            <a:pPr marL="457200" lvl="1" indent="0">
              <a:buNone/>
            </a:pPr>
            <a:r>
              <a:rPr lang="en-US" sz="2000" b="1" dirty="0"/>
              <a:t>	</a:t>
            </a:r>
            <a:r>
              <a:rPr lang="en-US" sz="2000" b="1" dirty="0" err="1"/>
              <a:t>System.out.println</a:t>
            </a:r>
            <a:r>
              <a:rPr lang="en-US" sz="2000" b="1" dirty="0"/>
              <a:t>("This is a simple Java Program.");</a:t>
            </a:r>
          </a:p>
          <a:p>
            <a:pPr marL="457200" lvl="1" indent="0">
              <a:buNone/>
            </a:pPr>
            <a:r>
              <a:rPr lang="en-US" sz="2000" b="1" dirty="0"/>
              <a:t>}</a:t>
            </a:r>
          </a:p>
          <a:p>
            <a:pPr marL="0" indent="0">
              <a:buNone/>
            </a:pPr>
            <a:r>
              <a:rPr lang="en-US" sz="2000" b="1" dirty="0"/>
              <a:t>}</a:t>
            </a:r>
          </a:p>
          <a:p>
            <a:pPr marL="0" indent="0">
              <a:buNone/>
            </a:pPr>
            <a:r>
              <a:rPr lang="en-US" sz="2000" dirty="0"/>
              <a:t>****Most important, Save your code in Notepad++. *****</a:t>
            </a:r>
          </a:p>
          <a:p>
            <a:pPr marL="0" indent="0">
              <a:buNone/>
            </a:pPr>
            <a:r>
              <a:rPr lang="en-US" sz="2000" dirty="0"/>
              <a:t>You can click on the save icon at right or use ctrl – s.</a:t>
            </a:r>
          </a:p>
        </p:txBody>
      </p:sp>
      <p:pic>
        <p:nvPicPr>
          <p:cNvPr id="5" name="Picture 4">
            <a:extLst>
              <a:ext uri="{FF2B5EF4-FFF2-40B4-BE49-F238E27FC236}">
                <a16:creationId xmlns:a16="http://schemas.microsoft.com/office/drawing/2014/main" id="{36E99F5C-B0D6-3643-F19D-2E37A5498048}"/>
              </a:ext>
            </a:extLst>
          </p:cNvPr>
          <p:cNvPicPr>
            <a:picLocks noChangeAspect="1"/>
          </p:cNvPicPr>
          <p:nvPr/>
        </p:nvPicPr>
        <p:blipFill>
          <a:blip r:embed="rId2"/>
          <a:stretch>
            <a:fillRect/>
          </a:stretch>
        </p:blipFill>
        <p:spPr>
          <a:xfrm>
            <a:off x="9534454" y="5281581"/>
            <a:ext cx="1009791" cy="447737"/>
          </a:xfrm>
          <a:prstGeom prst="rect">
            <a:avLst/>
          </a:prstGeom>
        </p:spPr>
      </p:pic>
      <p:sp>
        <p:nvSpPr>
          <p:cNvPr id="6" name="Oval 5">
            <a:extLst>
              <a:ext uri="{FF2B5EF4-FFF2-40B4-BE49-F238E27FC236}">
                <a16:creationId xmlns:a16="http://schemas.microsoft.com/office/drawing/2014/main" id="{7DDEA877-B7D2-A6E1-FEA0-C04926BC6EF1}"/>
              </a:ext>
            </a:extLst>
          </p:cNvPr>
          <p:cNvSpPr/>
          <p:nvPr/>
        </p:nvSpPr>
        <p:spPr>
          <a:xfrm>
            <a:off x="9710736" y="5310155"/>
            <a:ext cx="657226" cy="44773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9550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E229E742-4114-F3E7-81FB-1BC80F0E0E86}"/>
              </a:ext>
            </a:extLst>
          </p:cNvPr>
          <p:cNvSpPr>
            <a:spLocks noGrp="1" noChangeArrowheads="1"/>
          </p:cNvSpPr>
          <p:nvPr>
            <p:ph type="title"/>
          </p:nvPr>
        </p:nvSpPr>
        <p:spPr>
          <a:xfrm>
            <a:off x="3468688" y="623888"/>
            <a:ext cx="6589712" cy="1281112"/>
          </a:xfrm>
        </p:spPr>
        <p:txBody>
          <a:bodyPr/>
          <a:lstStyle/>
          <a:p>
            <a:pPr algn="ctr" eaLnBrk="1" hangingPunct="1"/>
            <a:r>
              <a:rPr lang="en-US" altLang="en-US" b="1"/>
              <a:t>The main Method</a:t>
            </a:r>
          </a:p>
        </p:txBody>
      </p:sp>
      <p:sp>
        <p:nvSpPr>
          <p:cNvPr id="28675" name="Content Placeholder 2">
            <a:extLst>
              <a:ext uri="{FF2B5EF4-FFF2-40B4-BE49-F238E27FC236}">
                <a16:creationId xmlns:a16="http://schemas.microsoft.com/office/drawing/2014/main" id="{DB016F37-1E16-4CB1-379E-C13581B365CB}"/>
              </a:ext>
            </a:extLst>
          </p:cNvPr>
          <p:cNvSpPr>
            <a:spLocks noGrp="1" noChangeArrowheads="1"/>
          </p:cNvSpPr>
          <p:nvPr>
            <p:ph idx="1"/>
          </p:nvPr>
        </p:nvSpPr>
        <p:spPr>
          <a:xfrm>
            <a:off x="3468689" y="1752600"/>
            <a:ext cx="6592887" cy="3778250"/>
          </a:xfrm>
        </p:spPr>
        <p:txBody>
          <a:bodyPr/>
          <a:lstStyle/>
          <a:p>
            <a:pPr marL="0" indent="0" eaLnBrk="1" hangingPunct="1">
              <a:buNone/>
            </a:pPr>
            <a:r>
              <a:rPr lang="en-US" altLang="en-US" sz="2400">
                <a:latin typeface="Arial" panose="020B0604020202020204" pitchFamily="34" charset="0"/>
                <a:cs typeface="Arial" panose="020B0604020202020204" pitchFamily="34" charset="0"/>
              </a:rPr>
              <a:t>For your main method, always use this:</a:t>
            </a:r>
          </a:p>
          <a:p>
            <a:pPr marL="0" indent="0" eaLnBrk="1" hangingPunct="1">
              <a:buNone/>
            </a:pPr>
            <a:endParaRPr lang="en-US" altLang="en-US" sz="2400">
              <a:latin typeface="Arial" panose="020B0604020202020204" pitchFamily="34" charset="0"/>
              <a:cs typeface="Arial" panose="020B0604020202020204" pitchFamily="34" charset="0"/>
            </a:endParaRPr>
          </a:p>
          <a:p>
            <a:pPr marL="0" indent="0" eaLnBrk="1" hangingPunct="1">
              <a:buNone/>
            </a:pPr>
            <a:r>
              <a:rPr lang="en-US" altLang="en-US" sz="2400">
                <a:latin typeface="Arial" panose="020B0604020202020204" pitchFamily="34" charset="0"/>
                <a:cs typeface="Arial" panose="020B0604020202020204" pitchFamily="34" charset="0"/>
              </a:rPr>
              <a:t>	</a:t>
            </a:r>
            <a:r>
              <a:rPr lang="en-US" altLang="en-US" sz="2400" b="1">
                <a:latin typeface="Arial" panose="020B0604020202020204" pitchFamily="34" charset="0"/>
                <a:cs typeface="Arial" panose="020B0604020202020204" pitchFamily="34" charset="0"/>
              </a:rPr>
              <a:t>public static void main(String[] args)</a:t>
            </a:r>
          </a:p>
          <a:p>
            <a:pPr marL="0" indent="0" eaLnBrk="1" hangingPunct="1">
              <a:buNone/>
            </a:pPr>
            <a:endParaRPr lang="en-US" altLang="en-US" sz="2400" b="1">
              <a:latin typeface="Arial" panose="020B0604020202020204" pitchFamily="34" charset="0"/>
              <a:cs typeface="Arial" panose="020B0604020202020204" pitchFamily="34" charset="0"/>
            </a:endParaRPr>
          </a:p>
          <a:p>
            <a:pPr marL="0" indent="0" eaLnBrk="1" hangingPunct="1">
              <a:buNone/>
            </a:pPr>
            <a:r>
              <a:rPr lang="en-US" altLang="en-US" sz="2400">
                <a:latin typeface="Arial" panose="020B0604020202020204" pitchFamily="34" charset="0"/>
                <a:cs typeface="Arial" panose="020B0604020202020204" pitchFamily="34" charset="0"/>
              </a:rPr>
              <a:t>When a program starts, the computer looks for the main method and begins execution with the first statement after the main method heading.</a:t>
            </a:r>
          </a:p>
          <a:p>
            <a:pPr marL="0" indent="0" eaLnBrk="1" hangingPunct="1">
              <a:buNone/>
            </a:pPr>
            <a:r>
              <a:rPr lang="en-US" altLang="en-US" sz="2400">
                <a:latin typeface="Arial" panose="020B0604020202020204" pitchFamily="34" charset="0"/>
                <a:cs typeface="Arial" panose="020B0604020202020204" pitchFamily="34" charset="0"/>
              </a:rPr>
              <a:t>This is the same main() that we used in C++ I.</a:t>
            </a:r>
          </a:p>
          <a:p>
            <a:pPr marL="0" indent="0" eaLnBrk="1" hangingPunct="1">
              <a:buNone/>
            </a:pPr>
            <a:r>
              <a:rPr lang="en-US" altLang="en-US" sz="2400">
                <a:latin typeface="Arial" panose="020B0604020202020204" pitchFamily="34" charset="0"/>
                <a:cs typeface="Arial" panose="020B0604020202020204" pitchFamily="34" charset="0"/>
              </a:rPr>
              <a:t>It is the entry point of our application.</a:t>
            </a:r>
          </a:p>
          <a:p>
            <a:pPr marL="0" indent="0" eaLnBrk="1" hangingPunct="1">
              <a:buNone/>
            </a:pPr>
            <a:endParaRPr lang="en-US" altLang="en-US" sz="2400">
              <a:latin typeface="Arial" panose="020B0604020202020204" pitchFamily="34" charset="0"/>
              <a:cs typeface="Arial" panose="020B0604020202020204" pitchFamily="34" charset="0"/>
            </a:endParaRPr>
          </a:p>
        </p:txBody>
      </p:sp>
      <p:sp>
        <p:nvSpPr>
          <p:cNvPr id="28676" name="Slide Number Placeholder 3">
            <a:extLst>
              <a:ext uri="{FF2B5EF4-FFF2-40B4-BE49-F238E27FC236}">
                <a16:creationId xmlns:a16="http://schemas.microsoft.com/office/drawing/2014/main" id="{66C4899C-407F-FB03-E636-A5A31F70359C}"/>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fontAlgn="base">
              <a:spcBef>
                <a:spcPct val="0"/>
              </a:spcBef>
              <a:spcAft>
                <a:spcPct val="0"/>
              </a:spcAft>
              <a:buClrTx/>
              <a:buNone/>
            </a:pPr>
            <a:fld id="{2C228E65-166D-484B-A129-64006DDD2C15}" type="slidenum">
              <a:rPr lang="en-US" altLang="en-US">
                <a:solidFill>
                  <a:srgbClr val="FEFFFF"/>
                </a:solidFill>
              </a:rPr>
              <a:pPr fontAlgn="base">
                <a:spcBef>
                  <a:spcPct val="0"/>
                </a:spcBef>
                <a:spcAft>
                  <a:spcPct val="0"/>
                </a:spcAft>
                <a:buClrTx/>
                <a:buNone/>
              </a:pPr>
              <a:t>7</a:t>
            </a:fld>
            <a:endParaRPr lang="en-US" altLang="en-US">
              <a:solidFill>
                <a:srgbClr val="FE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893AA815-1349-EFD8-16EA-81D5DC69FF55}"/>
              </a:ext>
            </a:extLst>
          </p:cNvPr>
          <p:cNvSpPr>
            <a:spLocks noGrp="1" noChangeArrowheads="1"/>
          </p:cNvSpPr>
          <p:nvPr>
            <p:ph type="title"/>
          </p:nvPr>
        </p:nvSpPr>
        <p:spPr>
          <a:xfrm>
            <a:off x="3468688" y="623888"/>
            <a:ext cx="6589712" cy="1281112"/>
          </a:xfrm>
        </p:spPr>
        <p:txBody>
          <a:bodyPr/>
          <a:lstStyle/>
          <a:p>
            <a:pPr algn="ctr" eaLnBrk="1" hangingPunct="1"/>
            <a:r>
              <a:rPr lang="en-US" altLang="en-US" b="1"/>
              <a:t>Braces</a:t>
            </a:r>
          </a:p>
        </p:txBody>
      </p:sp>
      <p:sp>
        <p:nvSpPr>
          <p:cNvPr id="29699" name="Content Placeholder 2">
            <a:extLst>
              <a:ext uri="{FF2B5EF4-FFF2-40B4-BE49-F238E27FC236}">
                <a16:creationId xmlns:a16="http://schemas.microsoft.com/office/drawing/2014/main" id="{5A96ECE1-31E0-0BE0-3BA0-1DF2470F6604}"/>
              </a:ext>
            </a:extLst>
          </p:cNvPr>
          <p:cNvSpPr>
            <a:spLocks noGrp="1" noChangeArrowheads="1"/>
          </p:cNvSpPr>
          <p:nvPr>
            <p:ph idx="1"/>
          </p:nvPr>
        </p:nvSpPr>
        <p:spPr>
          <a:xfrm>
            <a:off x="3886199" y="1662113"/>
            <a:ext cx="7572375" cy="4572000"/>
          </a:xfrm>
        </p:spPr>
        <p:txBody>
          <a:bodyPr/>
          <a:lstStyle/>
          <a:p>
            <a:pPr marL="0" indent="0" eaLnBrk="1" hangingPunct="1">
              <a:buNone/>
            </a:pPr>
            <a:r>
              <a:rPr lang="en-US" altLang="en-US" sz="2400" dirty="0">
                <a:latin typeface="Arial" panose="020B0604020202020204" pitchFamily="34" charset="0"/>
                <a:cs typeface="Arial" panose="020B0604020202020204" pitchFamily="34" charset="0"/>
              </a:rPr>
              <a:t>Use braces, { }, to group code.</a:t>
            </a:r>
          </a:p>
          <a:p>
            <a:pPr marL="0" indent="0" eaLnBrk="1" hangingPunct="1">
              <a:buNone/>
            </a:pPr>
            <a:r>
              <a:rPr lang="en-US" altLang="en-US" sz="2400" dirty="0">
                <a:latin typeface="Arial" panose="020B0604020202020204" pitchFamily="34" charset="0"/>
                <a:cs typeface="Arial" panose="020B0604020202020204" pitchFamily="34" charset="0"/>
              </a:rPr>
              <a:t>In every program, the top and bottom braces group the contents of the entire class, and the interior braces group the contents of the main method.</a:t>
            </a:r>
          </a:p>
          <a:p>
            <a:pPr marL="0" indent="0" eaLnBrk="1" hangingPunct="1">
              <a:buNone/>
            </a:pPr>
            <a:r>
              <a:rPr lang="en-US" altLang="en-US" sz="2400" dirty="0">
                <a:latin typeface="Arial" panose="020B0604020202020204" pitchFamily="34" charset="0"/>
                <a:cs typeface="Arial" panose="020B0604020202020204" pitchFamily="34" charset="0"/>
              </a:rPr>
              <a:t>There are two dominant styles used in Java:</a:t>
            </a:r>
          </a:p>
          <a:p>
            <a:pPr marL="0" indent="0" eaLnBrk="1" hangingPunct="1">
              <a:buNone/>
            </a:pPr>
            <a:r>
              <a:rPr lang="en-US" altLang="en-US" sz="2400" dirty="0">
                <a:latin typeface="Arial" panose="020B0604020202020204" pitchFamily="34" charset="0"/>
                <a:cs typeface="Arial" panose="020B0604020202020204" pitchFamily="34" charset="0"/>
              </a:rPr>
              <a:t>	K&amp;R style (also called “Java” style)</a:t>
            </a:r>
          </a:p>
          <a:p>
            <a:pPr marL="0" indent="0" eaLnBrk="1" hangingPunct="1">
              <a:buNone/>
            </a:pPr>
            <a:r>
              <a:rPr lang="en-US" altLang="en-US" sz="2400" dirty="0">
                <a:latin typeface="Arial" panose="020B0604020202020204" pitchFamily="34" charset="0"/>
                <a:cs typeface="Arial" panose="020B0604020202020204" pitchFamily="34" charset="0"/>
              </a:rPr>
              <a:t>	C++ and C# style</a:t>
            </a:r>
          </a:p>
          <a:p>
            <a:pPr marL="0" indent="0" eaLnBrk="1" hangingPunct="1">
              <a:buNone/>
            </a:pPr>
            <a:endParaRPr lang="en-US" altLang="en-US" sz="2400" dirty="0">
              <a:latin typeface="Arial" panose="020B0604020202020204" pitchFamily="34" charset="0"/>
              <a:cs typeface="Arial" panose="020B0604020202020204" pitchFamily="34" charset="0"/>
            </a:endParaRPr>
          </a:p>
        </p:txBody>
      </p:sp>
      <p:sp>
        <p:nvSpPr>
          <p:cNvPr id="29700" name="Slide Number Placeholder 3">
            <a:extLst>
              <a:ext uri="{FF2B5EF4-FFF2-40B4-BE49-F238E27FC236}">
                <a16:creationId xmlns:a16="http://schemas.microsoft.com/office/drawing/2014/main" id="{D7C5BE4D-AE04-48B1-3861-8C11658C617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fontAlgn="base">
              <a:spcBef>
                <a:spcPct val="0"/>
              </a:spcBef>
              <a:spcAft>
                <a:spcPct val="0"/>
              </a:spcAft>
              <a:buClrTx/>
              <a:buNone/>
            </a:pPr>
            <a:fld id="{C688F5D9-E7D5-4AF0-8051-01AB8C4D9050}" type="slidenum">
              <a:rPr lang="en-US" altLang="en-US">
                <a:solidFill>
                  <a:srgbClr val="FEFFFF"/>
                </a:solidFill>
              </a:rPr>
              <a:pPr fontAlgn="base">
                <a:spcBef>
                  <a:spcPct val="0"/>
                </a:spcBef>
                <a:spcAft>
                  <a:spcPct val="0"/>
                </a:spcAft>
                <a:buClrTx/>
                <a:buNone/>
              </a:pPr>
              <a:t>8</a:t>
            </a:fld>
            <a:endParaRPr lang="en-US" altLang="en-US">
              <a:solidFill>
                <a:srgbClr val="FE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8C7B4455-7D3B-090D-B83A-9B5664363382}"/>
              </a:ext>
            </a:extLst>
          </p:cNvPr>
          <p:cNvSpPr>
            <a:spLocks noGrp="1" noChangeArrowheads="1"/>
          </p:cNvSpPr>
          <p:nvPr>
            <p:ph type="title"/>
          </p:nvPr>
        </p:nvSpPr>
        <p:spPr>
          <a:xfrm>
            <a:off x="3443288" y="457201"/>
            <a:ext cx="6589712" cy="1281113"/>
          </a:xfrm>
        </p:spPr>
        <p:txBody>
          <a:bodyPr/>
          <a:lstStyle/>
          <a:p>
            <a:pPr algn="ctr" eaLnBrk="1" hangingPunct="1"/>
            <a:r>
              <a:rPr lang="en-US" altLang="en-US" b="1" dirty="0"/>
              <a:t>Google Java Style</a:t>
            </a:r>
          </a:p>
        </p:txBody>
      </p:sp>
      <p:sp>
        <p:nvSpPr>
          <p:cNvPr id="30723" name="Content Placeholder 2">
            <a:extLst>
              <a:ext uri="{FF2B5EF4-FFF2-40B4-BE49-F238E27FC236}">
                <a16:creationId xmlns:a16="http://schemas.microsoft.com/office/drawing/2014/main" id="{4BB8018C-241C-1892-C03B-FA11094D9ED7}"/>
              </a:ext>
            </a:extLst>
          </p:cNvPr>
          <p:cNvSpPr>
            <a:spLocks noGrp="1" noChangeArrowheads="1"/>
          </p:cNvSpPr>
          <p:nvPr>
            <p:ph idx="1"/>
          </p:nvPr>
        </p:nvSpPr>
        <p:spPr>
          <a:xfrm>
            <a:off x="3694113" y="1738314"/>
            <a:ext cx="6591300" cy="4695825"/>
          </a:xfrm>
        </p:spPr>
        <p:txBody>
          <a:bodyPr/>
          <a:lstStyle/>
          <a:p>
            <a:pPr marL="0" indent="0" eaLnBrk="1" hangingPunct="1">
              <a:buNone/>
            </a:pPr>
            <a:r>
              <a:rPr lang="en-US" altLang="en-US" sz="2400" dirty="0">
                <a:latin typeface="Arial" panose="020B0604020202020204" pitchFamily="34" charset="0"/>
                <a:cs typeface="Arial" panose="020B0604020202020204" pitchFamily="34" charset="0"/>
              </a:rPr>
              <a:t>Braces are used with if, else, for, do and while statements, even when the body is empty or contains only a single statement.</a:t>
            </a:r>
          </a:p>
          <a:p>
            <a:pPr marL="0" indent="0" eaLnBrk="1" hangingPunct="1">
              <a:buNone/>
            </a:pPr>
            <a:r>
              <a:rPr lang="en-US" altLang="en-US" sz="2400" dirty="0">
                <a:latin typeface="Arial" panose="020B0604020202020204" pitchFamily="34" charset="0"/>
                <a:cs typeface="Arial" panose="020B0604020202020204" pitchFamily="34" charset="0"/>
              </a:rPr>
              <a:t>Braces follow the Kernighan and Ritchie style(K &amp; R) or ("Egyptian brackets"), like this:</a:t>
            </a:r>
          </a:p>
          <a:p>
            <a:pPr marL="0" indent="0" eaLnBrk="1" hangingPunct="1">
              <a:buNone/>
            </a:pPr>
            <a:endParaRPr lang="en-US" altLang="en-US" sz="2400" dirty="0">
              <a:latin typeface="Arial" panose="020B0604020202020204" pitchFamily="34" charset="0"/>
              <a:cs typeface="Arial" panose="020B0604020202020204" pitchFamily="34" charset="0"/>
            </a:endParaRPr>
          </a:p>
          <a:p>
            <a:pPr marL="0" indent="0" eaLnBrk="1" hangingPunct="1">
              <a:buNone/>
            </a:pPr>
            <a:r>
              <a:rPr lang="en-US" altLang="en-US" sz="2400" b="1" dirty="0">
                <a:latin typeface="Arial" panose="020B0604020202020204" pitchFamily="34" charset="0"/>
                <a:cs typeface="Arial" panose="020B0604020202020204" pitchFamily="34" charset="0"/>
              </a:rPr>
              <a:t>public static void main(String[] </a:t>
            </a:r>
            <a:r>
              <a:rPr lang="en-US" altLang="en-US" sz="2400" b="1" dirty="0" err="1">
                <a:latin typeface="Arial" panose="020B0604020202020204" pitchFamily="34" charset="0"/>
                <a:cs typeface="Arial" panose="020B0604020202020204" pitchFamily="34" charset="0"/>
              </a:rPr>
              <a:t>args</a:t>
            </a:r>
            <a:r>
              <a:rPr lang="en-US" altLang="en-US" sz="2400" b="1" dirty="0">
                <a:latin typeface="Arial" panose="020B0604020202020204" pitchFamily="34" charset="0"/>
                <a:cs typeface="Arial" panose="020B0604020202020204" pitchFamily="34" charset="0"/>
              </a:rPr>
              <a:t>) {</a:t>
            </a:r>
          </a:p>
          <a:p>
            <a:pPr marL="0" indent="0" eaLnBrk="1" hangingPunct="1">
              <a:buNone/>
            </a:pP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System.out.println</a:t>
            </a:r>
            <a:r>
              <a:rPr lang="en-US" altLang="en-US" sz="2400" b="1" dirty="0">
                <a:latin typeface="Arial" panose="020B0604020202020204" pitchFamily="34" charset="0"/>
                <a:cs typeface="Arial" panose="020B0604020202020204" pitchFamily="34" charset="0"/>
              </a:rPr>
              <a:t>(</a:t>
            </a:r>
            <a:r>
              <a:rPr lang="en-US" sz="2400" b="1" dirty="0"/>
              <a:t>"This is a simple Java  	Program.");</a:t>
            </a:r>
            <a:endParaRPr lang="en-US" sz="2400" b="1" dirty="0">
              <a:latin typeface="Arial" panose="020B0604020202020204" pitchFamily="34" charset="0"/>
              <a:cs typeface="Arial" panose="020B0604020202020204" pitchFamily="34" charset="0"/>
            </a:endParaRPr>
          </a:p>
          <a:p>
            <a:pPr marL="0" indent="0" eaLnBrk="1" hangingPunct="1">
              <a:buNone/>
            </a:pPr>
            <a:r>
              <a:rPr lang="en-US" altLang="en-US" sz="2400" b="1" dirty="0">
                <a:latin typeface="Arial" panose="020B0604020202020204" pitchFamily="34" charset="0"/>
                <a:cs typeface="Arial" panose="020B0604020202020204" pitchFamily="34" charset="0"/>
              </a:rPr>
              <a:t>}</a:t>
            </a:r>
          </a:p>
          <a:p>
            <a:pPr marL="0" indent="0" eaLnBrk="1" hangingPunct="1">
              <a:buNone/>
            </a:pPr>
            <a:endParaRPr lang="en-US" altLang="en-US" sz="2400" dirty="0">
              <a:latin typeface="Arial" panose="020B0604020202020204" pitchFamily="34" charset="0"/>
              <a:cs typeface="Arial" panose="020B0604020202020204" pitchFamily="34" charset="0"/>
            </a:endParaRPr>
          </a:p>
        </p:txBody>
      </p:sp>
      <p:sp>
        <p:nvSpPr>
          <p:cNvPr id="30724" name="Slide Number Placeholder 3">
            <a:extLst>
              <a:ext uri="{FF2B5EF4-FFF2-40B4-BE49-F238E27FC236}">
                <a16:creationId xmlns:a16="http://schemas.microsoft.com/office/drawing/2014/main" id="{08134BA2-6B0C-4ED7-3918-B4930F4E5E67}"/>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fontAlgn="base">
              <a:spcBef>
                <a:spcPct val="0"/>
              </a:spcBef>
              <a:spcAft>
                <a:spcPct val="0"/>
              </a:spcAft>
              <a:buClrTx/>
              <a:buNone/>
            </a:pPr>
            <a:fld id="{CA2BB487-362D-463D-9DF5-AB5E8E309EAF}" type="slidenum">
              <a:rPr lang="en-US" altLang="en-US">
                <a:solidFill>
                  <a:srgbClr val="FEFFFF"/>
                </a:solidFill>
              </a:rPr>
              <a:pPr fontAlgn="base">
                <a:spcBef>
                  <a:spcPct val="0"/>
                </a:spcBef>
                <a:spcAft>
                  <a:spcPct val="0"/>
                </a:spcAft>
                <a:buClrTx/>
                <a:buNone/>
              </a:pPr>
              <a:t>9</a:t>
            </a:fld>
            <a:endParaRPr lang="en-US" altLang="en-US">
              <a:solidFill>
                <a:srgbClr val="FE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39972F79-1339-3CBE-A2EE-D65B1A6EE4AA}"/>
              </a:ext>
            </a:extLst>
          </p:cNvPr>
          <p:cNvSpPr>
            <a:spLocks noGrp="1" noChangeArrowheads="1"/>
          </p:cNvSpPr>
          <p:nvPr>
            <p:ph type="title"/>
          </p:nvPr>
        </p:nvSpPr>
        <p:spPr>
          <a:xfrm>
            <a:off x="3468688" y="623888"/>
            <a:ext cx="6589712" cy="1281112"/>
          </a:xfrm>
        </p:spPr>
        <p:txBody>
          <a:bodyPr/>
          <a:lstStyle/>
          <a:p>
            <a:pPr algn="ctr" eaLnBrk="1" hangingPunct="1"/>
            <a:r>
              <a:rPr lang="en-US" altLang="en-US" b="1"/>
              <a:t>C++ and C# Style for Braces</a:t>
            </a:r>
          </a:p>
        </p:txBody>
      </p:sp>
      <p:sp>
        <p:nvSpPr>
          <p:cNvPr id="31747" name="Content Placeholder 2">
            <a:extLst>
              <a:ext uri="{FF2B5EF4-FFF2-40B4-BE49-F238E27FC236}">
                <a16:creationId xmlns:a16="http://schemas.microsoft.com/office/drawing/2014/main" id="{FDDA1D4E-17BB-4D4D-5629-F1B2489F38BE}"/>
              </a:ext>
            </a:extLst>
          </p:cNvPr>
          <p:cNvSpPr>
            <a:spLocks noGrp="1" noChangeArrowheads="1"/>
          </p:cNvSpPr>
          <p:nvPr>
            <p:ph idx="1"/>
          </p:nvPr>
        </p:nvSpPr>
        <p:spPr>
          <a:xfrm>
            <a:off x="3659187" y="1231106"/>
            <a:ext cx="7685087" cy="4862513"/>
          </a:xfrm>
        </p:spPr>
        <p:txBody>
          <a:bodyPr/>
          <a:lstStyle/>
          <a:p>
            <a:pPr marL="0" indent="0" eaLnBrk="1" hangingPunct="1">
              <a:buNone/>
            </a:pPr>
            <a:r>
              <a:rPr lang="en-US" altLang="en-US" sz="2400" dirty="0">
                <a:latin typeface="Arial" panose="020B0604020202020204" pitchFamily="34" charset="0"/>
                <a:cs typeface="Arial" panose="020B0604020202020204" pitchFamily="34" charset="0"/>
              </a:rPr>
              <a:t>Place an opening brace on a line by itself in the same column as the first character of the previous line, then place a closing brace on a line by itself in the same column as the opening brace.</a:t>
            </a:r>
          </a:p>
          <a:p>
            <a:pPr marL="0" indent="0" eaLnBrk="1" hangingPunct="1">
              <a:buNone/>
            </a:pPr>
            <a:r>
              <a:rPr lang="en-US" altLang="en-US" sz="2400" dirty="0">
                <a:latin typeface="Arial" panose="020B0604020202020204" pitchFamily="34" charset="0"/>
                <a:cs typeface="Arial" panose="020B0604020202020204" pitchFamily="34" charset="0"/>
              </a:rPr>
              <a:t>This style is perfectly acceptable and actually allows for better demarcation of a block of code. </a:t>
            </a:r>
          </a:p>
          <a:p>
            <a:pPr marL="0" indent="0" eaLnBrk="1" hangingPunct="1">
              <a:buNone/>
            </a:pPr>
            <a:r>
              <a:rPr lang="en-US" altLang="en-US" sz="2400" b="1" dirty="0">
                <a:latin typeface="Arial" panose="020B0604020202020204" pitchFamily="34" charset="0"/>
                <a:cs typeface="Arial" panose="020B0604020202020204" pitchFamily="34" charset="0"/>
              </a:rPr>
              <a:t> public static void main(String[] </a:t>
            </a:r>
            <a:r>
              <a:rPr lang="en-US" altLang="en-US" sz="2400" b="1" dirty="0" err="1">
                <a:latin typeface="Arial" panose="020B0604020202020204" pitchFamily="34" charset="0"/>
                <a:cs typeface="Arial" panose="020B0604020202020204" pitchFamily="34" charset="0"/>
              </a:rPr>
              <a:t>args</a:t>
            </a:r>
            <a:r>
              <a:rPr lang="en-US" altLang="en-US" sz="2400" b="1" dirty="0">
                <a:latin typeface="Arial" panose="020B0604020202020204" pitchFamily="34" charset="0"/>
                <a:cs typeface="Arial" panose="020B0604020202020204" pitchFamily="34" charset="0"/>
              </a:rPr>
              <a:t>) </a:t>
            </a:r>
          </a:p>
          <a:p>
            <a:pPr marL="0" indent="0" eaLnBrk="1" hangingPunct="1">
              <a:buNone/>
            </a:pPr>
            <a:r>
              <a:rPr lang="en-US" altLang="en-US" sz="2400" b="1" dirty="0">
                <a:latin typeface="Arial" panose="020B0604020202020204" pitchFamily="34" charset="0"/>
                <a:cs typeface="Arial" panose="020B0604020202020204" pitchFamily="34" charset="0"/>
              </a:rPr>
              <a:t>{</a:t>
            </a:r>
          </a:p>
          <a:p>
            <a:pPr marL="0" indent="0" eaLnBrk="1" hangingPunct="1">
              <a:buNone/>
            </a:pP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System.out.println</a:t>
            </a:r>
            <a:r>
              <a:rPr lang="en-US" altLang="en-US" sz="2400" b="1" dirty="0">
                <a:latin typeface="Arial" panose="020B0604020202020204" pitchFamily="34" charset="0"/>
                <a:cs typeface="Arial" panose="020B0604020202020204" pitchFamily="34" charset="0"/>
              </a:rPr>
              <a:t>("This is a simple Java  	Program.");</a:t>
            </a:r>
          </a:p>
          <a:p>
            <a:pPr marL="0" indent="0" eaLnBrk="1" hangingPunct="1">
              <a:buNone/>
            </a:pPr>
            <a:r>
              <a:rPr lang="en-US" altLang="en-US" sz="2400" b="1" dirty="0">
                <a:latin typeface="Arial" panose="020B0604020202020204" pitchFamily="34" charset="0"/>
                <a:cs typeface="Arial" panose="020B0604020202020204" pitchFamily="34" charset="0"/>
              </a:rPr>
              <a:t>}</a:t>
            </a:r>
          </a:p>
          <a:p>
            <a:pPr marL="0" indent="0" eaLnBrk="1" hangingPunct="1">
              <a:buNone/>
            </a:pPr>
            <a:endParaRPr lang="en-US" altLang="en-US" sz="2400" dirty="0">
              <a:latin typeface="Arial" panose="020B0604020202020204" pitchFamily="34" charset="0"/>
              <a:cs typeface="Arial" panose="020B0604020202020204" pitchFamily="34" charset="0"/>
            </a:endParaRPr>
          </a:p>
        </p:txBody>
      </p:sp>
      <p:sp>
        <p:nvSpPr>
          <p:cNvPr id="31748" name="Slide Number Placeholder 3">
            <a:extLst>
              <a:ext uri="{FF2B5EF4-FFF2-40B4-BE49-F238E27FC236}">
                <a16:creationId xmlns:a16="http://schemas.microsoft.com/office/drawing/2014/main" id="{B8A9B571-D901-6A84-F9B5-FD5F791F18A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fontAlgn="base">
              <a:spcBef>
                <a:spcPct val="0"/>
              </a:spcBef>
              <a:spcAft>
                <a:spcPct val="0"/>
              </a:spcAft>
              <a:buClrTx/>
              <a:buNone/>
            </a:pPr>
            <a:fld id="{ADA0337F-522D-42DB-8BEC-4E2A86A3D817}" type="slidenum">
              <a:rPr lang="en-US" altLang="en-US">
                <a:solidFill>
                  <a:srgbClr val="FEFFFF"/>
                </a:solidFill>
              </a:rPr>
              <a:pPr fontAlgn="base">
                <a:spcBef>
                  <a:spcPct val="0"/>
                </a:spcBef>
                <a:spcAft>
                  <a:spcPct val="0"/>
                </a:spcAft>
                <a:buClrTx/>
                <a:buNone/>
              </a:pPr>
              <a:t>10</a:t>
            </a:fld>
            <a:endParaRPr lang="en-US" altLang="en-US">
              <a:solidFill>
                <a:srgbClr val="FE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0C96C8FB-3C66-2F24-AD6D-AA0BFB927180}"/>
              </a:ext>
            </a:extLst>
          </p:cNvPr>
          <p:cNvSpPr>
            <a:spLocks noGrp="1" noChangeArrowheads="1"/>
          </p:cNvSpPr>
          <p:nvPr>
            <p:ph type="title"/>
          </p:nvPr>
        </p:nvSpPr>
        <p:spPr>
          <a:xfrm>
            <a:off x="3468688" y="623888"/>
            <a:ext cx="6589712" cy="1281112"/>
          </a:xfrm>
        </p:spPr>
        <p:txBody>
          <a:bodyPr/>
          <a:lstStyle/>
          <a:p>
            <a:r>
              <a:rPr lang="en-US" altLang="en-US" b="1" dirty="0">
                <a:latin typeface="Arial" panose="020B0604020202020204" pitchFamily="34" charset="0"/>
                <a:cs typeface="Arial" panose="020B0604020202020204" pitchFamily="34" charset="0"/>
              </a:rPr>
              <a:t>Which Brace Style is better?</a:t>
            </a:r>
          </a:p>
        </p:txBody>
      </p:sp>
      <p:sp>
        <p:nvSpPr>
          <p:cNvPr id="32771" name="Content Placeholder 2">
            <a:extLst>
              <a:ext uri="{FF2B5EF4-FFF2-40B4-BE49-F238E27FC236}">
                <a16:creationId xmlns:a16="http://schemas.microsoft.com/office/drawing/2014/main" id="{BFFE56DF-243D-82A9-2FC2-5BF1FB3D5C65}"/>
              </a:ext>
            </a:extLst>
          </p:cNvPr>
          <p:cNvSpPr>
            <a:spLocks noGrp="1" noChangeArrowheads="1"/>
          </p:cNvSpPr>
          <p:nvPr>
            <p:ph idx="1"/>
          </p:nvPr>
        </p:nvSpPr>
        <p:spPr>
          <a:xfrm>
            <a:off x="3467100" y="2133600"/>
            <a:ext cx="6591300" cy="3778250"/>
          </a:xfrm>
        </p:spPr>
        <p:txBody>
          <a:bodyPr/>
          <a:lstStyle/>
          <a:p>
            <a:pPr marL="0" indent="0">
              <a:buNone/>
            </a:pPr>
            <a:r>
              <a:rPr lang="en-US" altLang="en-US" sz="2400" dirty="0">
                <a:latin typeface="Arial" panose="020B0604020202020204" pitchFamily="34" charset="0"/>
                <a:cs typeface="Arial" panose="020B0604020202020204" pitchFamily="34" charset="0"/>
              </a:rPr>
              <a:t>Either one works.  It is a matter of personal taste.</a:t>
            </a:r>
          </a:p>
          <a:p>
            <a:pPr marL="0" indent="0">
              <a:buNone/>
            </a:pPr>
            <a:r>
              <a:rPr lang="en-US" altLang="en-US" sz="2400" dirty="0">
                <a:latin typeface="Arial" panose="020B0604020202020204" pitchFamily="34" charset="0"/>
                <a:cs typeface="Arial" panose="020B0604020202020204" pitchFamily="34" charset="0"/>
              </a:rPr>
              <a:t>Choose the style you like and use it </a:t>
            </a:r>
            <a:r>
              <a:rPr lang="en-US" altLang="en-US" sz="2400" b="1" dirty="0">
                <a:latin typeface="Arial" panose="020B0604020202020204" pitchFamily="34" charset="0"/>
                <a:cs typeface="Arial" panose="020B0604020202020204" pitchFamily="34" charset="0"/>
              </a:rPr>
              <a:t>consistently</a:t>
            </a:r>
            <a:r>
              <a:rPr lang="en-US" altLang="en-US" sz="2400" dirty="0">
                <a:latin typeface="Arial" panose="020B0604020202020204" pitchFamily="34" charset="0"/>
                <a:cs typeface="Arial" panose="020B0604020202020204" pitchFamily="34" charset="0"/>
              </a:rPr>
              <a:t>.  </a:t>
            </a:r>
          </a:p>
          <a:p>
            <a:pPr marL="0" indent="0">
              <a:buNone/>
            </a:pPr>
            <a:r>
              <a:rPr lang="en-US" altLang="en-US" sz="2400" b="1" dirty="0">
                <a:latin typeface="Arial" panose="020B0604020202020204" pitchFamily="34" charset="0"/>
                <a:cs typeface="Arial" panose="020B0604020202020204" pitchFamily="34" charset="0"/>
              </a:rPr>
              <a:t>Don’t change styles inside a project!!</a:t>
            </a:r>
          </a:p>
        </p:txBody>
      </p:sp>
      <p:sp>
        <p:nvSpPr>
          <p:cNvPr id="4" name="Slide Number Placeholder 3">
            <a:extLst>
              <a:ext uri="{FF2B5EF4-FFF2-40B4-BE49-F238E27FC236}">
                <a16:creationId xmlns:a16="http://schemas.microsoft.com/office/drawing/2014/main" id="{98A4BF85-F63E-C4C1-5224-F30B4114C124}"/>
              </a:ext>
            </a:extLst>
          </p:cNvPr>
          <p:cNvSpPr>
            <a:spLocks noGrp="1"/>
          </p:cNvSpPr>
          <p:nvPr>
            <p:ph type="sldNum" sz="quarter" idx="12"/>
          </p:nvPr>
        </p:nvSpPr>
        <p:spPr/>
        <p:txBody>
          <a:bodyPr/>
          <a:lstStyle/>
          <a:p>
            <a:pPr>
              <a:defRPr/>
            </a:pPr>
            <a:fld id="{D05026F0-D72C-4059-9F32-70D5F40F0471}" type="slidenum">
              <a:rPr lang="en-US" altLang="en-US">
                <a:latin typeface="Century Gothic" panose="020B0502020202020204"/>
              </a:rPr>
              <a:pPr>
                <a:defRPr/>
              </a:pPr>
              <a:t>11</a:t>
            </a:fld>
            <a:endParaRPr lang="en-US" altLang="en-US">
              <a:latin typeface="Century Gothic" panose="020B0502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1F35BDB9-C548-5BF3-7AF5-7E782FF25DC4}"/>
              </a:ext>
            </a:extLst>
          </p:cNvPr>
          <p:cNvSpPr>
            <a:spLocks noGrp="1" noChangeArrowheads="1"/>
          </p:cNvSpPr>
          <p:nvPr>
            <p:ph type="title"/>
          </p:nvPr>
        </p:nvSpPr>
        <p:spPr>
          <a:xfrm>
            <a:off x="3468688" y="623888"/>
            <a:ext cx="6589712" cy="1281112"/>
          </a:xfrm>
        </p:spPr>
        <p:txBody>
          <a:bodyPr/>
          <a:lstStyle/>
          <a:p>
            <a:pPr algn="ctr" eaLnBrk="1" hangingPunct="1"/>
            <a:r>
              <a:rPr lang="en-US" altLang="en-US" b="1"/>
              <a:t>Output to the Screen</a:t>
            </a:r>
          </a:p>
        </p:txBody>
      </p:sp>
      <p:sp>
        <p:nvSpPr>
          <p:cNvPr id="33795" name="Content Placeholder 2">
            <a:extLst>
              <a:ext uri="{FF2B5EF4-FFF2-40B4-BE49-F238E27FC236}">
                <a16:creationId xmlns:a16="http://schemas.microsoft.com/office/drawing/2014/main" id="{F48E2311-55B5-5E66-DE0B-79D42C5460CE}"/>
              </a:ext>
            </a:extLst>
          </p:cNvPr>
          <p:cNvSpPr>
            <a:spLocks noGrp="1" noChangeArrowheads="1"/>
          </p:cNvSpPr>
          <p:nvPr>
            <p:ph idx="1"/>
          </p:nvPr>
        </p:nvSpPr>
        <p:spPr>
          <a:xfrm>
            <a:off x="3468689" y="1539876"/>
            <a:ext cx="7694611" cy="4403725"/>
          </a:xfrm>
        </p:spPr>
        <p:txBody>
          <a:bodyPr/>
          <a:lstStyle/>
          <a:p>
            <a:pPr marL="0" indent="0" eaLnBrk="1" hangingPunct="1">
              <a:buNone/>
            </a:pPr>
            <a:r>
              <a:rPr lang="en-US" altLang="en-US" sz="2400" dirty="0">
                <a:latin typeface="Arial" panose="020B0604020202020204" pitchFamily="34" charset="0"/>
                <a:cs typeface="Arial" panose="020B0604020202020204" pitchFamily="34" charset="0"/>
              </a:rPr>
              <a:t>Use </a:t>
            </a:r>
            <a:r>
              <a:rPr lang="en-US" altLang="en-US" sz="2400" dirty="0" err="1">
                <a:latin typeface="Arial" panose="020B0604020202020204" pitchFamily="34" charset="0"/>
                <a:cs typeface="Arial" panose="020B0604020202020204" pitchFamily="34" charset="0"/>
              </a:rPr>
              <a:t>System.out.println</a:t>
            </a:r>
            <a:r>
              <a:rPr lang="en-US" altLang="en-US" sz="2400" dirty="0">
                <a:latin typeface="Arial" panose="020B0604020202020204" pitchFamily="34" charset="0"/>
                <a:cs typeface="Arial" panose="020B0604020202020204" pitchFamily="34" charset="0"/>
              </a:rPr>
              <a:t>() to write to the screen.</a:t>
            </a:r>
          </a:p>
          <a:p>
            <a:pPr marL="0" indent="0" eaLnBrk="1" hangingPunct="1">
              <a:buNone/>
            </a:pPr>
            <a:r>
              <a:rPr lang="en-US" altLang="en-US" sz="2400" dirty="0">
                <a:latin typeface="Arial" panose="020B0604020202020204" pitchFamily="34" charset="0"/>
                <a:cs typeface="Arial" panose="020B0604020202020204" pitchFamily="34" charset="0"/>
              </a:rPr>
              <a:t>For example, to print the hello message:</a:t>
            </a:r>
          </a:p>
          <a:p>
            <a:pPr marL="0" indent="0" eaLnBrk="1" hangingPunct="1">
              <a:buNone/>
            </a:pPr>
            <a:r>
              <a:rPr lang="en-US" altLang="en-US" sz="2400" b="1"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System.out.println</a:t>
            </a:r>
            <a:r>
              <a:rPr lang="en-US" altLang="en-US" sz="2400" b="1" dirty="0">
                <a:latin typeface="Arial" panose="020B0604020202020204" pitchFamily="34" charset="0"/>
                <a:cs typeface="Arial" panose="020B0604020202020204" pitchFamily="34" charset="0"/>
              </a:rPr>
              <a:t>("This is a simple Java  	Program.");</a:t>
            </a:r>
          </a:p>
          <a:p>
            <a:pPr marL="0" indent="0" eaLnBrk="1" hangingPunct="1">
              <a:buNone/>
            </a:pPr>
            <a:r>
              <a:rPr lang="en-US" altLang="en-US" sz="2400" dirty="0">
                <a:latin typeface="Arial" panose="020B0604020202020204" pitchFamily="34" charset="0"/>
                <a:cs typeface="Arial" panose="020B0604020202020204" pitchFamily="34" charset="0"/>
              </a:rPr>
              <a:t>Note:</a:t>
            </a:r>
          </a:p>
          <a:p>
            <a:pPr marL="0" indent="0" eaLnBrk="1" hangingPunct="1">
              <a:buNone/>
            </a:pPr>
            <a:r>
              <a:rPr lang="en-US" altLang="en-US" sz="2400" dirty="0">
                <a:latin typeface="Arial" panose="020B0604020202020204" pitchFamily="34" charset="0"/>
                <a:cs typeface="Arial" panose="020B0604020202020204" pitchFamily="34" charset="0"/>
              </a:rPr>
              <a:t>	Put the printed item inside the parentheses.</a:t>
            </a:r>
          </a:p>
          <a:p>
            <a:pPr marL="0" indent="0" eaLnBrk="1" hangingPunct="1">
              <a:buNone/>
            </a:pPr>
            <a:r>
              <a:rPr lang="en-US" altLang="en-US" sz="2400" dirty="0">
                <a:latin typeface="Arial" panose="020B0604020202020204" pitchFamily="34" charset="0"/>
                <a:cs typeface="Arial" panose="020B0604020202020204" pitchFamily="34" charset="0"/>
              </a:rPr>
              <a:t>	Surround string literals with quotes.</a:t>
            </a:r>
          </a:p>
          <a:p>
            <a:pPr marL="0" indent="0" eaLnBrk="1" hangingPunct="1">
              <a:buNone/>
            </a:pPr>
            <a:r>
              <a:rPr lang="en-US" altLang="en-US" sz="2400" dirty="0">
                <a:latin typeface="Arial" panose="020B0604020202020204" pitchFamily="34" charset="0"/>
                <a:cs typeface="Arial" panose="020B0604020202020204" pitchFamily="34" charset="0"/>
              </a:rPr>
              <a:t>	Put a semicolon at the end of a </a:t>
            </a:r>
            <a:r>
              <a:rPr lang="en-US" altLang="en-US" sz="2400" dirty="0" err="1">
                <a:latin typeface="Arial" panose="020B0604020202020204" pitchFamily="34" charset="0"/>
                <a:cs typeface="Arial" panose="020B0604020202020204" pitchFamily="34" charset="0"/>
              </a:rPr>
              <a:t>System.out.println</a:t>
            </a:r>
            <a:r>
              <a:rPr lang="en-US" altLang="en-US" sz="2400" dirty="0">
                <a:latin typeface="Arial" panose="020B0604020202020204" pitchFamily="34" charset="0"/>
                <a:cs typeface="Arial" panose="020B0604020202020204" pitchFamily="34" charset="0"/>
              </a:rPr>
              <a:t> statement.</a:t>
            </a:r>
          </a:p>
          <a:p>
            <a:pPr marL="0" indent="0" eaLnBrk="1" hangingPunct="1">
              <a:buNone/>
            </a:pPr>
            <a:r>
              <a:rPr lang="en-US" altLang="en-US" sz="2400" dirty="0">
                <a:latin typeface="Arial" panose="020B0604020202020204" pitchFamily="34" charset="0"/>
                <a:cs typeface="Arial" panose="020B0604020202020204" pitchFamily="34" charset="0"/>
              </a:rPr>
              <a:t>Don’t forget the two closing braces!</a:t>
            </a:r>
          </a:p>
          <a:p>
            <a:pPr marL="0" indent="0" eaLnBrk="1" hangingPunct="1">
              <a:buNone/>
            </a:pPr>
            <a:r>
              <a:rPr lang="en-US" altLang="en-US" sz="2400" b="1" dirty="0">
                <a:latin typeface="Arial" panose="020B0604020202020204" pitchFamily="34" charset="0"/>
                <a:cs typeface="Arial" panose="020B0604020202020204" pitchFamily="34" charset="0"/>
              </a:rPr>
              <a:t>Save your file!!!</a:t>
            </a:r>
          </a:p>
          <a:p>
            <a:pPr marL="0" indent="0" eaLnBrk="1" hangingPunct="1">
              <a:buNone/>
            </a:pPr>
            <a:endParaRPr lang="en-US" altLang="en-US" sz="2400" dirty="0">
              <a:latin typeface="Arial" panose="020B0604020202020204" pitchFamily="34" charset="0"/>
              <a:cs typeface="Arial" panose="020B0604020202020204" pitchFamily="34" charset="0"/>
            </a:endParaRPr>
          </a:p>
        </p:txBody>
      </p:sp>
      <p:sp>
        <p:nvSpPr>
          <p:cNvPr id="33796" name="Slide Number Placeholder 3">
            <a:extLst>
              <a:ext uri="{FF2B5EF4-FFF2-40B4-BE49-F238E27FC236}">
                <a16:creationId xmlns:a16="http://schemas.microsoft.com/office/drawing/2014/main" id="{F564DBB0-199A-7F23-0A39-07A4428BEB71}"/>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fontAlgn="base">
              <a:spcBef>
                <a:spcPct val="0"/>
              </a:spcBef>
              <a:spcAft>
                <a:spcPct val="0"/>
              </a:spcAft>
              <a:buClrTx/>
              <a:buNone/>
            </a:pPr>
            <a:fld id="{040121EA-D5AC-4128-8BE1-82A2B7F687C4}" type="slidenum">
              <a:rPr lang="en-US" altLang="en-US">
                <a:solidFill>
                  <a:srgbClr val="FEFFFF"/>
                </a:solidFill>
              </a:rPr>
              <a:pPr fontAlgn="base">
                <a:spcBef>
                  <a:spcPct val="0"/>
                </a:spcBef>
                <a:spcAft>
                  <a:spcPct val="0"/>
                </a:spcAft>
                <a:buClrTx/>
                <a:buNone/>
              </a:pPr>
              <a:t>12</a:t>
            </a:fld>
            <a:endParaRPr lang="en-US" altLang="en-US">
              <a:solidFill>
                <a:srgbClr val="FE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FC087-3BA2-72C3-7CDF-1BACEF7D6F06}"/>
              </a:ext>
            </a:extLst>
          </p:cNvPr>
          <p:cNvSpPr>
            <a:spLocks noGrp="1"/>
          </p:cNvSpPr>
          <p:nvPr>
            <p:ph type="title"/>
          </p:nvPr>
        </p:nvSpPr>
        <p:spPr/>
        <p:txBody>
          <a:bodyPr/>
          <a:lstStyle/>
          <a:p>
            <a:pPr algn="ctr"/>
            <a:r>
              <a:rPr lang="en-US" b="1" dirty="0"/>
              <a:t>Open your project in CMD </a:t>
            </a:r>
          </a:p>
        </p:txBody>
      </p:sp>
      <p:sp>
        <p:nvSpPr>
          <p:cNvPr id="3" name="Content Placeholder 2">
            <a:extLst>
              <a:ext uri="{FF2B5EF4-FFF2-40B4-BE49-F238E27FC236}">
                <a16:creationId xmlns:a16="http://schemas.microsoft.com/office/drawing/2014/main" id="{6288387A-268C-FE6B-BCD8-CF7AF2B34B65}"/>
              </a:ext>
            </a:extLst>
          </p:cNvPr>
          <p:cNvSpPr>
            <a:spLocks noGrp="1"/>
          </p:cNvSpPr>
          <p:nvPr>
            <p:ph idx="1"/>
          </p:nvPr>
        </p:nvSpPr>
        <p:spPr>
          <a:xfrm>
            <a:off x="2589212" y="2225784"/>
            <a:ext cx="8915400" cy="4181475"/>
          </a:xfrm>
        </p:spPr>
        <p:txBody>
          <a:bodyPr/>
          <a:lstStyle/>
          <a:p>
            <a:pPr marL="0" indent="0">
              <a:buNone/>
            </a:pPr>
            <a:r>
              <a:rPr lang="en-US" dirty="0"/>
              <a:t>Right-click on the name of your file to see this dialog and select Open into &gt; Open Containing Folder in cmd.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pic>
        <p:nvPicPr>
          <p:cNvPr id="7" name="Picture 6" descr="A screenshot of a computer&#10;&#10;Description automatically generated">
            <a:extLst>
              <a:ext uri="{FF2B5EF4-FFF2-40B4-BE49-F238E27FC236}">
                <a16:creationId xmlns:a16="http://schemas.microsoft.com/office/drawing/2014/main" id="{78308726-A7C5-54FC-D1DF-F6EC911FE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8592" y="3053722"/>
            <a:ext cx="5296639" cy="3448531"/>
          </a:xfrm>
          <a:prstGeom prst="rect">
            <a:avLst/>
          </a:prstGeom>
        </p:spPr>
      </p:pic>
      <p:sp>
        <p:nvSpPr>
          <p:cNvPr id="8" name="Oval 7">
            <a:extLst>
              <a:ext uri="{FF2B5EF4-FFF2-40B4-BE49-F238E27FC236}">
                <a16:creationId xmlns:a16="http://schemas.microsoft.com/office/drawing/2014/main" id="{0A923409-2D78-91D4-819D-4E452AC76490}"/>
              </a:ext>
            </a:extLst>
          </p:cNvPr>
          <p:cNvSpPr/>
          <p:nvPr/>
        </p:nvSpPr>
        <p:spPr>
          <a:xfrm>
            <a:off x="6819900" y="4257675"/>
            <a:ext cx="2352675" cy="33472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261926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4D9B9-C5F5-332F-B4BF-6C02D0A29B1B}"/>
              </a:ext>
            </a:extLst>
          </p:cNvPr>
          <p:cNvSpPr>
            <a:spLocks noGrp="1"/>
          </p:cNvSpPr>
          <p:nvPr>
            <p:ph type="title"/>
          </p:nvPr>
        </p:nvSpPr>
        <p:spPr/>
        <p:txBody>
          <a:bodyPr/>
          <a:lstStyle/>
          <a:p>
            <a:pPr algn="ctr"/>
            <a:r>
              <a:rPr lang="en-US" b="1" dirty="0"/>
              <a:t>Compile and Run your Project.</a:t>
            </a:r>
          </a:p>
        </p:txBody>
      </p:sp>
      <p:sp>
        <p:nvSpPr>
          <p:cNvPr id="3" name="Content Placeholder 2">
            <a:extLst>
              <a:ext uri="{FF2B5EF4-FFF2-40B4-BE49-F238E27FC236}">
                <a16:creationId xmlns:a16="http://schemas.microsoft.com/office/drawing/2014/main" id="{6133EAF8-F5BE-FD26-6024-B32C32DB7D3F}"/>
              </a:ext>
            </a:extLst>
          </p:cNvPr>
          <p:cNvSpPr>
            <a:spLocks noGrp="1"/>
          </p:cNvSpPr>
          <p:nvPr>
            <p:ph idx="1"/>
          </p:nvPr>
        </p:nvSpPr>
        <p:spPr>
          <a:xfrm>
            <a:off x="2592925" y="1619249"/>
            <a:ext cx="8915400" cy="4924425"/>
          </a:xfrm>
        </p:spPr>
        <p:txBody>
          <a:bodyPr>
            <a:normAutofit/>
          </a:bodyPr>
          <a:lstStyle/>
          <a:p>
            <a:pPr marL="0" indent="0">
              <a:buNone/>
            </a:pPr>
            <a:r>
              <a:rPr lang="en-US" sz="2400" dirty="0"/>
              <a:t>At the command prompt, type:</a:t>
            </a:r>
          </a:p>
          <a:p>
            <a:pPr marL="0" indent="0">
              <a:buNone/>
            </a:pPr>
            <a:r>
              <a:rPr lang="en-US" sz="2400" dirty="0"/>
              <a:t> </a:t>
            </a:r>
            <a:r>
              <a:rPr lang="en-US" sz="2400" b="1" dirty="0" err="1"/>
              <a:t>javac</a:t>
            </a:r>
            <a:r>
              <a:rPr lang="en-US" sz="2400" b="1" dirty="0"/>
              <a:t> Example.java</a:t>
            </a:r>
          </a:p>
          <a:p>
            <a:pPr marL="0" indent="0">
              <a:buNone/>
            </a:pPr>
            <a:r>
              <a:rPr lang="en-US" sz="2400" dirty="0"/>
              <a:t>The </a:t>
            </a:r>
            <a:r>
              <a:rPr lang="en-US" sz="2400" dirty="0" err="1"/>
              <a:t>javac</a:t>
            </a:r>
            <a:r>
              <a:rPr lang="en-US" sz="2400" dirty="0"/>
              <a:t> compiler creates a file called </a:t>
            </a:r>
            <a:r>
              <a:rPr lang="en-US" sz="2400" dirty="0" err="1"/>
              <a:t>Example.class</a:t>
            </a:r>
            <a:r>
              <a:rPr lang="en-US" sz="2400" dirty="0"/>
              <a:t> that contains the bytecode version of the program.</a:t>
            </a:r>
          </a:p>
          <a:p>
            <a:pPr marL="0" indent="0">
              <a:buNone/>
            </a:pPr>
            <a:r>
              <a:rPr lang="en-US" sz="2400" dirty="0"/>
              <a:t>To actually run the program, you must use the Java application launcher called java. To do so, pass the class name Example as a command-line argument</a:t>
            </a:r>
          </a:p>
          <a:p>
            <a:pPr marL="0" indent="0">
              <a:buNone/>
            </a:pPr>
            <a:r>
              <a:rPr lang="en-US" sz="2400" b="1" dirty="0"/>
              <a:t>java Example</a:t>
            </a:r>
          </a:p>
        </p:txBody>
      </p:sp>
    </p:spTree>
    <p:extLst>
      <p:ext uri="{BB962C8B-B14F-4D97-AF65-F5344CB8AC3E}">
        <p14:creationId xmlns:p14="http://schemas.microsoft.com/office/powerpoint/2010/main" val="682251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63D-DF7F-92DF-07D5-75A0E3F21B00}"/>
              </a:ext>
            </a:extLst>
          </p:cNvPr>
          <p:cNvSpPr>
            <a:spLocks noGrp="1"/>
          </p:cNvSpPr>
          <p:nvPr>
            <p:ph type="title"/>
          </p:nvPr>
        </p:nvSpPr>
        <p:spPr/>
        <p:txBody>
          <a:bodyPr/>
          <a:lstStyle/>
          <a:p>
            <a:pPr algn="ctr"/>
            <a:r>
              <a:rPr lang="en-US" b="1" dirty="0"/>
              <a:t>Your Output</a:t>
            </a:r>
          </a:p>
        </p:txBody>
      </p:sp>
      <p:pic>
        <p:nvPicPr>
          <p:cNvPr id="5" name="Content Placeholder 4">
            <a:extLst>
              <a:ext uri="{FF2B5EF4-FFF2-40B4-BE49-F238E27FC236}">
                <a16:creationId xmlns:a16="http://schemas.microsoft.com/office/drawing/2014/main" id="{9C6D0233-66AD-4D81-486A-7DBB7A8250CE}"/>
              </a:ext>
            </a:extLst>
          </p:cNvPr>
          <p:cNvPicPr>
            <a:picLocks noGrp="1" noChangeAspect="1"/>
          </p:cNvPicPr>
          <p:nvPr>
            <p:ph idx="1"/>
          </p:nvPr>
        </p:nvPicPr>
        <p:blipFill>
          <a:blip r:embed="rId2"/>
          <a:stretch>
            <a:fillRect/>
          </a:stretch>
        </p:blipFill>
        <p:spPr>
          <a:xfrm>
            <a:off x="2492704" y="1733550"/>
            <a:ext cx="9011908" cy="4667902"/>
          </a:xfrm>
        </p:spPr>
      </p:pic>
    </p:spTree>
    <p:extLst>
      <p:ext uri="{BB962C8B-B14F-4D97-AF65-F5344CB8AC3E}">
        <p14:creationId xmlns:p14="http://schemas.microsoft.com/office/powerpoint/2010/main" val="2310384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E9F27-731D-37D3-A5A3-15233BB98BD2}"/>
              </a:ext>
            </a:extLst>
          </p:cNvPr>
          <p:cNvSpPr>
            <a:spLocks noGrp="1"/>
          </p:cNvSpPr>
          <p:nvPr>
            <p:ph type="title"/>
          </p:nvPr>
        </p:nvSpPr>
        <p:spPr/>
        <p:txBody>
          <a:bodyPr/>
          <a:lstStyle/>
          <a:p>
            <a:pPr algn="ctr"/>
            <a:r>
              <a:rPr lang="en-US" b="1" dirty="0"/>
              <a:t>What Just Happened</a:t>
            </a:r>
          </a:p>
        </p:txBody>
      </p:sp>
      <p:sp>
        <p:nvSpPr>
          <p:cNvPr id="3" name="Content Placeholder 2">
            <a:extLst>
              <a:ext uri="{FF2B5EF4-FFF2-40B4-BE49-F238E27FC236}">
                <a16:creationId xmlns:a16="http://schemas.microsoft.com/office/drawing/2014/main" id="{72C655AD-26A7-5D0B-5664-504DA7B7BA07}"/>
              </a:ext>
            </a:extLst>
          </p:cNvPr>
          <p:cNvSpPr>
            <a:spLocks noGrp="1"/>
          </p:cNvSpPr>
          <p:nvPr>
            <p:ph idx="1"/>
          </p:nvPr>
        </p:nvSpPr>
        <p:spPr/>
        <p:txBody>
          <a:bodyPr>
            <a:normAutofit/>
          </a:bodyPr>
          <a:lstStyle/>
          <a:p>
            <a:pPr marL="0" indent="0">
              <a:buNone/>
            </a:pPr>
            <a:r>
              <a:rPr lang="en-US" sz="2400" dirty="0"/>
              <a:t>When Java source code is compiled, each individual class is put into its own output file named after the class and using the .class extension. </a:t>
            </a:r>
          </a:p>
          <a:p>
            <a:pPr marL="0" indent="0">
              <a:buNone/>
            </a:pPr>
            <a:r>
              <a:rPr lang="en-US" sz="2400" dirty="0"/>
              <a:t>When you execute java as just shown, you are actually specifying the name of the class that you want to execute. </a:t>
            </a:r>
          </a:p>
          <a:p>
            <a:pPr marL="0" indent="0">
              <a:buNone/>
            </a:pPr>
            <a:r>
              <a:rPr lang="en-US" sz="2400" dirty="0"/>
              <a:t>It will automatically search for a file by that name that has the .class extension and will execute the code contained in the specified class.</a:t>
            </a:r>
          </a:p>
          <a:p>
            <a:pPr marL="0" indent="0">
              <a:buNone/>
            </a:pPr>
            <a:r>
              <a:rPr lang="en-US" sz="2400" dirty="0"/>
              <a:t>Look in your project folder to see the .class file.</a:t>
            </a:r>
          </a:p>
        </p:txBody>
      </p:sp>
    </p:spTree>
    <p:extLst>
      <p:ext uri="{BB962C8B-B14F-4D97-AF65-F5344CB8AC3E}">
        <p14:creationId xmlns:p14="http://schemas.microsoft.com/office/powerpoint/2010/main" val="3196209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E46FD-4894-713A-803D-18E9E9977D7F}"/>
              </a:ext>
            </a:extLst>
          </p:cNvPr>
          <p:cNvSpPr>
            <a:spLocks noGrp="1"/>
          </p:cNvSpPr>
          <p:nvPr>
            <p:ph type="title"/>
          </p:nvPr>
        </p:nvSpPr>
        <p:spPr>
          <a:xfrm>
            <a:off x="2592925" y="224060"/>
            <a:ext cx="8911687" cy="1280890"/>
          </a:xfrm>
        </p:spPr>
        <p:txBody>
          <a:bodyPr/>
          <a:lstStyle/>
          <a:p>
            <a:r>
              <a:rPr lang="en-US" dirty="0"/>
              <a:t>Note: Shortcut From SDK 11 </a:t>
            </a:r>
          </a:p>
        </p:txBody>
      </p:sp>
      <p:sp>
        <p:nvSpPr>
          <p:cNvPr id="3" name="Content Placeholder 2">
            <a:extLst>
              <a:ext uri="{FF2B5EF4-FFF2-40B4-BE49-F238E27FC236}">
                <a16:creationId xmlns:a16="http://schemas.microsoft.com/office/drawing/2014/main" id="{386B797C-DFCB-8023-EC4E-128FF50FAF30}"/>
              </a:ext>
            </a:extLst>
          </p:cNvPr>
          <p:cNvSpPr>
            <a:spLocks noGrp="1"/>
          </p:cNvSpPr>
          <p:nvPr>
            <p:ph idx="1"/>
          </p:nvPr>
        </p:nvSpPr>
        <p:spPr>
          <a:xfrm>
            <a:off x="2916775" y="962024"/>
            <a:ext cx="8915400" cy="5671915"/>
          </a:xfrm>
        </p:spPr>
        <p:txBody>
          <a:bodyPr>
            <a:normAutofit lnSpcReduction="10000"/>
          </a:bodyPr>
          <a:lstStyle/>
          <a:p>
            <a:pPr marL="0" indent="0">
              <a:buNone/>
            </a:pPr>
            <a:r>
              <a:rPr lang="en-US" sz="2400" dirty="0"/>
              <a:t> This how Java programs have been compiled and run since Java’s beginning, and it is the method that you will use when developing applications. </a:t>
            </a:r>
          </a:p>
          <a:p>
            <a:pPr marL="0" indent="0">
              <a:buNone/>
            </a:pPr>
            <a:r>
              <a:rPr lang="en-US" sz="2400" dirty="0"/>
              <a:t>However, beginning with JDK 11, it is possible to compile and run some simple Java programs directly from the source file without having to first invoke </a:t>
            </a:r>
            <a:r>
              <a:rPr lang="en-US" sz="2400" dirty="0" err="1"/>
              <a:t>javac</a:t>
            </a:r>
            <a:r>
              <a:rPr lang="en-US" sz="2400" dirty="0"/>
              <a:t>: </a:t>
            </a:r>
          </a:p>
          <a:p>
            <a:pPr marL="0" indent="0">
              <a:buNone/>
            </a:pPr>
            <a:r>
              <a:rPr lang="en-US" sz="2400" b="1" dirty="0"/>
              <a:t>java Example.java</a:t>
            </a:r>
          </a:p>
          <a:p>
            <a:pPr marL="0" indent="0">
              <a:buNone/>
            </a:pPr>
            <a:r>
              <a:rPr lang="en-US" sz="2400" dirty="0"/>
              <a:t>This causes java to automatically invoke the compiler and execute the program.</a:t>
            </a:r>
          </a:p>
          <a:p>
            <a:pPr marL="0" indent="0">
              <a:buNone/>
            </a:pPr>
            <a:r>
              <a:rPr lang="en-US" sz="2400" dirty="0"/>
              <a:t>Be aware, however, that no .class file is created. Instead, the compilation is done behind the scenes. </a:t>
            </a:r>
          </a:p>
          <a:p>
            <a:pPr marL="0" indent="0">
              <a:buNone/>
            </a:pPr>
            <a:r>
              <a:rPr lang="en-US" sz="2400" dirty="0"/>
              <a:t>As a result, to rerun the program, you must execute the source file again. You can’t execute its .class file because one won’t be created.</a:t>
            </a:r>
          </a:p>
        </p:txBody>
      </p:sp>
    </p:spTree>
    <p:extLst>
      <p:ext uri="{BB962C8B-B14F-4D97-AF65-F5344CB8AC3E}">
        <p14:creationId xmlns:p14="http://schemas.microsoft.com/office/powerpoint/2010/main" val="145383384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28</TotalTime>
  <Words>1229</Words>
  <Application>Microsoft Office PowerPoint</Application>
  <PresentationFormat>Widescreen</PresentationFormat>
  <Paragraphs>123</Paragraphs>
  <Slides>17</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Century Gothic</vt:lpstr>
      <vt:lpstr>Wingdings</vt:lpstr>
      <vt:lpstr>Wingdings 3</vt:lpstr>
      <vt:lpstr>Wisp</vt:lpstr>
      <vt:lpstr>1_Wisp</vt:lpstr>
      <vt:lpstr>A First Sample Program</vt:lpstr>
      <vt:lpstr>First Step – Make sure your tools are there</vt:lpstr>
      <vt:lpstr>Java Source Files</vt:lpstr>
      <vt:lpstr>Create a Folder for your Project</vt:lpstr>
      <vt:lpstr>Create a File for the Program</vt:lpstr>
      <vt:lpstr>Open your File in Notepad++</vt:lpstr>
      <vt:lpstr>The main Method</vt:lpstr>
      <vt:lpstr>Braces</vt:lpstr>
      <vt:lpstr>Google Java Style</vt:lpstr>
      <vt:lpstr>C++ and C# Style for Braces</vt:lpstr>
      <vt:lpstr>Which Brace Style is better?</vt:lpstr>
      <vt:lpstr>Output to the Screen</vt:lpstr>
      <vt:lpstr>Open your project in CMD </vt:lpstr>
      <vt:lpstr>Compile and Run your Project.</vt:lpstr>
      <vt:lpstr>Your Output</vt:lpstr>
      <vt:lpstr>What Just Happened</vt:lpstr>
      <vt:lpstr>Note: Shortcut From SDK 11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First Sample Program</dc:title>
  <dc:creator>NELSON, IVONNE</dc:creator>
  <cp:lastModifiedBy>NELSON, IVONNE</cp:lastModifiedBy>
  <cp:revision>4</cp:revision>
  <dcterms:created xsi:type="dcterms:W3CDTF">2024-05-24T19:58:47Z</dcterms:created>
  <dcterms:modified xsi:type="dcterms:W3CDTF">2024-12-31T23:00:35Z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2024-05-24T20:48:51Z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81dd97d0-6cdf-4830-859d-21a43d819a8f</vt:lpwstr>
  </property>
  <property fmtid="{D5CDD505-2E9C-101B-9397-08002B2CF9AE}" pid="8" name="MSIP_Label_d8bb7484-22c2-4b98-9fb8-3ab13d821527_ContentBits">
    <vt:lpwstr>0</vt:lpwstr>
  </property>
</Properties>
</file>