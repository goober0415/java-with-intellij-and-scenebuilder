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onne Nelson" userId="966a7dbfd8e0c2f5" providerId="LiveId" clId="{B501EDB4-36E5-424E-948B-ED76D03B0868}"/>
    <pc:docChg chg="modSld">
      <pc:chgData name="Ivonne Nelson" userId="966a7dbfd8e0c2f5" providerId="LiveId" clId="{B501EDB4-36E5-424E-948B-ED76D03B0868}" dt="2025-01-16T23:46:40.175" v="5" actId="20577"/>
      <pc:docMkLst>
        <pc:docMk/>
      </pc:docMkLst>
      <pc:sldChg chg="modSp mod">
        <pc:chgData name="Ivonne Nelson" userId="966a7dbfd8e0c2f5" providerId="LiveId" clId="{B501EDB4-36E5-424E-948B-ED76D03B0868}" dt="2025-01-16T23:46:40.175" v="5" actId="20577"/>
        <pc:sldMkLst>
          <pc:docMk/>
          <pc:sldMk cId="1382461547" sldId="258"/>
        </pc:sldMkLst>
        <pc:spChg chg="mod">
          <ac:chgData name="Ivonne Nelson" userId="966a7dbfd8e0c2f5" providerId="LiveId" clId="{B501EDB4-36E5-424E-948B-ED76D03B0868}" dt="2025-01-16T23:46:40.175" v="5" actId="20577"/>
          <ac:spMkLst>
            <pc:docMk/>
            <pc:sldMk cId="1382461547" sldId="258"/>
            <ac:spMk id="3" creationId="{E69C63FF-2452-7463-839D-1C7C690EA9E9}"/>
          </ac:spMkLst>
        </pc:spChg>
      </pc:sldChg>
      <pc:sldChg chg="modSp mod">
        <pc:chgData name="Ivonne Nelson" userId="966a7dbfd8e0c2f5" providerId="LiveId" clId="{B501EDB4-36E5-424E-948B-ED76D03B0868}" dt="2025-01-16T23:46:30.855" v="3" actId="20577"/>
        <pc:sldMkLst>
          <pc:docMk/>
          <pc:sldMk cId="883755219" sldId="259"/>
        </pc:sldMkLst>
        <pc:spChg chg="mod">
          <ac:chgData name="Ivonne Nelson" userId="966a7dbfd8e0c2f5" providerId="LiveId" clId="{B501EDB4-36E5-424E-948B-ED76D03B0868}" dt="2025-01-16T23:46:30.855" v="3" actId="20577"/>
          <ac:spMkLst>
            <pc:docMk/>
            <pc:sldMk cId="883755219" sldId="259"/>
            <ac:spMk id="3" creationId="{5C2D5A3A-7319-8FDE-9223-15E09F1734D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AC0F-A7C6-4FB1-99B4-53D57422B795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E0E4D78-A71E-4B78-A8D5-CEA5893C4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2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AC0F-A7C6-4FB1-99B4-53D57422B795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E4D78-A71E-4B78-A8D5-CEA5893C4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64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AC0F-A7C6-4FB1-99B4-53D57422B795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E0E4D78-A71E-4B78-A8D5-CEA5893C4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83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AC0F-A7C6-4FB1-99B4-53D57422B795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E0E4D78-A71E-4B78-A8D5-CEA5893C4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59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AC0F-A7C6-4FB1-99B4-53D57422B795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E0E4D78-A71E-4B78-A8D5-CEA5893C4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8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AC0F-A7C6-4FB1-99B4-53D57422B795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E4D78-A71E-4B78-A8D5-CEA5893C4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1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AC0F-A7C6-4FB1-99B4-53D57422B795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E4D78-A71E-4B78-A8D5-CEA5893C4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7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AC0F-A7C6-4FB1-99B4-53D57422B795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E4D78-A71E-4B78-A8D5-CEA5893C4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9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AC0F-A7C6-4FB1-99B4-53D57422B795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0E4D78-A71E-4B78-A8D5-CEA5893C4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85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AC0F-A7C6-4FB1-99B4-53D57422B795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E0E4D78-A71E-4B78-A8D5-CEA5893C4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36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AC0F-A7C6-4FB1-99B4-53D57422B795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E0E4D78-A71E-4B78-A8D5-CEA5893C47C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0837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AC0F-A7C6-4FB1-99B4-53D57422B795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0E4D78-A71E-4B78-A8D5-CEA5893C4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14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AC0F-A7C6-4FB1-99B4-53D57422B795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0E4D78-A71E-4B78-A8D5-CEA5893C47C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68241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AC0F-A7C6-4FB1-99B4-53D57422B795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E0E4D78-A71E-4B78-A8D5-CEA5893C4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531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AC0F-A7C6-4FB1-99B4-53D57422B795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E4D78-A71E-4B78-A8D5-CEA5893C4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751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AC0F-A7C6-4FB1-99B4-53D57422B795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E4D78-A71E-4B78-A8D5-CEA5893C4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6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2AC0F-A7C6-4FB1-99B4-53D57422B795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E0E4D78-A71E-4B78-A8D5-CEA5893C4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1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4825-30C1-883B-54E9-D7209D37E2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The equals Method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AA855A-550A-3763-AC4D-7703B12939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02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AE165-8AE6-012B-5DFB-B950FA826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787" y="588941"/>
            <a:ext cx="9446675" cy="1280890"/>
          </a:xfrm>
        </p:spPr>
        <p:txBody>
          <a:bodyPr/>
          <a:lstStyle/>
          <a:p>
            <a:pPr algn="ctr"/>
            <a:r>
              <a:rPr lang="en-US" b="1" dirty="0"/>
              <a:t>The Object Class has an equals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0C296-971C-CB1B-4308-7741D1CE8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Usually, the Object class's equals method is not good enough</a:t>
            </a:r>
          </a:p>
          <a:p>
            <a:pPr marL="0" indent="0">
              <a:buNone/>
            </a:pPr>
            <a:r>
              <a:rPr lang="en-US" sz="2400" dirty="0"/>
              <a:t>You'll usually want to compare the contents of two objects rather than just whether two reference variables point to the same object.</a:t>
            </a:r>
          </a:p>
          <a:p>
            <a:pPr marL="0" indent="0">
              <a:buNone/>
            </a:pPr>
            <a:r>
              <a:rPr lang="en-US" sz="2400" dirty="0"/>
              <a:t>To do that, you'll need to have an equals method in the object's class definition that compares the contents of the two objects.</a:t>
            </a:r>
          </a:p>
          <a:p>
            <a:pPr marL="0" indent="0">
              <a:buNone/>
            </a:pPr>
            <a:r>
              <a:rPr lang="en-US" sz="2400" dirty="0"/>
              <a:t>You can hide the Object’s equals method or you can override it.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63430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7B2E9-8A80-1C08-57C9-9852E3A3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Override the equals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C63FF-2452-7463-839D-1C7C690EA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40189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For a well-designed class, override the equals method to define how to tell if one object is the same as another.</a:t>
            </a:r>
          </a:p>
          <a:p>
            <a:pPr marL="0" indent="0">
              <a:buNone/>
            </a:pPr>
            <a:r>
              <a:rPr lang="en-US" sz="2400" dirty="0"/>
              <a:t>The method header for overriding the equals method is:</a:t>
            </a:r>
          </a:p>
          <a:p>
            <a:pPr marL="0" indent="0">
              <a:buNone/>
            </a:pPr>
            <a:r>
              <a:rPr lang="en-US" sz="2400" b="1" dirty="0"/>
              <a:t>	@Override</a:t>
            </a:r>
          </a:p>
          <a:p>
            <a:pPr marL="0" indent="0">
              <a:buNone/>
            </a:pPr>
            <a:r>
              <a:rPr lang="en-US" sz="2400" b="1" dirty="0"/>
              <a:t>	public </a:t>
            </a:r>
            <a:r>
              <a:rPr lang="en-US" sz="2400" b="1" dirty="0" err="1"/>
              <a:t>boolean</a:t>
            </a:r>
            <a:r>
              <a:rPr lang="en-US" sz="2400" b="1" dirty="0"/>
              <a:t> equals(Object o) {  }</a:t>
            </a:r>
          </a:p>
          <a:p>
            <a:pPr marL="0" indent="0">
              <a:buNone/>
            </a:pPr>
            <a:r>
              <a:rPr lang="en-US" sz="2400" dirty="0"/>
              <a:t>This means we have to make sure that the argument is the same type as the class we are using.  </a:t>
            </a:r>
          </a:p>
          <a:p>
            <a:pPr marL="0" indent="0">
              <a:buNone/>
            </a:pPr>
            <a:r>
              <a:rPr lang="en-US" sz="2400" dirty="0"/>
              <a:t>We do that using the </a:t>
            </a:r>
            <a:r>
              <a:rPr lang="en-US" sz="2400"/>
              <a:t>instance</a:t>
            </a:r>
            <a:r>
              <a:rPr lang="en-US" sz="2400" dirty="0"/>
              <a:t>o</a:t>
            </a:r>
            <a:r>
              <a:rPr lang="en-US" sz="2400"/>
              <a:t>f</a:t>
            </a:r>
            <a:r>
              <a:rPr lang="en-US" sz="2400" dirty="0"/>
              <a:t> operator: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82461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780FF-7991-F661-B3A5-F66D9CE12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06333"/>
            <a:ext cx="8911687" cy="640445"/>
          </a:xfrm>
        </p:spPr>
        <p:txBody>
          <a:bodyPr/>
          <a:lstStyle/>
          <a:p>
            <a:pPr algn="ctr"/>
            <a:r>
              <a:rPr lang="en-US" b="1" dirty="0"/>
              <a:t>Equals method for the Auto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D5A3A-7319-8FDE-9223-15E09F173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7725" y="1230922"/>
            <a:ext cx="8915400" cy="54043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@Override</a:t>
            </a:r>
          </a:p>
          <a:p>
            <a:pPr marL="0" indent="0">
              <a:buNone/>
            </a:pPr>
            <a:r>
              <a:rPr lang="en-US" b="1" dirty="0"/>
              <a:t>public </a:t>
            </a:r>
            <a:r>
              <a:rPr lang="en-US" b="1" dirty="0" err="1"/>
              <a:t>boolean</a:t>
            </a:r>
            <a:r>
              <a:rPr lang="en-US" b="1" dirty="0"/>
              <a:t> equals (Object o){  </a:t>
            </a:r>
            <a:r>
              <a:rPr lang="en-US" dirty="0"/>
              <a:t>//pass an object</a:t>
            </a:r>
          </a:p>
          <a:p>
            <a:pPr marL="0" indent="0">
              <a:buNone/>
            </a:pPr>
            <a:r>
              <a:rPr lang="en-US" b="1" dirty="0"/>
              <a:t>	if(!(o </a:t>
            </a:r>
            <a:r>
              <a:rPr lang="en-US" b="1" dirty="0" err="1"/>
              <a:t>instanceof</a:t>
            </a:r>
            <a:r>
              <a:rPr lang="en-US" b="1" dirty="0"/>
              <a:t> Auto)){		    </a:t>
            </a:r>
            <a:r>
              <a:rPr lang="en-US" dirty="0"/>
              <a:t>//check to see if the object is an Auto</a:t>
            </a:r>
          </a:p>
          <a:p>
            <a:pPr marL="0" indent="0">
              <a:buNone/>
            </a:pPr>
            <a:r>
              <a:rPr lang="en-US" b="1" dirty="0"/>
              <a:t>		return false;</a:t>
            </a:r>
          </a:p>
          <a:p>
            <a:pPr marL="0" indent="0">
              <a:buNone/>
            </a:pPr>
            <a:r>
              <a:rPr lang="en-US" b="1" dirty="0"/>
              <a:t>	}else{</a:t>
            </a:r>
          </a:p>
          <a:p>
            <a:pPr marL="0" indent="0">
              <a:buNone/>
            </a:pPr>
            <a:r>
              <a:rPr lang="en-US" b="1" dirty="0"/>
              <a:t>		Auto other = (Auto)o;	</a:t>
            </a:r>
            <a:r>
              <a:rPr lang="en-US" dirty="0"/>
              <a:t>//cast the object into an Auto object</a:t>
            </a:r>
          </a:p>
          <a:p>
            <a:pPr marL="0" indent="0">
              <a:buNone/>
            </a:pPr>
            <a:r>
              <a:rPr lang="en-US" b="1" dirty="0"/>
              <a:t>		if(</a:t>
            </a:r>
            <a:r>
              <a:rPr lang="en-US" b="1" dirty="0" err="1"/>
              <a:t>model.equals</a:t>
            </a:r>
            <a:r>
              <a:rPr lang="en-US" b="1" dirty="0"/>
              <a:t>(</a:t>
            </a:r>
            <a:r>
              <a:rPr lang="en-US" b="1" dirty="0" err="1"/>
              <a:t>other.model</a:t>
            </a:r>
            <a:r>
              <a:rPr lang="en-US" b="1" dirty="0"/>
              <a:t>)  	</a:t>
            </a:r>
            <a:r>
              <a:rPr lang="en-US" dirty="0"/>
              <a:t>//do the comparison</a:t>
            </a:r>
          </a:p>
          <a:p>
            <a:pPr marL="0" indent="0">
              <a:buNone/>
            </a:pPr>
            <a:r>
              <a:rPr lang="en-US" b="1" dirty="0"/>
              <a:t>			&amp;&amp; </a:t>
            </a:r>
            <a:r>
              <a:rPr lang="en-US" b="1" dirty="0" err="1"/>
              <a:t>milesDriven</a:t>
            </a:r>
            <a:r>
              <a:rPr lang="en-US" b="1" dirty="0"/>
              <a:t> == </a:t>
            </a:r>
            <a:r>
              <a:rPr lang="en-US" b="1" dirty="0" err="1"/>
              <a:t>other.milesDriven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			&amp;&amp; </a:t>
            </a:r>
            <a:r>
              <a:rPr lang="en-US" b="1" dirty="0" err="1"/>
              <a:t>math.abs</a:t>
            </a:r>
            <a:r>
              <a:rPr lang="en-US" b="1" dirty="0"/>
              <a:t>(</a:t>
            </a:r>
            <a:r>
              <a:rPr lang="en-US" b="1" dirty="0" err="1"/>
              <a:t>gallonsOfGas</a:t>
            </a:r>
            <a:r>
              <a:rPr lang="en-US" b="1" dirty="0"/>
              <a:t> - </a:t>
            </a:r>
            <a:r>
              <a:rPr lang="en-US" b="1" dirty="0" err="1"/>
              <a:t>other.gallonsOfGas</a:t>
            </a:r>
            <a:r>
              <a:rPr lang="en-US" b="1" dirty="0"/>
              <a:t> &lt; 0.0001)</a:t>
            </a:r>
          </a:p>
          <a:p>
            <a:pPr marL="0" indent="0">
              <a:buNone/>
            </a:pPr>
            <a:r>
              <a:rPr lang="en-US" b="1" dirty="0"/>
              <a:t>			return true;</a:t>
            </a:r>
          </a:p>
          <a:p>
            <a:pPr marL="0" indent="0">
              <a:buNone/>
            </a:pPr>
            <a:r>
              <a:rPr lang="en-US" b="1" dirty="0"/>
              <a:t>		else</a:t>
            </a:r>
          </a:p>
          <a:p>
            <a:pPr marL="0" indent="0">
              <a:buNone/>
            </a:pPr>
            <a:r>
              <a:rPr lang="en-US" b="1" dirty="0"/>
              <a:t>			return false;</a:t>
            </a:r>
          </a:p>
          <a:p>
            <a:pPr marL="0" indent="0">
              <a:buNone/>
            </a:pPr>
            <a:r>
              <a:rPr lang="en-US" b="1" dirty="0"/>
              <a:t>	}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75521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</TotalTime>
  <Words>288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Wisp</vt:lpstr>
      <vt:lpstr>The equals Method</vt:lpstr>
      <vt:lpstr>The Object Class has an equals method</vt:lpstr>
      <vt:lpstr>Override the equals Method</vt:lpstr>
      <vt:lpstr>Equals method for the Auto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equals Method</dc:title>
  <dc:creator>Ivonne Nelson</dc:creator>
  <cp:lastModifiedBy>NELSON, IVONNE</cp:lastModifiedBy>
  <cp:revision>1</cp:revision>
  <dcterms:created xsi:type="dcterms:W3CDTF">2023-01-16T22:04:48Z</dcterms:created>
  <dcterms:modified xsi:type="dcterms:W3CDTF">2025-01-16T23:46:42Z</dcterms:modified>
</cp:coreProperties>
</file>