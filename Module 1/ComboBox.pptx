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311" r:id="rId3"/>
    <p:sldId id="312" r:id="rId4"/>
    <p:sldId id="313" r:id="rId5"/>
    <p:sldId id="31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84695-A122-4D28-BF8F-F7C8BC41915A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38169-26CB-45F1-858D-F797AA58E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9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8B10681F-4B7B-171B-9162-130AB400B1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33B7C1-840B-4A9E-AE8E-3D9E8B5A10B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E5FE3788-D219-2E14-C7EB-73EBEE52E1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9513" y="674688"/>
            <a:ext cx="4498975" cy="3373437"/>
          </a:xfrm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7C9F5FB-4EFC-6508-8F4C-CE7A32B49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958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000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1494E433-A54F-C92A-E534-C8C31672A4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BD5D64-2A9F-4A68-AC0B-A01CA41446A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7955A8D-2583-CE59-20A6-947A2CC553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9513" y="674688"/>
            <a:ext cx="4498975" cy="3373437"/>
          </a:xfrm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B05AF8ED-8909-D81F-850D-6B2CDB52C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958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000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7EFD062F-84BD-EEE0-94D6-7B918678A2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2DE2BB-5D09-4094-8E78-69570256760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0640429A-9706-920B-F394-458479A9B9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9513" y="674688"/>
            <a:ext cx="4498975" cy="3373437"/>
          </a:xfrm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35F44BF4-61FA-5DC9-2F8E-F05E5EB3E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4958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000"/>
              <a:t>1. This is the code we used to create the select-a-day combo box in the previous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5E68D3E3-86CF-D622-270C-55605ACD6E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BD89A3-B979-463A-9EC9-FF6BD6A565F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56950BA1-C3EE-5076-6BBF-4E757F1E01E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79513" y="674688"/>
            <a:ext cx="4498975" cy="3373437"/>
          </a:xfrm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E54C62A-5D0E-3F76-A2BC-362735F36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08475"/>
            <a:ext cx="5162550" cy="4835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1000"/>
              <a:t>1. The setVisible and addActionListener methods should look familiar since we showed them with our previous components.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2. Combo boxes are non-editable by default.</a:t>
            </a:r>
          </a:p>
          <a:p>
            <a:pPr eaLnBrk="1" hangingPunct="1"/>
            <a:r>
              <a:rPr lang="en-US" altLang="en-US" sz="1000"/>
              <a:t>If you make a combo box editable, then it will have the combined functionality of a text box and a drop-down list.</a:t>
            </a:r>
          </a:p>
          <a:p>
            <a:pPr eaLnBrk="1" hangingPunct="1"/>
            <a:r>
              <a:rPr lang="en-US" altLang="en-US" sz="1000"/>
              <a:t>That's why they're called combo boxes.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If the user enters text into the top portion of an editable combo box, the drop-down options don’t change, but the selected value does change to the entered value, as evidenced by the returned value from getSelectedItem….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3. Note that getSelectedItem's return type is Object.</a:t>
            </a:r>
          </a:p>
          <a:p>
            <a:pPr eaLnBrk="1" hangingPunct="1"/>
            <a:r>
              <a:rPr lang="en-US" altLang="en-US" sz="1000"/>
              <a:t>So if you assign getSelectedItem to a string variable, you’ll need to use a cast operator like this: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String day = (String) daysBox.getSelectedItem();</a:t>
            </a:r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4. Normally, you'll store strings  (which are objects) in a combo box, but you can store any type of object.</a:t>
            </a:r>
          </a:p>
          <a:p>
            <a:pPr eaLnBrk="1" hangingPunct="1"/>
            <a:r>
              <a:rPr lang="en-US" altLang="en-US" sz="1000"/>
              <a:t>For example, you could store ImageIcon objects  (Chapter 16) in your combo box.</a:t>
            </a:r>
          </a:p>
          <a:p>
            <a:pPr eaLnBrk="1" hangingPunct="1"/>
            <a:endParaRPr lang="en-US" altLang="en-US" sz="1000"/>
          </a:p>
          <a:p>
            <a:pPr eaLnBrk="1" hangingPunct="1"/>
            <a:endParaRPr lang="en-US" altLang="en-US" sz="1000"/>
          </a:p>
          <a:p>
            <a:pPr eaLnBrk="1" hangingPunct="1"/>
            <a:r>
              <a:rPr lang="en-US" altLang="en-US" sz="1000"/>
              <a:t>5. What happens if the item argument is not in the list?</a:t>
            </a:r>
          </a:p>
          <a:p>
            <a:pPr eaLnBrk="1" hangingPunct="1"/>
            <a:r>
              <a:rPr lang="en-US" altLang="en-US" sz="1000"/>
              <a:t>If the combo box is uneditable, the combo box's current selection will not change.</a:t>
            </a:r>
          </a:p>
          <a:p>
            <a:pPr eaLnBrk="1" hangingPunct="1"/>
            <a:r>
              <a:rPr lang="en-US" altLang="en-US" sz="1000"/>
              <a:t>If the combo box is editable, the combo box's current selection will change to the item argument.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8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1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78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1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7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7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5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4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1865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3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34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58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51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4" y="341313"/>
            <a:ext cx="9438216" cy="7540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0" y="1524000"/>
            <a:ext cx="53594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78600" y="1524000"/>
            <a:ext cx="5361517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78600" y="4076700"/>
            <a:ext cx="5361517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303E8B4-6E0B-601E-379C-30651315BC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C304954B-567F-5C2D-D983-1746A5C85C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E92CE2-2EC6-4444-9D72-F132685200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75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E727E-B9A6-4D7F-AA89-44730D14D8D5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0D7634-3B6B-41FD-B4B3-2247DDB37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8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9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0B43-A4C3-DE70-FF03-691FA1AF4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/>
              <a:t>JComboBox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3F289-580E-25C4-99A1-515D48750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3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2">
            <a:extLst>
              <a:ext uri="{FF2B5EF4-FFF2-40B4-BE49-F238E27FC236}">
                <a16:creationId xmlns:a16="http://schemas.microsoft.com/office/drawing/2014/main" id="{48C3A259-11D0-F587-4819-B129D37C0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8" y="312738"/>
            <a:ext cx="7002462" cy="7540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JComboBox</a:t>
            </a:r>
            <a:r>
              <a:rPr lang="en-US" altLang="en-US" dirty="0"/>
              <a:t> Component</a:t>
            </a:r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71154960-2FC5-712A-161D-1B16F91D8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524000"/>
            <a:ext cx="7848600" cy="50292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A </a:t>
            </a:r>
            <a:r>
              <a:rPr lang="en-US" altLang="en-US" sz="2400" i="1" dirty="0"/>
              <a:t>combo box</a:t>
            </a:r>
            <a:r>
              <a:rPr lang="en-US" altLang="en-US" sz="2400" dirty="0"/>
              <a:t> allows the user to select an item from a list of items.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Combo boxes are sometimes called </a:t>
            </a:r>
            <a:r>
              <a:rPr lang="en-US" altLang="en-US" sz="2400" i="1" dirty="0"/>
              <a:t>drop-down lists</a:t>
            </a:r>
            <a:r>
              <a:rPr lang="en-US" altLang="en-US" sz="2400" dirty="0"/>
              <a:t> because when you click the combo box's down arrow, a list of selection items drops down.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After a selection is made, the item list disappears and only the selected item is displayed.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Combo boxes are called "combo boxes" because they are a combination of a text box (normally, they look like a text box) and a list (when the down arrow is clicked, they look like a list).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>
            <a:extLst>
              <a:ext uri="{FF2B5EF4-FFF2-40B4-BE49-F238E27FC236}">
                <a16:creationId xmlns:a16="http://schemas.microsoft.com/office/drawing/2014/main" id="{3501CCC8-FC5F-DB90-78AA-75AA3439E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8" y="304801"/>
            <a:ext cx="7078662" cy="754063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JComboBox</a:t>
            </a:r>
            <a:r>
              <a:rPr lang="en-US" altLang="en-US" dirty="0"/>
              <a:t> Component</a:t>
            </a:r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9EC38E23-12AF-53A6-F768-E08FBB5592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0" y="1524000"/>
            <a:ext cx="7848600" cy="7620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/>
              <a:t>Example: the user selects a day from among the five weekdays</a:t>
            </a:r>
          </a:p>
        </p:txBody>
      </p:sp>
      <p:sp>
        <p:nvSpPr>
          <p:cNvPr id="122885" name="Text Box 13">
            <a:extLst>
              <a:ext uri="{FF2B5EF4-FFF2-40B4-BE49-F238E27FC236}">
                <a16:creationId xmlns:a16="http://schemas.microsoft.com/office/drawing/2014/main" id="{56AA817A-9357-A9B7-7B00-FF1DD4576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566989"/>
            <a:ext cx="1981200" cy="376237"/>
          </a:xfrm>
          <a:prstGeom prst="rect">
            <a:avLst/>
          </a:prstGeom>
          <a:solidFill>
            <a:srgbClr val="CCFFCC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</a:rPr>
              <a:t>1. Initial display:</a:t>
            </a:r>
          </a:p>
        </p:txBody>
      </p:sp>
      <p:sp>
        <p:nvSpPr>
          <p:cNvPr id="122886" name="Text Box 15">
            <a:extLst>
              <a:ext uri="{FF2B5EF4-FFF2-40B4-BE49-F238E27FC236}">
                <a16:creationId xmlns:a16="http://schemas.microsoft.com/office/drawing/2014/main" id="{F08B1FD7-B2E4-C684-54F4-C4B18F10E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566989"/>
            <a:ext cx="3733800" cy="376237"/>
          </a:xfrm>
          <a:prstGeom prst="rect">
            <a:avLst/>
          </a:prstGeom>
          <a:solidFill>
            <a:srgbClr val="CCFFCC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</a:rPr>
              <a:t>2. After user clicks on down arrow:</a:t>
            </a:r>
          </a:p>
        </p:txBody>
      </p:sp>
      <p:sp>
        <p:nvSpPr>
          <p:cNvPr id="122887" name="Text Box 18">
            <a:extLst>
              <a:ext uri="{FF2B5EF4-FFF2-40B4-BE49-F238E27FC236}">
                <a16:creationId xmlns:a16="http://schemas.microsoft.com/office/drawing/2014/main" id="{D932F2C7-09C9-D545-8ED7-F04B7989C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29164"/>
            <a:ext cx="3581400" cy="376237"/>
          </a:xfrm>
          <a:prstGeom prst="rect">
            <a:avLst/>
          </a:prstGeom>
          <a:solidFill>
            <a:srgbClr val="CCFFCC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>
                <a:solidFill>
                  <a:srgbClr val="000000"/>
                </a:solidFill>
              </a:rPr>
              <a:t>3. After user clicks on Thursday:</a:t>
            </a:r>
          </a:p>
        </p:txBody>
      </p:sp>
      <p:pic>
        <p:nvPicPr>
          <p:cNvPr id="122888" name="Picture 11">
            <a:extLst>
              <a:ext uri="{FF2B5EF4-FFF2-40B4-BE49-F238E27FC236}">
                <a16:creationId xmlns:a16="http://schemas.microsoft.com/office/drawing/2014/main" id="{38A1B622-DDFF-A3D5-6D9B-42D1661F4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124200"/>
            <a:ext cx="3657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9" name="Picture 14">
            <a:extLst>
              <a:ext uri="{FF2B5EF4-FFF2-40B4-BE49-F238E27FC236}">
                <a16:creationId xmlns:a16="http://schemas.microsoft.com/office/drawing/2014/main" id="{D8C307A0-D642-669B-C864-D534B2EA2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3124200"/>
            <a:ext cx="39100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0" name="Picture 15">
            <a:extLst>
              <a:ext uri="{FF2B5EF4-FFF2-40B4-BE49-F238E27FC236}">
                <a16:creationId xmlns:a16="http://schemas.microsoft.com/office/drawing/2014/main" id="{A3F3B2D1-FDC3-3AF1-F97A-A0F75411D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334000"/>
            <a:ext cx="3657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2">
            <a:extLst>
              <a:ext uri="{FF2B5EF4-FFF2-40B4-BE49-F238E27FC236}">
                <a16:creationId xmlns:a16="http://schemas.microsoft.com/office/drawing/2014/main" id="{E8C8D795-84EE-F899-4A8E-205DDF472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8" y="312738"/>
            <a:ext cx="7002462" cy="7540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JComboBox</a:t>
            </a:r>
            <a:r>
              <a:rPr lang="en-US" altLang="en-US" dirty="0"/>
              <a:t> Component</a:t>
            </a:r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B88DFFDE-FEDD-29C4-F9D6-5E06DAFAEF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43250" y="1352550"/>
            <a:ext cx="7848600" cy="5029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How to implement a combo box:</a:t>
            </a:r>
          </a:p>
          <a:p>
            <a:pPr marL="838200" lvl="1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Create an array of list options:</a:t>
            </a:r>
          </a:p>
          <a:p>
            <a:pPr marL="1257300" lvl="2" indent="-342900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 private String[] days =</a:t>
            </a:r>
          </a:p>
          <a:p>
            <a:pPr marL="1257300" lvl="2" indent="-342900" eaLnBrk="1" hangingPunct="1">
              <a:spcAft>
                <a:spcPct val="50000"/>
              </a:spcAft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    {"Monday", "Tuesday", "Wednesday", "Thursday", "Friday"};</a:t>
            </a:r>
          </a:p>
          <a:p>
            <a:pPr marL="838200" lvl="1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</a:rPr>
              <a:t>Create a combo-box object by passing the array to the </a:t>
            </a:r>
            <a:r>
              <a:rPr lang="en-US" altLang="en-US" sz="2400" dirty="0" err="1">
                <a:solidFill>
                  <a:schemeClr val="tx1"/>
                </a:solidFill>
              </a:rPr>
              <a:t>JComboBox</a:t>
            </a:r>
            <a:r>
              <a:rPr lang="en-US" altLang="en-US" sz="2400" dirty="0">
                <a:solidFill>
                  <a:schemeClr val="tx1"/>
                </a:solidFill>
              </a:rPr>
              <a:t> constructor:</a:t>
            </a:r>
          </a:p>
          <a:p>
            <a:pPr marL="1257300" lvl="2" indent="-342900"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lang="en-US" altLang="en-US" sz="2400" b="1" dirty="0" err="1">
                <a:solidFill>
                  <a:schemeClr val="tx1"/>
                </a:solidFill>
              </a:rPr>
              <a:t>JComboBox</a:t>
            </a:r>
            <a:r>
              <a:rPr lang="en-US" altLang="en-US" sz="2400" b="1" dirty="0">
                <a:solidFill>
                  <a:schemeClr val="tx1"/>
                </a:solidFill>
              </a:rPr>
              <a:t>&lt;String&gt; </a:t>
            </a:r>
            <a:r>
              <a:rPr lang="en-US" altLang="en-US" sz="2400" b="1" dirty="0" err="1">
                <a:solidFill>
                  <a:schemeClr val="tx1"/>
                </a:solidFill>
              </a:rPr>
              <a:t>daysBox</a:t>
            </a:r>
            <a:r>
              <a:rPr lang="en-US" altLang="en-US" sz="2400" b="1" dirty="0">
                <a:solidFill>
                  <a:schemeClr val="tx1"/>
                </a:solidFill>
              </a:rPr>
              <a:t> = new </a:t>
            </a:r>
            <a:r>
              <a:rPr lang="en-US" altLang="en-US" sz="2400" b="1" dirty="0" err="1">
                <a:solidFill>
                  <a:schemeClr val="tx1"/>
                </a:solidFill>
              </a:rPr>
              <a:t>JComboBox</a:t>
            </a:r>
            <a:r>
              <a:rPr lang="en-US" altLang="en-US" sz="2400" b="1" dirty="0">
                <a:solidFill>
                  <a:schemeClr val="tx1"/>
                </a:solidFill>
              </a:rPr>
              <a:t>&lt;&gt;(days);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>
            <a:extLst>
              <a:ext uri="{FF2B5EF4-FFF2-40B4-BE49-F238E27FC236}">
                <a16:creationId xmlns:a16="http://schemas.microsoft.com/office/drawing/2014/main" id="{D01B2FAD-D8A3-7B61-2569-4E80BC9C8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4938" y="304801"/>
            <a:ext cx="7002462" cy="7540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JComboBox</a:t>
            </a:r>
            <a:r>
              <a:rPr lang="en-US" altLang="en-US" dirty="0"/>
              <a:t> Component Methods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DBC1F51-A70A-10F2-F777-378D04C17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1247775"/>
            <a:ext cx="7848600" cy="5029200"/>
          </a:xfrm>
        </p:spPr>
        <p:txBody>
          <a:bodyPr>
            <a:noAutofit/>
          </a:bodyPr>
          <a:lstStyle/>
          <a:p>
            <a:pPr marL="457200" lvl="1" indent="0" eaLnBrk="1" hangingPunct="1">
              <a:spcBef>
                <a:spcPts val="200"/>
              </a:spcBef>
              <a:buNone/>
            </a:pPr>
            <a:r>
              <a:rPr lang="en-US" altLang="en-US" sz="2400" b="1" dirty="0"/>
              <a:t>void </a:t>
            </a:r>
            <a:r>
              <a:rPr lang="en-US" altLang="en-US" sz="2400" b="1" dirty="0" err="1"/>
              <a:t>setVisible</a:t>
            </a:r>
            <a:r>
              <a:rPr lang="en-US" altLang="en-US" sz="2400" b="1" dirty="0"/>
              <a:t>(</a:t>
            </a:r>
            <a:r>
              <a:rPr lang="en-US" altLang="en-US" sz="2400" b="1" dirty="0" err="1"/>
              <a:t>boolean</a:t>
            </a:r>
            <a:r>
              <a:rPr lang="en-US" altLang="en-US" sz="2400" b="1" dirty="0"/>
              <a:t> flag)</a:t>
            </a:r>
          </a:p>
          <a:p>
            <a:pPr marL="914400" lvl="2" indent="0" eaLnBrk="1" hangingPunct="1">
              <a:spcBef>
                <a:spcPts val="200"/>
              </a:spcBef>
              <a:buNone/>
            </a:pPr>
            <a:r>
              <a:rPr lang="en-US" altLang="en-US" sz="2400" dirty="0"/>
              <a:t>Makes the component visible or invisible.</a:t>
            </a:r>
          </a:p>
          <a:p>
            <a:pPr marL="457200" lvl="1" indent="0" eaLnBrk="1" hangingPunct="1">
              <a:spcBef>
                <a:spcPts val="200"/>
              </a:spcBef>
              <a:buNone/>
            </a:pPr>
            <a:r>
              <a:rPr lang="en-US" altLang="en-US" sz="2400" b="1" dirty="0"/>
              <a:t>void </a:t>
            </a:r>
            <a:r>
              <a:rPr lang="en-US" altLang="en-US" sz="2400" b="1" dirty="0" err="1"/>
              <a:t>setEditable</a:t>
            </a:r>
            <a:r>
              <a:rPr lang="en-US" altLang="en-US" sz="2400" b="1" dirty="0"/>
              <a:t>(</a:t>
            </a:r>
            <a:r>
              <a:rPr lang="en-US" altLang="en-US" sz="2400" b="1" dirty="0" err="1"/>
              <a:t>boolean</a:t>
            </a:r>
            <a:r>
              <a:rPr lang="en-US" altLang="en-US" sz="2400" b="1" dirty="0"/>
              <a:t> flag)</a:t>
            </a:r>
          </a:p>
          <a:p>
            <a:pPr marL="914400" lvl="2" indent="0" eaLnBrk="1" hangingPunct="1">
              <a:spcBef>
                <a:spcPts val="200"/>
              </a:spcBef>
              <a:buNone/>
            </a:pPr>
            <a:r>
              <a:rPr lang="en-US" altLang="en-US" sz="2400" dirty="0"/>
              <a:t>Makes the combo box's top portion editable or non-editable.</a:t>
            </a:r>
          </a:p>
          <a:p>
            <a:pPr marL="457200" lvl="1" indent="0" eaLnBrk="1" hangingPunct="1">
              <a:spcBef>
                <a:spcPts val="200"/>
              </a:spcBef>
              <a:buNone/>
            </a:pPr>
            <a:r>
              <a:rPr lang="en-US" altLang="en-US" sz="2400" b="1" dirty="0"/>
              <a:t>Object </a:t>
            </a:r>
            <a:r>
              <a:rPr lang="en-US" altLang="en-US" sz="2400" b="1" dirty="0" err="1"/>
              <a:t>getSelectedItem</a:t>
            </a:r>
            <a:r>
              <a:rPr lang="en-US" altLang="en-US" sz="2400" b="1" dirty="0"/>
              <a:t>()</a:t>
            </a:r>
          </a:p>
          <a:p>
            <a:pPr marL="914400" lvl="2" indent="0" eaLnBrk="1" hangingPunct="1">
              <a:spcBef>
                <a:spcPts val="200"/>
              </a:spcBef>
              <a:buNone/>
            </a:pPr>
            <a:r>
              <a:rPr lang="en-US" altLang="en-US" sz="2400" dirty="0"/>
              <a:t>Returns the item that is currently selected.</a:t>
            </a:r>
          </a:p>
          <a:p>
            <a:pPr marL="457200" lvl="1" indent="0" eaLnBrk="1" hangingPunct="1">
              <a:spcBef>
                <a:spcPts val="200"/>
              </a:spcBef>
              <a:buNone/>
            </a:pPr>
            <a:r>
              <a:rPr lang="en-US" altLang="en-US" sz="2400" b="1" dirty="0"/>
              <a:t>void </a:t>
            </a:r>
            <a:r>
              <a:rPr lang="en-US" altLang="en-US" sz="2400" b="1" dirty="0" err="1"/>
              <a:t>setSelectedItem</a:t>
            </a:r>
            <a:r>
              <a:rPr lang="en-US" altLang="en-US" sz="2400" b="1" dirty="0"/>
              <a:t>(Object item)</a:t>
            </a:r>
          </a:p>
          <a:p>
            <a:pPr marL="914400" lvl="2" indent="0" eaLnBrk="1" hangingPunct="1">
              <a:spcBef>
                <a:spcPts val="200"/>
              </a:spcBef>
              <a:buNone/>
            </a:pPr>
            <a:r>
              <a:rPr lang="en-US" altLang="en-US" sz="2400" dirty="0"/>
              <a:t>Changes the currently selected item to the item that's passed in.</a:t>
            </a:r>
          </a:p>
          <a:p>
            <a:pPr marL="457200" lvl="1" indent="0" eaLnBrk="1" hangingPunct="1">
              <a:spcBef>
                <a:spcPts val="200"/>
              </a:spcBef>
              <a:buNone/>
            </a:pPr>
            <a:r>
              <a:rPr lang="en-US" altLang="en-US" sz="2400" b="1" dirty="0"/>
              <a:t>void </a:t>
            </a:r>
            <a:r>
              <a:rPr lang="en-US" altLang="en-US" sz="2400" b="1" dirty="0" err="1"/>
              <a:t>addActionListener</a:t>
            </a:r>
            <a:r>
              <a:rPr lang="en-US" altLang="en-US" sz="2400" b="1" dirty="0"/>
              <a:t>(ActionListener listener)</a:t>
            </a:r>
          </a:p>
          <a:p>
            <a:pPr marL="914400" lvl="2" indent="0" eaLnBrk="1" hangingPunct="1">
              <a:spcBef>
                <a:spcPts val="200"/>
              </a:spcBef>
              <a:buNone/>
            </a:pPr>
            <a:r>
              <a:rPr lang="en-US" altLang="en-US" sz="2400" dirty="0"/>
              <a:t>Adds a listener to the combo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537</Words>
  <Application>Microsoft Office PowerPoint</Application>
  <PresentationFormat>Widescreen</PresentationFormat>
  <Paragraphs>56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Tahoma</vt:lpstr>
      <vt:lpstr>Wingdings</vt:lpstr>
      <vt:lpstr>Wingdings 3</vt:lpstr>
      <vt:lpstr>Wisp</vt:lpstr>
      <vt:lpstr>Java JComboBox</vt:lpstr>
      <vt:lpstr>JComboBox Component</vt:lpstr>
      <vt:lpstr>JComboBox Component</vt:lpstr>
      <vt:lpstr>JComboBox Component</vt:lpstr>
      <vt:lpstr>JComboBox Component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NELSON, IVONNE</dc:creator>
  <cp:lastModifiedBy>NELSON, IVONNE</cp:lastModifiedBy>
  <cp:revision>2</cp:revision>
  <dcterms:created xsi:type="dcterms:W3CDTF">2024-06-10T20:16:12Z</dcterms:created>
  <dcterms:modified xsi:type="dcterms:W3CDTF">2024-06-10T20:27:56Z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2024-06-10T20:27:46Z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bc246132-f3e4-4249-be7b-2f45a6cbc555</vt:lpwstr>
  </property>
  <property fmtid="{D5CDD505-2E9C-101B-9397-08002B2CF9AE}" pid="8" name="MSIP_Label_d8bb7484-22c2-4b98-9fb8-3ab13d821527_ContentBits">
    <vt:lpwstr>0</vt:lpwstr>
  </property>
</Properties>
</file>