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39" autoAdjust="0"/>
  </p:normalViewPr>
  <p:slideViewPr>
    <p:cSldViewPr>
      <p:cViewPr varScale="1">
        <p:scale>
          <a:sx n="81" d="100"/>
          <a:sy n="81" d="100"/>
        </p:scale>
        <p:origin x="1596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322CCE3-2710-4353-AE17-F8806386B9AF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8984046-3AEE-4788-A32D-68C7293D0522}">
      <dgm:prSet custT="1"/>
      <dgm:spPr/>
      <dgm:t>
        <a:bodyPr/>
        <a:lstStyle/>
        <a:p>
          <a:r>
            <a:rPr lang="en-US" sz="3200" dirty="0"/>
            <a:t>static double </a:t>
          </a:r>
          <a:r>
            <a:rPr lang="en-US" sz="3200" dirty="0" err="1"/>
            <a:t>Math.random</a:t>
          </a:r>
          <a:r>
            <a:rPr lang="en-US" sz="3200" dirty="0"/>
            <a:t>( ) </a:t>
          </a:r>
        </a:p>
      </dgm:t>
    </dgm:pt>
    <dgm:pt modelId="{A0AAE5B1-24F2-4BEE-93AD-06D882C8A407}" type="parTrans" cxnId="{5094D82E-21C3-42D2-A9FB-C4013875B5A7}">
      <dgm:prSet/>
      <dgm:spPr/>
      <dgm:t>
        <a:bodyPr/>
        <a:lstStyle/>
        <a:p>
          <a:endParaRPr lang="en-US"/>
        </a:p>
      </dgm:t>
    </dgm:pt>
    <dgm:pt modelId="{664D5D8F-6ACD-45AE-97C9-EBE031D6B802}" type="sibTrans" cxnId="{5094D82E-21C3-42D2-A9FB-C4013875B5A7}">
      <dgm:prSet/>
      <dgm:spPr/>
      <dgm:t>
        <a:bodyPr/>
        <a:lstStyle/>
        <a:p>
          <a:endParaRPr lang="en-US"/>
        </a:p>
      </dgm:t>
    </dgm:pt>
    <dgm:pt modelId="{F89F7335-01B6-4D10-B48C-F418ED1638B3}">
      <dgm:prSet/>
      <dgm:spPr/>
      <dgm:t>
        <a:bodyPr/>
        <a:lstStyle/>
        <a:p>
          <a:pPr>
            <a:buFontTx/>
            <a:buNone/>
          </a:pPr>
          <a:r>
            <a:rPr lang="en-US"/>
            <a:t>returns a double value with a positive sign, greater than or equal to 0.0 and less than 1.0</a:t>
          </a:r>
        </a:p>
      </dgm:t>
    </dgm:pt>
    <dgm:pt modelId="{4F2D8A00-0CA2-473B-AA14-9E00173E6875}" type="parTrans" cxnId="{059352ED-C759-44A4-A1D2-279AB550A2F7}">
      <dgm:prSet/>
      <dgm:spPr/>
      <dgm:t>
        <a:bodyPr/>
        <a:lstStyle/>
        <a:p>
          <a:endParaRPr lang="en-US"/>
        </a:p>
      </dgm:t>
    </dgm:pt>
    <dgm:pt modelId="{14D4C1A4-4A15-4908-9DD3-97275FB5A3E4}" type="sibTrans" cxnId="{059352ED-C759-44A4-A1D2-279AB550A2F7}">
      <dgm:prSet/>
      <dgm:spPr/>
      <dgm:t>
        <a:bodyPr/>
        <a:lstStyle/>
        <a:p>
          <a:endParaRPr lang="en-US"/>
        </a:p>
      </dgm:t>
    </dgm:pt>
    <dgm:pt modelId="{F6E16165-45B4-454E-B753-4A554792A6DA}">
      <dgm:prSet/>
      <dgm:spPr/>
      <dgm:t>
        <a:bodyPr/>
        <a:lstStyle/>
        <a:p>
          <a:pPr>
            <a:buFontTx/>
            <a:buNone/>
          </a:pPr>
          <a:r>
            <a:rPr lang="en-US"/>
            <a:t>For example, if you need an int in the range 1 to 10, the following code could be used.</a:t>
          </a:r>
        </a:p>
      </dgm:t>
    </dgm:pt>
    <dgm:pt modelId="{7DF65E4D-D7C7-4BEE-BE30-D83DBA810B1D}" type="parTrans" cxnId="{F46D18BD-AF2B-472D-8C1A-4E872DAE94A6}">
      <dgm:prSet/>
      <dgm:spPr/>
      <dgm:t>
        <a:bodyPr/>
        <a:lstStyle/>
        <a:p>
          <a:endParaRPr lang="en-US"/>
        </a:p>
      </dgm:t>
    </dgm:pt>
    <dgm:pt modelId="{013BBB1F-AB8A-4D3F-87FF-8C4ED7BA6CC3}" type="sibTrans" cxnId="{F46D18BD-AF2B-472D-8C1A-4E872DAE94A6}">
      <dgm:prSet/>
      <dgm:spPr/>
      <dgm:t>
        <a:bodyPr/>
        <a:lstStyle/>
        <a:p>
          <a:endParaRPr lang="en-US"/>
        </a:p>
      </dgm:t>
    </dgm:pt>
    <dgm:pt modelId="{5E825492-CAAA-4785-AB29-41EFD8FEB249}">
      <dgm:prSet/>
      <dgm:spPr/>
      <dgm:t>
        <a:bodyPr/>
        <a:lstStyle/>
        <a:p>
          <a:pPr>
            <a:buFontTx/>
            <a:buNone/>
          </a:pPr>
          <a:r>
            <a:rPr lang="en-US" b="1" dirty="0"/>
            <a:t>     int n = (int)(10.0 * </a:t>
          </a:r>
          <a:r>
            <a:rPr lang="en-US" b="1" dirty="0" err="1"/>
            <a:t>Math.random</a:t>
          </a:r>
          <a:r>
            <a:rPr lang="en-US" b="1" dirty="0"/>
            <a:t>()) + 1;</a:t>
          </a:r>
        </a:p>
      </dgm:t>
    </dgm:pt>
    <dgm:pt modelId="{71A464EF-ACD1-4032-A0A9-DD556ECE74FD}" type="parTrans" cxnId="{C9EBB493-AB53-43BE-894A-986A74543807}">
      <dgm:prSet/>
      <dgm:spPr/>
      <dgm:t>
        <a:bodyPr/>
        <a:lstStyle/>
        <a:p>
          <a:endParaRPr lang="en-US"/>
        </a:p>
      </dgm:t>
    </dgm:pt>
    <dgm:pt modelId="{5CF5BECF-4056-4C34-8CC2-5E8ADA455A22}" type="sibTrans" cxnId="{C9EBB493-AB53-43BE-894A-986A74543807}">
      <dgm:prSet/>
      <dgm:spPr/>
      <dgm:t>
        <a:bodyPr/>
        <a:lstStyle/>
        <a:p>
          <a:endParaRPr lang="en-US"/>
        </a:p>
      </dgm:t>
    </dgm:pt>
    <dgm:pt modelId="{72CC096E-F3C8-4DB6-97ED-DD80600A63BB}">
      <dgm:prSet custT="1"/>
      <dgm:spPr/>
      <dgm:t>
        <a:bodyPr/>
        <a:lstStyle/>
        <a:p>
          <a:r>
            <a:rPr lang="en-US" sz="3600" dirty="0"/>
            <a:t>Here is the math:</a:t>
          </a:r>
        </a:p>
      </dgm:t>
    </dgm:pt>
    <dgm:pt modelId="{B7F07E7D-9ECB-424D-A416-AE8F59836A87}" type="parTrans" cxnId="{A70B381B-7DA2-4D78-A653-E49E5D40AA35}">
      <dgm:prSet/>
      <dgm:spPr/>
      <dgm:t>
        <a:bodyPr/>
        <a:lstStyle/>
        <a:p>
          <a:endParaRPr lang="en-US"/>
        </a:p>
      </dgm:t>
    </dgm:pt>
    <dgm:pt modelId="{2F4BF3F0-091C-486B-B87E-7C64225CCFBB}" type="sibTrans" cxnId="{A70B381B-7DA2-4D78-A653-E49E5D40AA35}">
      <dgm:prSet/>
      <dgm:spPr/>
      <dgm:t>
        <a:bodyPr/>
        <a:lstStyle/>
        <a:p>
          <a:endParaRPr lang="en-US"/>
        </a:p>
      </dgm:t>
    </dgm:pt>
    <dgm:pt modelId="{5AF20273-948B-456A-A7AF-2022BAD689FB}">
      <dgm:prSet/>
      <dgm:spPr/>
      <dgm:t>
        <a:bodyPr/>
        <a:lstStyle/>
        <a:p>
          <a:pPr>
            <a:buFontTx/>
            <a:buNone/>
          </a:pPr>
          <a:r>
            <a:rPr lang="en-US" dirty="0" err="1"/>
            <a:t>Math.random</a:t>
          </a:r>
          <a:r>
            <a:rPr lang="en-US" dirty="0"/>
            <a:t>() yields </a:t>
          </a:r>
        </a:p>
      </dgm:t>
    </dgm:pt>
    <dgm:pt modelId="{2FE11CB1-CD40-4028-AAB5-60315C7260A4}" type="parTrans" cxnId="{DA09009E-A6F8-4542-94C6-4AD49C3E2939}">
      <dgm:prSet/>
      <dgm:spPr/>
      <dgm:t>
        <a:bodyPr/>
        <a:lstStyle/>
        <a:p>
          <a:endParaRPr lang="en-US"/>
        </a:p>
      </dgm:t>
    </dgm:pt>
    <dgm:pt modelId="{2107A671-C274-4EDE-BC89-001B1ACB7823}" type="sibTrans" cxnId="{DA09009E-A6F8-4542-94C6-4AD49C3E2939}">
      <dgm:prSet/>
      <dgm:spPr/>
      <dgm:t>
        <a:bodyPr/>
        <a:lstStyle/>
        <a:p>
          <a:endParaRPr lang="en-US"/>
        </a:p>
      </dgm:t>
    </dgm:pt>
    <dgm:pt modelId="{B494FC58-3E17-42C2-B1C2-FB10E49FAE8A}">
      <dgm:prSet/>
      <dgm:spPr/>
      <dgm:t>
        <a:bodyPr/>
        <a:lstStyle/>
        <a:p>
          <a:pPr>
            <a:buFontTx/>
            <a:buNone/>
          </a:pPr>
          <a:r>
            <a:rPr lang="en-US" dirty="0"/>
            <a:t>Multiply by 10 to get </a:t>
          </a:r>
        </a:p>
      </dgm:t>
    </dgm:pt>
    <dgm:pt modelId="{36BBF1B9-BDA2-4359-BB17-95D1BE343D35}" type="parTrans" cxnId="{90F986B1-2B25-4869-B5B7-3C535CE63139}">
      <dgm:prSet/>
      <dgm:spPr/>
      <dgm:t>
        <a:bodyPr/>
        <a:lstStyle/>
        <a:p>
          <a:endParaRPr lang="en-US"/>
        </a:p>
      </dgm:t>
    </dgm:pt>
    <dgm:pt modelId="{0712AF97-7B14-448B-BB3A-4BED1040135E}" type="sibTrans" cxnId="{90F986B1-2B25-4869-B5B7-3C535CE63139}">
      <dgm:prSet/>
      <dgm:spPr/>
      <dgm:t>
        <a:bodyPr/>
        <a:lstStyle/>
        <a:p>
          <a:endParaRPr lang="en-US"/>
        </a:p>
      </dgm:t>
    </dgm:pt>
    <dgm:pt modelId="{3FAF5E7D-A800-41DA-B9F2-B31EB6018397}">
      <dgm:prSet/>
      <dgm:spPr/>
      <dgm:t>
        <a:bodyPr/>
        <a:lstStyle/>
        <a:p>
          <a:pPr>
            <a:buFontTx/>
            <a:buNone/>
          </a:pPr>
          <a:r>
            <a:rPr lang="en-US"/>
            <a:t>Cast to int yields </a:t>
          </a:r>
        </a:p>
      </dgm:t>
    </dgm:pt>
    <dgm:pt modelId="{128ECE3F-8FD4-4EE8-BF57-A63B51B31B46}" type="parTrans" cxnId="{9853AB68-4E6B-418E-B6E3-8321CE96AE43}">
      <dgm:prSet/>
      <dgm:spPr/>
      <dgm:t>
        <a:bodyPr/>
        <a:lstStyle/>
        <a:p>
          <a:endParaRPr lang="en-US"/>
        </a:p>
      </dgm:t>
    </dgm:pt>
    <dgm:pt modelId="{D8A6EE9F-9BD1-484C-BB08-46DD66EDB371}" type="sibTrans" cxnId="{9853AB68-4E6B-418E-B6E3-8321CE96AE43}">
      <dgm:prSet/>
      <dgm:spPr/>
      <dgm:t>
        <a:bodyPr/>
        <a:lstStyle/>
        <a:p>
          <a:endParaRPr lang="en-US"/>
        </a:p>
      </dgm:t>
    </dgm:pt>
    <dgm:pt modelId="{71DE0662-456C-45FB-BBFD-BF077CFC1129}">
      <dgm:prSet/>
      <dgm:spPr/>
      <dgm:t>
        <a:bodyPr/>
        <a:lstStyle/>
        <a:p>
          <a:pPr>
            <a:buFontTx/>
            <a:buNone/>
          </a:pPr>
          <a:r>
            <a:rPr lang="en-US" dirty="0"/>
            <a:t>Adding 1 gives us</a:t>
          </a:r>
        </a:p>
      </dgm:t>
    </dgm:pt>
    <dgm:pt modelId="{742F57D7-4C93-415A-A5D1-506A8F5534A9}" type="parTrans" cxnId="{0BAF07E3-0C88-4481-9D98-5133EF3ED48A}">
      <dgm:prSet/>
      <dgm:spPr/>
      <dgm:t>
        <a:bodyPr/>
        <a:lstStyle/>
        <a:p>
          <a:endParaRPr lang="en-US"/>
        </a:p>
      </dgm:t>
    </dgm:pt>
    <dgm:pt modelId="{B613708C-3D77-4554-96AD-48F92CCE36D0}" type="sibTrans" cxnId="{0BAF07E3-0C88-4481-9D98-5133EF3ED48A}">
      <dgm:prSet/>
      <dgm:spPr/>
      <dgm:t>
        <a:bodyPr/>
        <a:lstStyle/>
        <a:p>
          <a:endParaRPr lang="en-US"/>
        </a:p>
      </dgm:t>
    </dgm:pt>
    <dgm:pt modelId="{0171DDA9-28EB-4E41-B981-2C11B928A429}" type="pres">
      <dgm:prSet presAssocID="{4322CCE3-2710-4353-AE17-F8806386B9AF}" presName="Name0" presStyleCnt="0">
        <dgm:presLayoutVars>
          <dgm:dir/>
          <dgm:animLvl val="lvl"/>
          <dgm:resizeHandles val="exact"/>
        </dgm:presLayoutVars>
      </dgm:prSet>
      <dgm:spPr/>
    </dgm:pt>
    <dgm:pt modelId="{89677569-7D75-43F9-812F-B8C93F9DCF76}" type="pres">
      <dgm:prSet presAssocID="{68984046-3AEE-4788-A32D-68C7293D0522}" presName="linNode" presStyleCnt="0"/>
      <dgm:spPr/>
    </dgm:pt>
    <dgm:pt modelId="{529DFFE7-3F08-471E-BFBF-D66AA7DDCE56}" type="pres">
      <dgm:prSet presAssocID="{68984046-3AEE-4788-A32D-68C7293D0522}" presName="parentText" presStyleLbl="node1" presStyleIdx="0" presStyleCnt="2" custScaleX="116314" custLinFactNeighborX="1132" custLinFactNeighborY="715">
        <dgm:presLayoutVars>
          <dgm:chMax val="1"/>
          <dgm:bulletEnabled val="1"/>
        </dgm:presLayoutVars>
      </dgm:prSet>
      <dgm:spPr/>
    </dgm:pt>
    <dgm:pt modelId="{B3BFD949-C7CB-4AC1-A4B7-677EC3D6F0E3}" type="pres">
      <dgm:prSet presAssocID="{68984046-3AEE-4788-A32D-68C7293D0522}" presName="descendantText" presStyleLbl="alignAccFollowNode1" presStyleIdx="0" presStyleCnt="2">
        <dgm:presLayoutVars>
          <dgm:bulletEnabled val="1"/>
        </dgm:presLayoutVars>
      </dgm:prSet>
      <dgm:spPr/>
    </dgm:pt>
    <dgm:pt modelId="{4E811B25-3C7B-4414-A9CE-E23E69A48DE8}" type="pres">
      <dgm:prSet presAssocID="{664D5D8F-6ACD-45AE-97C9-EBE031D6B802}" presName="sp" presStyleCnt="0"/>
      <dgm:spPr/>
    </dgm:pt>
    <dgm:pt modelId="{4C7C958E-D8DB-4476-90F1-B568DFC1CEAE}" type="pres">
      <dgm:prSet presAssocID="{72CC096E-F3C8-4DB6-97ED-DD80600A63BB}" presName="linNode" presStyleCnt="0"/>
      <dgm:spPr/>
    </dgm:pt>
    <dgm:pt modelId="{855E5554-9BF0-4300-9905-680C2439B44E}" type="pres">
      <dgm:prSet presAssocID="{72CC096E-F3C8-4DB6-97ED-DD80600A63BB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261E7FAD-0006-49A9-B9D8-55914C0ECCF2}" type="pres">
      <dgm:prSet presAssocID="{72CC096E-F3C8-4DB6-97ED-DD80600A63BB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70B381B-7DA2-4D78-A653-E49E5D40AA35}" srcId="{4322CCE3-2710-4353-AE17-F8806386B9AF}" destId="{72CC096E-F3C8-4DB6-97ED-DD80600A63BB}" srcOrd="1" destOrd="0" parTransId="{B7F07E7D-9ECB-424D-A416-AE8F59836A87}" sibTransId="{2F4BF3F0-091C-486B-B87E-7C64225CCFBB}"/>
    <dgm:cxn modelId="{8DDD0423-F312-4EE9-AEB8-2CE873E31EB4}" type="presOf" srcId="{68984046-3AEE-4788-A32D-68C7293D0522}" destId="{529DFFE7-3F08-471E-BFBF-D66AA7DDCE56}" srcOrd="0" destOrd="0" presId="urn:microsoft.com/office/officeart/2005/8/layout/vList5"/>
    <dgm:cxn modelId="{ACCCFA2C-A1BA-49D4-8437-873E57B4BFEB}" type="presOf" srcId="{4322CCE3-2710-4353-AE17-F8806386B9AF}" destId="{0171DDA9-28EB-4E41-B981-2C11B928A429}" srcOrd="0" destOrd="0" presId="urn:microsoft.com/office/officeart/2005/8/layout/vList5"/>
    <dgm:cxn modelId="{5094D82E-21C3-42D2-A9FB-C4013875B5A7}" srcId="{4322CCE3-2710-4353-AE17-F8806386B9AF}" destId="{68984046-3AEE-4788-A32D-68C7293D0522}" srcOrd="0" destOrd="0" parTransId="{A0AAE5B1-24F2-4BEE-93AD-06D882C8A407}" sibTransId="{664D5D8F-6ACD-45AE-97C9-EBE031D6B802}"/>
    <dgm:cxn modelId="{4A4C1667-B4A1-4945-97BB-F61B52088FD7}" type="presOf" srcId="{5AF20273-948B-456A-A7AF-2022BAD689FB}" destId="{261E7FAD-0006-49A9-B9D8-55914C0ECCF2}" srcOrd="0" destOrd="0" presId="urn:microsoft.com/office/officeart/2005/8/layout/vList5"/>
    <dgm:cxn modelId="{9853AB68-4E6B-418E-B6E3-8321CE96AE43}" srcId="{72CC096E-F3C8-4DB6-97ED-DD80600A63BB}" destId="{3FAF5E7D-A800-41DA-B9F2-B31EB6018397}" srcOrd="2" destOrd="0" parTransId="{128ECE3F-8FD4-4EE8-BF57-A63B51B31B46}" sibTransId="{D8A6EE9F-9BD1-484C-BB08-46DD66EDB371}"/>
    <dgm:cxn modelId="{7B224752-41B6-48D2-8350-FF30BA0C811F}" type="presOf" srcId="{71DE0662-456C-45FB-BBFD-BF077CFC1129}" destId="{261E7FAD-0006-49A9-B9D8-55914C0ECCF2}" srcOrd="0" destOrd="3" presId="urn:microsoft.com/office/officeart/2005/8/layout/vList5"/>
    <dgm:cxn modelId="{E3B3557C-36F7-4F5D-A9A3-210C2E1A5943}" type="presOf" srcId="{F6E16165-45B4-454E-B753-4A554792A6DA}" destId="{B3BFD949-C7CB-4AC1-A4B7-677EC3D6F0E3}" srcOrd="0" destOrd="1" presId="urn:microsoft.com/office/officeart/2005/8/layout/vList5"/>
    <dgm:cxn modelId="{1B732182-5F4A-4A1C-8CF4-A565BB14FC05}" type="presOf" srcId="{F89F7335-01B6-4D10-B48C-F418ED1638B3}" destId="{B3BFD949-C7CB-4AC1-A4B7-677EC3D6F0E3}" srcOrd="0" destOrd="0" presId="urn:microsoft.com/office/officeart/2005/8/layout/vList5"/>
    <dgm:cxn modelId="{C9EBB493-AB53-43BE-894A-986A74543807}" srcId="{68984046-3AEE-4788-A32D-68C7293D0522}" destId="{5E825492-CAAA-4785-AB29-41EFD8FEB249}" srcOrd="2" destOrd="0" parTransId="{71A464EF-ACD1-4032-A0A9-DD556ECE74FD}" sibTransId="{5CF5BECF-4056-4C34-8CC2-5E8ADA455A22}"/>
    <dgm:cxn modelId="{DA09009E-A6F8-4542-94C6-4AD49C3E2939}" srcId="{72CC096E-F3C8-4DB6-97ED-DD80600A63BB}" destId="{5AF20273-948B-456A-A7AF-2022BAD689FB}" srcOrd="0" destOrd="0" parTransId="{2FE11CB1-CD40-4028-AAB5-60315C7260A4}" sibTransId="{2107A671-C274-4EDE-BC89-001B1ACB7823}"/>
    <dgm:cxn modelId="{3AE68EAF-8693-4A2F-8E11-59A5EB63B289}" type="presOf" srcId="{72CC096E-F3C8-4DB6-97ED-DD80600A63BB}" destId="{855E5554-9BF0-4300-9905-680C2439B44E}" srcOrd="0" destOrd="0" presId="urn:microsoft.com/office/officeart/2005/8/layout/vList5"/>
    <dgm:cxn modelId="{90F986B1-2B25-4869-B5B7-3C535CE63139}" srcId="{72CC096E-F3C8-4DB6-97ED-DD80600A63BB}" destId="{B494FC58-3E17-42C2-B1C2-FB10E49FAE8A}" srcOrd="1" destOrd="0" parTransId="{36BBF1B9-BDA2-4359-BB17-95D1BE343D35}" sibTransId="{0712AF97-7B14-448B-BB3A-4BED1040135E}"/>
    <dgm:cxn modelId="{306A1EB4-F45B-4F46-B704-735BCC0F7233}" type="presOf" srcId="{5E825492-CAAA-4785-AB29-41EFD8FEB249}" destId="{B3BFD949-C7CB-4AC1-A4B7-677EC3D6F0E3}" srcOrd="0" destOrd="2" presId="urn:microsoft.com/office/officeart/2005/8/layout/vList5"/>
    <dgm:cxn modelId="{F46D18BD-AF2B-472D-8C1A-4E872DAE94A6}" srcId="{68984046-3AEE-4788-A32D-68C7293D0522}" destId="{F6E16165-45B4-454E-B753-4A554792A6DA}" srcOrd="1" destOrd="0" parTransId="{7DF65E4D-D7C7-4BEE-BE30-D83DBA810B1D}" sibTransId="{013BBB1F-AB8A-4D3F-87FF-8C4ED7BA6CC3}"/>
    <dgm:cxn modelId="{E832AAC4-FF03-4B61-97B7-DD232C929A19}" type="presOf" srcId="{3FAF5E7D-A800-41DA-B9F2-B31EB6018397}" destId="{261E7FAD-0006-49A9-B9D8-55914C0ECCF2}" srcOrd="0" destOrd="2" presId="urn:microsoft.com/office/officeart/2005/8/layout/vList5"/>
    <dgm:cxn modelId="{0BAF07E3-0C88-4481-9D98-5133EF3ED48A}" srcId="{72CC096E-F3C8-4DB6-97ED-DD80600A63BB}" destId="{71DE0662-456C-45FB-BBFD-BF077CFC1129}" srcOrd="3" destOrd="0" parTransId="{742F57D7-4C93-415A-A5D1-506A8F5534A9}" sibTransId="{B613708C-3D77-4554-96AD-48F92CCE36D0}"/>
    <dgm:cxn modelId="{6D95CAE8-E884-42C2-B916-111EF16BC76B}" type="presOf" srcId="{B494FC58-3E17-42C2-B1C2-FB10E49FAE8A}" destId="{261E7FAD-0006-49A9-B9D8-55914C0ECCF2}" srcOrd="0" destOrd="1" presId="urn:microsoft.com/office/officeart/2005/8/layout/vList5"/>
    <dgm:cxn modelId="{059352ED-C759-44A4-A1D2-279AB550A2F7}" srcId="{68984046-3AEE-4788-A32D-68C7293D0522}" destId="{F89F7335-01B6-4D10-B48C-F418ED1638B3}" srcOrd="0" destOrd="0" parTransId="{4F2D8A00-0CA2-473B-AA14-9E00173E6875}" sibTransId="{14D4C1A4-4A15-4908-9DD3-97275FB5A3E4}"/>
    <dgm:cxn modelId="{730BDAD0-D38A-48DF-A353-EB63D982A5B3}" type="presParOf" srcId="{0171DDA9-28EB-4E41-B981-2C11B928A429}" destId="{89677569-7D75-43F9-812F-B8C93F9DCF76}" srcOrd="0" destOrd="0" presId="urn:microsoft.com/office/officeart/2005/8/layout/vList5"/>
    <dgm:cxn modelId="{A6CF4ACE-A5A0-4042-917F-CDEBF4C00664}" type="presParOf" srcId="{89677569-7D75-43F9-812F-B8C93F9DCF76}" destId="{529DFFE7-3F08-471E-BFBF-D66AA7DDCE56}" srcOrd="0" destOrd="0" presId="urn:microsoft.com/office/officeart/2005/8/layout/vList5"/>
    <dgm:cxn modelId="{70D6094B-03C5-43C4-9613-F986E2E5D5FA}" type="presParOf" srcId="{89677569-7D75-43F9-812F-B8C93F9DCF76}" destId="{B3BFD949-C7CB-4AC1-A4B7-677EC3D6F0E3}" srcOrd="1" destOrd="0" presId="urn:microsoft.com/office/officeart/2005/8/layout/vList5"/>
    <dgm:cxn modelId="{37A1161F-B0B7-4895-AD6F-34BC92FED324}" type="presParOf" srcId="{0171DDA9-28EB-4E41-B981-2C11B928A429}" destId="{4E811B25-3C7B-4414-A9CE-E23E69A48DE8}" srcOrd="1" destOrd="0" presId="urn:microsoft.com/office/officeart/2005/8/layout/vList5"/>
    <dgm:cxn modelId="{2C6C33A8-CC00-4566-9CE9-6B1F1FBFCB25}" type="presParOf" srcId="{0171DDA9-28EB-4E41-B981-2C11B928A429}" destId="{4C7C958E-D8DB-4476-90F1-B568DFC1CEAE}" srcOrd="2" destOrd="0" presId="urn:microsoft.com/office/officeart/2005/8/layout/vList5"/>
    <dgm:cxn modelId="{26791F79-D24E-4887-8A87-F978E773C120}" type="presParOf" srcId="{4C7C958E-D8DB-4476-90F1-B568DFC1CEAE}" destId="{855E5554-9BF0-4300-9905-680C2439B44E}" srcOrd="0" destOrd="0" presId="urn:microsoft.com/office/officeart/2005/8/layout/vList5"/>
    <dgm:cxn modelId="{1D3F044A-04ED-4C99-9907-D60C4B08A4F6}" type="presParOf" srcId="{4C7C958E-D8DB-4476-90F1-B568DFC1CEAE}" destId="{261E7FAD-0006-49A9-B9D8-55914C0ECCF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68DBD26-E4F9-45AA-B53D-9A858B512E9D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68615B52-6528-4BA3-87F6-46A08C0D3417}">
      <dgm:prSet custT="1"/>
      <dgm:spPr/>
      <dgm:t>
        <a:bodyPr/>
        <a:lstStyle/>
        <a:p>
          <a:r>
            <a:rPr lang="en-US" sz="3600" dirty="0"/>
            <a:t>The Random Class   </a:t>
          </a:r>
        </a:p>
        <a:p>
          <a:r>
            <a:rPr lang="en-US" sz="3600" dirty="0"/>
            <a:t>import </a:t>
          </a:r>
          <a:r>
            <a:rPr lang="en-US" sz="3600" dirty="0" err="1"/>
            <a:t>java.util.Random</a:t>
          </a:r>
          <a:r>
            <a:rPr lang="en-US" sz="3600" dirty="0"/>
            <a:t>;</a:t>
          </a:r>
        </a:p>
      </dgm:t>
    </dgm:pt>
    <dgm:pt modelId="{AD9FDC74-0A0F-41F1-A9C8-E8B9EA635B96}" type="parTrans" cxnId="{E3229B59-A3AD-45F6-B411-1AD107154FA3}">
      <dgm:prSet/>
      <dgm:spPr/>
      <dgm:t>
        <a:bodyPr/>
        <a:lstStyle/>
        <a:p>
          <a:endParaRPr lang="en-US"/>
        </a:p>
      </dgm:t>
    </dgm:pt>
    <dgm:pt modelId="{8FF4FD1D-92A0-4A29-AD36-2D1929B9EDA6}" type="sibTrans" cxnId="{E3229B59-A3AD-45F6-B411-1AD107154FA3}">
      <dgm:prSet/>
      <dgm:spPr/>
      <dgm:t>
        <a:bodyPr/>
        <a:lstStyle/>
        <a:p>
          <a:endParaRPr lang="en-US"/>
        </a:p>
      </dgm:t>
    </dgm:pt>
    <dgm:pt modelId="{BEB33636-2371-414F-986D-9C70685A54FA}">
      <dgm:prSet/>
      <dgm:spPr/>
      <dgm:t>
        <a:bodyPr/>
        <a:lstStyle/>
        <a:p>
          <a:r>
            <a:rPr lang="en-US" dirty="0"/>
            <a:t>There are two constructors:</a:t>
          </a:r>
        </a:p>
      </dgm:t>
    </dgm:pt>
    <dgm:pt modelId="{73B9FA29-7F43-4462-994C-7539AEC4B3D4}" type="parTrans" cxnId="{7EB4893D-61D6-48DB-B883-FC405EF0CBEE}">
      <dgm:prSet/>
      <dgm:spPr/>
      <dgm:t>
        <a:bodyPr/>
        <a:lstStyle/>
        <a:p>
          <a:endParaRPr lang="en-US"/>
        </a:p>
      </dgm:t>
    </dgm:pt>
    <dgm:pt modelId="{8B9CE41B-C93E-42D4-8480-E2C3609D4D00}" type="sibTrans" cxnId="{7EB4893D-61D6-48DB-B883-FC405EF0CBEE}">
      <dgm:prSet/>
      <dgm:spPr/>
      <dgm:t>
        <a:bodyPr/>
        <a:lstStyle/>
        <a:p>
          <a:endParaRPr lang="en-US"/>
        </a:p>
      </dgm:t>
    </dgm:pt>
    <dgm:pt modelId="{85627DAC-427B-467E-910B-9A2AC8C938A9}">
      <dgm:prSet/>
      <dgm:spPr/>
      <dgm:t>
        <a:bodyPr/>
        <a:lstStyle/>
        <a:p>
          <a:r>
            <a:rPr lang="en-US"/>
            <a:t>Random(), which creates a new random number generator.</a:t>
          </a:r>
        </a:p>
      </dgm:t>
    </dgm:pt>
    <dgm:pt modelId="{D90B4920-A1B8-45A0-AF7D-A4FC73E06281}" type="parTrans" cxnId="{717DB670-57C5-44B2-8138-C208AE168322}">
      <dgm:prSet/>
      <dgm:spPr/>
      <dgm:t>
        <a:bodyPr/>
        <a:lstStyle/>
        <a:p>
          <a:endParaRPr lang="en-US"/>
        </a:p>
      </dgm:t>
    </dgm:pt>
    <dgm:pt modelId="{F35FADE4-3B9D-481F-AEA1-ADFAC2A35E3F}" type="sibTrans" cxnId="{717DB670-57C5-44B2-8138-C208AE168322}">
      <dgm:prSet/>
      <dgm:spPr/>
      <dgm:t>
        <a:bodyPr/>
        <a:lstStyle/>
        <a:p>
          <a:endParaRPr lang="en-US"/>
        </a:p>
      </dgm:t>
    </dgm:pt>
    <dgm:pt modelId="{CAE8C07D-55DE-4FFD-A7A8-D5729ED04A9B}">
      <dgm:prSet/>
      <dgm:spPr/>
      <dgm:t>
        <a:bodyPr/>
        <a:lstStyle/>
        <a:p>
          <a:r>
            <a:rPr lang="en-US" dirty="0"/>
            <a:t>Random(long seed), which creates a new random number generator using a single long seed.</a:t>
          </a:r>
        </a:p>
      </dgm:t>
    </dgm:pt>
    <dgm:pt modelId="{4A63DD14-FB00-4121-87E9-C5CE5729CC7D}" type="parTrans" cxnId="{407BA690-0C9A-48D7-8CDE-DDE20F0D2D4A}">
      <dgm:prSet/>
      <dgm:spPr/>
      <dgm:t>
        <a:bodyPr/>
        <a:lstStyle/>
        <a:p>
          <a:endParaRPr lang="en-US"/>
        </a:p>
      </dgm:t>
    </dgm:pt>
    <dgm:pt modelId="{EBC4152C-3320-407B-A288-40C97DCE1385}" type="sibTrans" cxnId="{407BA690-0C9A-48D7-8CDE-DDE20F0D2D4A}">
      <dgm:prSet/>
      <dgm:spPr/>
      <dgm:t>
        <a:bodyPr/>
        <a:lstStyle/>
        <a:p>
          <a:endParaRPr lang="en-US"/>
        </a:p>
      </dgm:t>
    </dgm:pt>
    <dgm:pt modelId="{AB290AC5-94FA-4238-A418-39F06146082C}">
      <dgm:prSet/>
      <dgm:spPr>
        <a:solidFill>
          <a:schemeClr val="tx2">
            <a:lumMod val="20000"/>
            <a:lumOff val="80000"/>
          </a:schemeClr>
        </a:solidFill>
      </dgm:spPr>
      <dgm:t>
        <a:bodyPr/>
        <a:lstStyle/>
        <a:p>
          <a:r>
            <a:rPr lang="en-US" dirty="0">
              <a:solidFill>
                <a:schemeClr val="tx1"/>
              </a:solidFill>
            </a:rPr>
            <a:t>The full range for integers is all of the int values, 2</a:t>
          </a:r>
          <a:r>
            <a:rPr lang="en-US" baseline="30000" dirty="0">
              <a:solidFill>
                <a:schemeClr val="tx1"/>
              </a:solidFill>
            </a:rPr>
            <a:t>32</a:t>
          </a:r>
          <a:r>
            <a:rPr lang="en-US" dirty="0">
              <a:solidFill>
                <a:schemeClr val="tx1"/>
              </a:solidFill>
            </a:rPr>
            <a:t> in all. </a:t>
          </a:r>
        </a:p>
      </dgm:t>
    </dgm:pt>
    <dgm:pt modelId="{F10575E9-53AE-43BF-9F86-F95CDC9A3760}" type="parTrans" cxnId="{7232B631-6972-4D2F-AAB7-4CDAC5A8DE65}">
      <dgm:prSet/>
      <dgm:spPr/>
      <dgm:t>
        <a:bodyPr/>
        <a:lstStyle/>
        <a:p>
          <a:endParaRPr lang="en-US"/>
        </a:p>
      </dgm:t>
    </dgm:pt>
    <dgm:pt modelId="{209B93E0-6E62-4C34-91F8-8300A0118E2A}" type="sibTrans" cxnId="{7232B631-6972-4D2F-AAB7-4CDAC5A8DE65}">
      <dgm:prSet/>
      <dgm:spPr/>
      <dgm:t>
        <a:bodyPr/>
        <a:lstStyle/>
        <a:p>
          <a:endParaRPr lang="en-US"/>
        </a:p>
      </dgm:t>
    </dgm:pt>
    <dgm:pt modelId="{5D41AE46-2C00-4B51-8BC9-BBBBA1DCC1C3}" type="pres">
      <dgm:prSet presAssocID="{468DBD26-E4F9-45AA-B53D-9A858B512E9D}" presName="Name0" presStyleCnt="0">
        <dgm:presLayoutVars>
          <dgm:dir/>
          <dgm:animLvl val="lvl"/>
          <dgm:resizeHandles val="exact"/>
        </dgm:presLayoutVars>
      </dgm:prSet>
      <dgm:spPr/>
    </dgm:pt>
    <dgm:pt modelId="{5A8C1EC7-5923-41D0-B4DE-00F4F248AB94}" type="pres">
      <dgm:prSet presAssocID="{68615B52-6528-4BA3-87F6-46A08C0D3417}" presName="linNode" presStyleCnt="0"/>
      <dgm:spPr/>
    </dgm:pt>
    <dgm:pt modelId="{A9B28151-F3E4-431E-8791-6273C44D0C04}" type="pres">
      <dgm:prSet presAssocID="{68615B52-6528-4BA3-87F6-46A08C0D3417}" presName="parentText" presStyleLbl="node1" presStyleIdx="0" presStyleCnt="3" custScaleX="277778" custScaleY="50324">
        <dgm:presLayoutVars>
          <dgm:chMax val="1"/>
          <dgm:bulletEnabled val="1"/>
        </dgm:presLayoutVars>
      </dgm:prSet>
      <dgm:spPr/>
    </dgm:pt>
    <dgm:pt modelId="{1F0C5523-CCB7-4C69-BC05-E0794A468936}" type="pres">
      <dgm:prSet presAssocID="{8FF4FD1D-92A0-4A29-AD36-2D1929B9EDA6}" presName="sp" presStyleCnt="0"/>
      <dgm:spPr/>
    </dgm:pt>
    <dgm:pt modelId="{4FF65CEC-8FA5-425B-A1BC-378A5A16BC47}" type="pres">
      <dgm:prSet presAssocID="{BEB33636-2371-414F-986D-9C70685A54FA}" presName="linNode" presStyleCnt="0"/>
      <dgm:spPr/>
    </dgm:pt>
    <dgm:pt modelId="{BC807F54-ADEE-43A9-8E5C-012FE52518E1}" type="pres">
      <dgm:prSet presAssocID="{BEB33636-2371-414F-986D-9C70685A54FA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FCFB079-FE39-4319-9394-D11F4F0A1B5A}" type="pres">
      <dgm:prSet presAssocID="{BEB33636-2371-414F-986D-9C70685A54FA}" presName="descendantText" presStyleLbl="alignAccFollowNode1" presStyleIdx="0" presStyleCnt="1" custScaleX="100098" custScaleY="105564" custLinFactNeighborX="4640" custLinFactNeighborY="-1118">
        <dgm:presLayoutVars>
          <dgm:bulletEnabled val="1"/>
        </dgm:presLayoutVars>
      </dgm:prSet>
      <dgm:spPr/>
    </dgm:pt>
    <dgm:pt modelId="{7108FB69-6763-4202-837C-067DF5F99247}" type="pres">
      <dgm:prSet presAssocID="{8B9CE41B-C93E-42D4-8480-E2C3609D4D00}" presName="sp" presStyleCnt="0"/>
      <dgm:spPr/>
    </dgm:pt>
    <dgm:pt modelId="{D168C1DA-D297-4D99-B650-A9D4C926B44E}" type="pres">
      <dgm:prSet presAssocID="{AB290AC5-94FA-4238-A418-39F06146082C}" presName="linNode" presStyleCnt="0"/>
      <dgm:spPr/>
    </dgm:pt>
    <dgm:pt modelId="{870CD682-5C45-474F-8CF2-F6C9B50B357A}" type="pres">
      <dgm:prSet presAssocID="{AB290AC5-94FA-4238-A418-39F06146082C}" presName="parentText" presStyleLbl="node1" presStyleIdx="2" presStyleCnt="3" custScaleX="277778" custScaleY="36070">
        <dgm:presLayoutVars>
          <dgm:chMax val="1"/>
          <dgm:bulletEnabled val="1"/>
        </dgm:presLayoutVars>
      </dgm:prSet>
      <dgm:spPr/>
    </dgm:pt>
  </dgm:ptLst>
  <dgm:cxnLst>
    <dgm:cxn modelId="{CC239E00-88C5-476B-9944-EBAC8290550B}" type="presOf" srcId="{AB290AC5-94FA-4238-A418-39F06146082C}" destId="{870CD682-5C45-474F-8CF2-F6C9B50B357A}" srcOrd="0" destOrd="0" presId="urn:microsoft.com/office/officeart/2005/8/layout/vList5"/>
    <dgm:cxn modelId="{7232B631-6972-4D2F-AAB7-4CDAC5A8DE65}" srcId="{468DBD26-E4F9-45AA-B53D-9A858B512E9D}" destId="{AB290AC5-94FA-4238-A418-39F06146082C}" srcOrd="2" destOrd="0" parTransId="{F10575E9-53AE-43BF-9F86-F95CDC9A3760}" sibTransId="{209B93E0-6E62-4C34-91F8-8300A0118E2A}"/>
    <dgm:cxn modelId="{7EB4893D-61D6-48DB-B883-FC405EF0CBEE}" srcId="{468DBD26-E4F9-45AA-B53D-9A858B512E9D}" destId="{BEB33636-2371-414F-986D-9C70685A54FA}" srcOrd="1" destOrd="0" parTransId="{73B9FA29-7F43-4462-994C-7539AEC4B3D4}" sibTransId="{8B9CE41B-C93E-42D4-8480-E2C3609D4D00}"/>
    <dgm:cxn modelId="{C6801B6F-127C-4D2A-BFF4-2608FCF37510}" type="presOf" srcId="{85627DAC-427B-467E-910B-9A2AC8C938A9}" destId="{0FCFB079-FE39-4319-9394-D11F4F0A1B5A}" srcOrd="0" destOrd="0" presId="urn:microsoft.com/office/officeart/2005/8/layout/vList5"/>
    <dgm:cxn modelId="{717DB670-57C5-44B2-8138-C208AE168322}" srcId="{BEB33636-2371-414F-986D-9C70685A54FA}" destId="{85627DAC-427B-467E-910B-9A2AC8C938A9}" srcOrd="0" destOrd="0" parTransId="{D90B4920-A1B8-45A0-AF7D-A4FC73E06281}" sibTransId="{F35FADE4-3B9D-481F-AEA1-ADFAC2A35E3F}"/>
    <dgm:cxn modelId="{E3229B59-A3AD-45F6-B411-1AD107154FA3}" srcId="{468DBD26-E4F9-45AA-B53D-9A858B512E9D}" destId="{68615B52-6528-4BA3-87F6-46A08C0D3417}" srcOrd="0" destOrd="0" parTransId="{AD9FDC74-0A0F-41F1-A9C8-E8B9EA635B96}" sibTransId="{8FF4FD1D-92A0-4A29-AD36-2D1929B9EDA6}"/>
    <dgm:cxn modelId="{26AFD682-273B-4D52-99EA-286BEE95B359}" type="presOf" srcId="{468DBD26-E4F9-45AA-B53D-9A858B512E9D}" destId="{5D41AE46-2C00-4B51-8BC9-BBBBA1DCC1C3}" srcOrd="0" destOrd="0" presId="urn:microsoft.com/office/officeart/2005/8/layout/vList5"/>
    <dgm:cxn modelId="{407BA690-0C9A-48D7-8CDE-DDE20F0D2D4A}" srcId="{BEB33636-2371-414F-986D-9C70685A54FA}" destId="{CAE8C07D-55DE-4FFD-A7A8-D5729ED04A9B}" srcOrd="1" destOrd="0" parTransId="{4A63DD14-FB00-4121-87E9-C5CE5729CC7D}" sibTransId="{EBC4152C-3320-407B-A288-40C97DCE1385}"/>
    <dgm:cxn modelId="{A09CE7A0-0A04-4AE1-97C9-A98E2A80C3FA}" type="presOf" srcId="{BEB33636-2371-414F-986D-9C70685A54FA}" destId="{BC807F54-ADEE-43A9-8E5C-012FE52518E1}" srcOrd="0" destOrd="0" presId="urn:microsoft.com/office/officeart/2005/8/layout/vList5"/>
    <dgm:cxn modelId="{ACC67ED8-80D1-4788-ADC3-DC06DAB640D1}" type="presOf" srcId="{CAE8C07D-55DE-4FFD-A7A8-D5729ED04A9B}" destId="{0FCFB079-FE39-4319-9394-D11F4F0A1B5A}" srcOrd="0" destOrd="1" presId="urn:microsoft.com/office/officeart/2005/8/layout/vList5"/>
    <dgm:cxn modelId="{48E561F6-569F-4A6D-B1B3-EEE51277E980}" type="presOf" srcId="{68615B52-6528-4BA3-87F6-46A08C0D3417}" destId="{A9B28151-F3E4-431E-8791-6273C44D0C04}" srcOrd="0" destOrd="0" presId="urn:microsoft.com/office/officeart/2005/8/layout/vList5"/>
    <dgm:cxn modelId="{A0FEDB41-BD30-4937-B828-8A6AFCDD0193}" type="presParOf" srcId="{5D41AE46-2C00-4B51-8BC9-BBBBA1DCC1C3}" destId="{5A8C1EC7-5923-41D0-B4DE-00F4F248AB94}" srcOrd="0" destOrd="0" presId="urn:microsoft.com/office/officeart/2005/8/layout/vList5"/>
    <dgm:cxn modelId="{A4D34F15-3F56-4659-815B-72AE4E7C5952}" type="presParOf" srcId="{5A8C1EC7-5923-41D0-B4DE-00F4F248AB94}" destId="{A9B28151-F3E4-431E-8791-6273C44D0C04}" srcOrd="0" destOrd="0" presId="urn:microsoft.com/office/officeart/2005/8/layout/vList5"/>
    <dgm:cxn modelId="{580803EE-0B45-4F84-8111-6566C04388C0}" type="presParOf" srcId="{5D41AE46-2C00-4B51-8BC9-BBBBA1DCC1C3}" destId="{1F0C5523-CCB7-4C69-BC05-E0794A468936}" srcOrd="1" destOrd="0" presId="urn:microsoft.com/office/officeart/2005/8/layout/vList5"/>
    <dgm:cxn modelId="{0233190C-BFB0-4EC4-802B-ADE368CB2D28}" type="presParOf" srcId="{5D41AE46-2C00-4B51-8BC9-BBBBA1DCC1C3}" destId="{4FF65CEC-8FA5-425B-A1BC-378A5A16BC47}" srcOrd="2" destOrd="0" presId="urn:microsoft.com/office/officeart/2005/8/layout/vList5"/>
    <dgm:cxn modelId="{9F257773-2E39-4019-9FF0-78C2976575CC}" type="presParOf" srcId="{4FF65CEC-8FA5-425B-A1BC-378A5A16BC47}" destId="{BC807F54-ADEE-43A9-8E5C-012FE52518E1}" srcOrd="0" destOrd="0" presId="urn:microsoft.com/office/officeart/2005/8/layout/vList5"/>
    <dgm:cxn modelId="{CC5AC4CE-E69D-44F2-A989-B4288A06697B}" type="presParOf" srcId="{4FF65CEC-8FA5-425B-A1BC-378A5A16BC47}" destId="{0FCFB079-FE39-4319-9394-D11F4F0A1B5A}" srcOrd="1" destOrd="0" presId="urn:microsoft.com/office/officeart/2005/8/layout/vList5"/>
    <dgm:cxn modelId="{62E92FCF-1DB4-4ED8-8FD0-59C90924D297}" type="presParOf" srcId="{5D41AE46-2C00-4B51-8BC9-BBBBA1DCC1C3}" destId="{7108FB69-6763-4202-837C-067DF5F99247}" srcOrd="3" destOrd="0" presId="urn:microsoft.com/office/officeart/2005/8/layout/vList5"/>
    <dgm:cxn modelId="{DB099FB3-B58E-4C73-843B-6478F4BF95C9}" type="presParOf" srcId="{5D41AE46-2C00-4B51-8BC9-BBBBA1DCC1C3}" destId="{D168C1DA-D297-4D99-B650-A9D4C926B44E}" srcOrd="4" destOrd="0" presId="urn:microsoft.com/office/officeart/2005/8/layout/vList5"/>
    <dgm:cxn modelId="{8779860C-A73C-49D8-A0CC-32281C609861}" type="presParOf" srcId="{D168C1DA-D297-4D99-B650-A9D4C926B44E}" destId="{870CD682-5C45-474F-8CF2-F6C9B50B357A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1E5A15-A203-4857-B262-BF6F1387F6D8}" type="doc">
      <dgm:prSet loTypeId="urn:microsoft.com/office/officeart/2005/8/layout/vList5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FFA01351-9EFA-4136-9731-D000842E976C}">
      <dgm:prSet/>
      <dgm:spPr/>
      <dgm:t>
        <a:bodyPr/>
        <a:lstStyle/>
        <a:p>
          <a:r>
            <a:rPr lang="en-US"/>
            <a:t>Example: </a:t>
          </a:r>
          <a:r>
            <a:rPr lang="en-US" b="1"/>
            <a:t>Generating a number from 1 to 6</a:t>
          </a:r>
          <a:endParaRPr lang="en-US"/>
        </a:p>
      </dgm:t>
    </dgm:pt>
    <dgm:pt modelId="{70EE2DE4-F5F0-44E5-8D7D-8B720561A716}" type="parTrans" cxnId="{B247C0FD-E50F-4672-830A-475E46C5BCE9}">
      <dgm:prSet/>
      <dgm:spPr/>
      <dgm:t>
        <a:bodyPr/>
        <a:lstStyle/>
        <a:p>
          <a:endParaRPr lang="en-US"/>
        </a:p>
      </dgm:t>
    </dgm:pt>
    <dgm:pt modelId="{B08BACEC-490E-4C20-A3F6-1F1A97FC869D}" type="sibTrans" cxnId="{B247C0FD-E50F-4672-830A-475E46C5BCE9}">
      <dgm:prSet/>
      <dgm:spPr/>
      <dgm:t>
        <a:bodyPr/>
        <a:lstStyle/>
        <a:p>
          <a:endParaRPr lang="en-US"/>
        </a:p>
      </dgm:t>
    </dgm:pt>
    <dgm:pt modelId="{D2482D5A-6DA6-47F0-8957-656B2A202C36}">
      <dgm:prSet/>
      <dgm:spPr/>
      <dgm:t>
        <a:bodyPr/>
        <a:lstStyle/>
        <a:p>
          <a:r>
            <a:rPr lang="en-US"/>
            <a:t>Because nextInt(6) returns a number from 0-5, it's necessary to add 1 to scale the number into the range 1-6</a:t>
          </a:r>
        </a:p>
      </dgm:t>
    </dgm:pt>
    <dgm:pt modelId="{F519AA56-FD17-4BA3-9FE8-9AE9B5420599}" type="parTrans" cxnId="{5F3D61B7-C9B1-4F7A-A001-3D32AED8FBD7}">
      <dgm:prSet/>
      <dgm:spPr/>
      <dgm:t>
        <a:bodyPr/>
        <a:lstStyle/>
        <a:p>
          <a:endParaRPr lang="en-US"/>
        </a:p>
      </dgm:t>
    </dgm:pt>
    <dgm:pt modelId="{9F2BB1B6-8FFB-4358-AA38-0CA519A4B43D}" type="sibTrans" cxnId="{5F3D61B7-C9B1-4F7A-A001-3D32AED8FBD7}">
      <dgm:prSet/>
      <dgm:spPr/>
      <dgm:t>
        <a:bodyPr/>
        <a:lstStyle/>
        <a:p>
          <a:endParaRPr lang="en-US"/>
        </a:p>
      </dgm:t>
    </dgm:pt>
    <dgm:pt modelId="{7AA5CDF1-4C27-466A-A16C-C130B44653F8}">
      <dgm:prSet/>
      <dgm:spPr/>
      <dgm:t>
        <a:bodyPr/>
        <a:lstStyle/>
        <a:p>
          <a:r>
            <a:rPr lang="en-US" b="1" dirty="0"/>
            <a:t>Random </a:t>
          </a:r>
          <a:r>
            <a:rPr lang="en-US" b="1" dirty="0" err="1"/>
            <a:t>randGen</a:t>
          </a:r>
          <a:r>
            <a:rPr lang="en-US" b="1" dirty="0"/>
            <a:t> = new Random();</a:t>
          </a:r>
        </a:p>
      </dgm:t>
    </dgm:pt>
    <dgm:pt modelId="{DA7891A7-5FDA-47E6-BE9B-EC0500016555}" type="parTrans" cxnId="{C78AF9D9-0961-4AF7-ABB5-BBFD8AF2E9E6}">
      <dgm:prSet/>
      <dgm:spPr/>
      <dgm:t>
        <a:bodyPr/>
        <a:lstStyle/>
        <a:p>
          <a:endParaRPr lang="en-US"/>
        </a:p>
      </dgm:t>
    </dgm:pt>
    <dgm:pt modelId="{33C10880-FF43-4E3F-BFA4-58C6C84EA409}" type="sibTrans" cxnId="{C78AF9D9-0961-4AF7-ABB5-BBFD8AF2E9E6}">
      <dgm:prSet/>
      <dgm:spPr/>
      <dgm:t>
        <a:bodyPr/>
        <a:lstStyle/>
        <a:p>
          <a:endParaRPr lang="en-US"/>
        </a:p>
      </dgm:t>
    </dgm:pt>
    <dgm:pt modelId="{EC3B7159-B067-46F9-820C-4A47448E40C7}">
      <dgm:prSet/>
      <dgm:spPr/>
      <dgm:t>
        <a:bodyPr/>
        <a:lstStyle/>
        <a:p>
          <a:r>
            <a:rPr lang="en-US"/>
            <a:t>int spots;</a:t>
          </a:r>
        </a:p>
      </dgm:t>
    </dgm:pt>
    <dgm:pt modelId="{2A62398A-5A22-4289-84BD-0C04061AEAA3}" type="parTrans" cxnId="{53C0EEB5-8CEF-4D99-8278-8B5F2AEA8D8F}">
      <dgm:prSet/>
      <dgm:spPr/>
      <dgm:t>
        <a:bodyPr/>
        <a:lstStyle/>
        <a:p>
          <a:endParaRPr lang="en-US"/>
        </a:p>
      </dgm:t>
    </dgm:pt>
    <dgm:pt modelId="{B5AE4C2D-D9DD-4A95-B90F-290BA679253E}" type="sibTrans" cxnId="{53C0EEB5-8CEF-4D99-8278-8B5F2AEA8D8F}">
      <dgm:prSet/>
      <dgm:spPr/>
      <dgm:t>
        <a:bodyPr/>
        <a:lstStyle/>
        <a:p>
          <a:endParaRPr lang="en-US"/>
        </a:p>
      </dgm:t>
    </dgm:pt>
    <dgm:pt modelId="{98AA0006-9DE6-4078-B4B8-F2A35BFE5DF1}">
      <dgm:prSet/>
      <dgm:spPr/>
      <dgm:t>
        <a:bodyPr/>
        <a:lstStyle/>
        <a:p>
          <a:r>
            <a:rPr lang="en-US" b="1" dirty="0">
              <a:solidFill>
                <a:schemeClr val="tx1"/>
              </a:solidFill>
            </a:rPr>
            <a:t>spots = </a:t>
          </a:r>
          <a:r>
            <a:rPr lang="en-US" b="1" dirty="0" err="1">
              <a:solidFill>
                <a:schemeClr val="tx1"/>
              </a:solidFill>
            </a:rPr>
            <a:t>randGen.nextInt</a:t>
          </a:r>
          <a:r>
            <a:rPr lang="en-US" b="1" dirty="0">
              <a:solidFill>
                <a:schemeClr val="tx1"/>
              </a:solidFill>
            </a:rPr>
            <a:t>(6) + 1;</a:t>
          </a:r>
        </a:p>
      </dgm:t>
    </dgm:pt>
    <dgm:pt modelId="{973479B3-91B1-4802-9A6A-DBA338B4E8C1}" type="parTrans" cxnId="{5D353AD5-CA54-4464-B49F-945BD7B4E7B1}">
      <dgm:prSet/>
      <dgm:spPr/>
      <dgm:t>
        <a:bodyPr/>
        <a:lstStyle/>
        <a:p>
          <a:endParaRPr lang="en-US"/>
        </a:p>
      </dgm:t>
    </dgm:pt>
    <dgm:pt modelId="{4C6A6916-B2C6-45E2-9AF7-2DDEE1B4FCAD}" type="sibTrans" cxnId="{5D353AD5-CA54-4464-B49F-945BD7B4E7B1}">
      <dgm:prSet/>
      <dgm:spPr/>
      <dgm:t>
        <a:bodyPr/>
        <a:lstStyle/>
        <a:p>
          <a:endParaRPr lang="en-US"/>
        </a:p>
      </dgm:t>
    </dgm:pt>
    <dgm:pt modelId="{3BE62836-7344-40D7-B586-DEB738D71B59}" type="pres">
      <dgm:prSet presAssocID="{A81E5A15-A203-4857-B262-BF6F1387F6D8}" presName="Name0" presStyleCnt="0">
        <dgm:presLayoutVars>
          <dgm:dir/>
          <dgm:animLvl val="lvl"/>
          <dgm:resizeHandles val="exact"/>
        </dgm:presLayoutVars>
      </dgm:prSet>
      <dgm:spPr/>
    </dgm:pt>
    <dgm:pt modelId="{846F59E3-D35F-4AA2-8868-782D4747BF6F}" type="pres">
      <dgm:prSet presAssocID="{FFA01351-9EFA-4136-9731-D000842E976C}" presName="linNode" presStyleCnt="0"/>
      <dgm:spPr/>
    </dgm:pt>
    <dgm:pt modelId="{2A5C1821-9B84-4119-80D0-956164A20892}" type="pres">
      <dgm:prSet presAssocID="{FFA01351-9EFA-4136-9731-D000842E976C}" presName="parentText" presStyleLbl="node1" presStyleIdx="0" presStyleCnt="1">
        <dgm:presLayoutVars>
          <dgm:chMax val="1"/>
          <dgm:bulletEnabled val="1"/>
        </dgm:presLayoutVars>
      </dgm:prSet>
      <dgm:spPr/>
    </dgm:pt>
    <dgm:pt modelId="{75F809F9-BC49-4DEE-B116-8B60A9F8E223}" type="pres">
      <dgm:prSet presAssocID="{FFA01351-9EFA-4136-9731-D000842E976C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7D4B4E02-90D9-4606-92BC-6E77E0CF4A25}" type="presOf" srcId="{98AA0006-9DE6-4078-B4B8-F2A35BFE5DF1}" destId="{75F809F9-BC49-4DEE-B116-8B60A9F8E223}" srcOrd="0" destOrd="3" presId="urn:microsoft.com/office/officeart/2005/8/layout/vList5"/>
    <dgm:cxn modelId="{7C672F62-D684-41FE-9D35-116EBD9530BF}" type="presOf" srcId="{D2482D5A-6DA6-47F0-8957-656B2A202C36}" destId="{75F809F9-BC49-4DEE-B116-8B60A9F8E223}" srcOrd="0" destOrd="0" presId="urn:microsoft.com/office/officeart/2005/8/layout/vList5"/>
    <dgm:cxn modelId="{F01FD87B-CEA5-4D0D-B45A-4DC2ABC72E76}" type="presOf" srcId="{7AA5CDF1-4C27-466A-A16C-C130B44653F8}" destId="{75F809F9-BC49-4DEE-B116-8B60A9F8E223}" srcOrd="0" destOrd="1" presId="urn:microsoft.com/office/officeart/2005/8/layout/vList5"/>
    <dgm:cxn modelId="{EE7D809A-9074-4C50-8C63-825D2A5F479D}" type="presOf" srcId="{FFA01351-9EFA-4136-9731-D000842E976C}" destId="{2A5C1821-9B84-4119-80D0-956164A20892}" srcOrd="0" destOrd="0" presId="urn:microsoft.com/office/officeart/2005/8/layout/vList5"/>
    <dgm:cxn modelId="{53C0EEB5-8CEF-4D99-8278-8B5F2AEA8D8F}" srcId="{FFA01351-9EFA-4136-9731-D000842E976C}" destId="{EC3B7159-B067-46F9-820C-4A47448E40C7}" srcOrd="2" destOrd="0" parTransId="{2A62398A-5A22-4289-84BD-0C04061AEAA3}" sibTransId="{B5AE4C2D-D9DD-4A95-B90F-290BA679253E}"/>
    <dgm:cxn modelId="{5F3D61B7-C9B1-4F7A-A001-3D32AED8FBD7}" srcId="{FFA01351-9EFA-4136-9731-D000842E976C}" destId="{D2482D5A-6DA6-47F0-8957-656B2A202C36}" srcOrd="0" destOrd="0" parTransId="{F519AA56-FD17-4BA3-9FE8-9AE9B5420599}" sibTransId="{9F2BB1B6-8FFB-4358-AA38-0CA519A4B43D}"/>
    <dgm:cxn modelId="{296FCFB8-BAC9-486F-BF5F-94B1B9CA81A4}" type="presOf" srcId="{EC3B7159-B067-46F9-820C-4A47448E40C7}" destId="{75F809F9-BC49-4DEE-B116-8B60A9F8E223}" srcOrd="0" destOrd="2" presId="urn:microsoft.com/office/officeart/2005/8/layout/vList5"/>
    <dgm:cxn modelId="{5D353AD5-CA54-4464-B49F-945BD7B4E7B1}" srcId="{FFA01351-9EFA-4136-9731-D000842E976C}" destId="{98AA0006-9DE6-4078-B4B8-F2A35BFE5DF1}" srcOrd="3" destOrd="0" parTransId="{973479B3-91B1-4802-9A6A-DBA338B4E8C1}" sibTransId="{4C6A6916-B2C6-45E2-9AF7-2DDEE1B4FCAD}"/>
    <dgm:cxn modelId="{C78AF9D9-0961-4AF7-ABB5-BBFD8AF2E9E6}" srcId="{FFA01351-9EFA-4136-9731-D000842E976C}" destId="{7AA5CDF1-4C27-466A-A16C-C130B44653F8}" srcOrd="1" destOrd="0" parTransId="{DA7891A7-5FDA-47E6-BE9B-EC0500016555}" sibTransId="{33C10880-FF43-4E3F-BFA4-58C6C84EA409}"/>
    <dgm:cxn modelId="{857E9FF5-AA5C-452F-8DA3-839F79F0F613}" type="presOf" srcId="{A81E5A15-A203-4857-B262-BF6F1387F6D8}" destId="{3BE62836-7344-40D7-B586-DEB738D71B59}" srcOrd="0" destOrd="0" presId="urn:microsoft.com/office/officeart/2005/8/layout/vList5"/>
    <dgm:cxn modelId="{B247C0FD-E50F-4672-830A-475E46C5BCE9}" srcId="{A81E5A15-A203-4857-B262-BF6F1387F6D8}" destId="{FFA01351-9EFA-4136-9731-D000842E976C}" srcOrd="0" destOrd="0" parTransId="{70EE2DE4-F5F0-44E5-8D7D-8B720561A716}" sibTransId="{B08BACEC-490E-4C20-A3F6-1F1A97FC869D}"/>
    <dgm:cxn modelId="{758BA713-059D-4EE1-B15E-184D1B2FBFC7}" type="presParOf" srcId="{3BE62836-7344-40D7-B586-DEB738D71B59}" destId="{846F59E3-D35F-4AA2-8868-782D4747BF6F}" srcOrd="0" destOrd="0" presId="urn:microsoft.com/office/officeart/2005/8/layout/vList5"/>
    <dgm:cxn modelId="{4936D576-F947-4E7F-BFF8-9E4DD7FA2A4F}" type="presParOf" srcId="{846F59E3-D35F-4AA2-8868-782D4747BF6F}" destId="{2A5C1821-9B84-4119-80D0-956164A20892}" srcOrd="0" destOrd="0" presId="urn:microsoft.com/office/officeart/2005/8/layout/vList5"/>
    <dgm:cxn modelId="{067B3CF9-0A5C-4333-9FCC-DA0FEF8CA59A}" type="presParOf" srcId="{846F59E3-D35F-4AA2-8868-782D4747BF6F}" destId="{75F809F9-BC49-4DEE-B116-8B60A9F8E22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BFD949-C7CB-4AC1-A4B7-677EC3D6F0E3}">
      <dsp:nvSpPr>
        <dsp:cNvPr id="0" name=""/>
        <dsp:cNvSpPr/>
      </dsp:nvSpPr>
      <dsp:spPr>
        <a:xfrm rot="5400000">
          <a:off x="4773431" y="-1060180"/>
          <a:ext cx="2466812" cy="5204031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100" kern="1200"/>
            <a:t>returns a double value with a positive sign, greater than or equal to 0.0 and less than 1.0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100" kern="1200"/>
            <a:t>For example, if you need an int in the range 1 to 10, the following code could be used.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100" b="1" kern="1200" dirty="0"/>
            <a:t>     int n = (int)(10.0 * </a:t>
          </a:r>
          <a:r>
            <a:rPr lang="en-US" sz="2100" b="1" kern="1200" dirty="0" err="1"/>
            <a:t>Math.random</a:t>
          </a:r>
          <a:r>
            <a:rPr lang="en-US" sz="2100" b="1" kern="1200" dirty="0"/>
            <a:t>()) + 1;</a:t>
          </a:r>
        </a:p>
      </dsp:txBody>
      <dsp:txXfrm rot="-5400000">
        <a:off x="3404822" y="428849"/>
        <a:ext cx="5083611" cy="2225972"/>
      </dsp:txXfrm>
    </dsp:sp>
    <dsp:sp modelId="{529DFFE7-3F08-471E-BFBF-D66AA7DDCE56}">
      <dsp:nvSpPr>
        <dsp:cNvPr id="0" name=""/>
        <dsp:cNvSpPr/>
      </dsp:nvSpPr>
      <dsp:spPr>
        <a:xfrm>
          <a:off x="58909" y="22124"/>
          <a:ext cx="3404822" cy="308351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static double </a:t>
          </a:r>
          <a:r>
            <a:rPr lang="en-US" sz="3200" kern="1200" dirty="0" err="1"/>
            <a:t>Math.random</a:t>
          </a:r>
          <a:r>
            <a:rPr lang="en-US" sz="3200" kern="1200" dirty="0"/>
            <a:t>( ) </a:t>
          </a:r>
        </a:p>
      </dsp:txBody>
      <dsp:txXfrm>
        <a:off x="209434" y="172649"/>
        <a:ext cx="3103772" cy="2782465"/>
      </dsp:txXfrm>
    </dsp:sp>
    <dsp:sp modelId="{261E7FAD-0006-49A9-B9D8-55914C0ECCF2}">
      <dsp:nvSpPr>
        <dsp:cNvPr id="0" name=""/>
        <dsp:cNvSpPr/>
      </dsp:nvSpPr>
      <dsp:spPr>
        <a:xfrm rot="5400000">
          <a:off x="4621801" y="2024134"/>
          <a:ext cx="2466812" cy="5510784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100" kern="1200" dirty="0" err="1"/>
            <a:t>Math.random</a:t>
          </a:r>
          <a:r>
            <a:rPr lang="en-US" sz="2100" kern="1200" dirty="0"/>
            <a:t>() yields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100" kern="1200" dirty="0"/>
            <a:t>Multiply by 10 to get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100" kern="1200"/>
            <a:t>Cast to int yields 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FontTx/>
            <a:buNone/>
          </a:pPr>
          <a:r>
            <a:rPr lang="en-US" sz="2100" kern="1200" dirty="0"/>
            <a:t>Adding 1 gives us</a:t>
          </a:r>
        </a:p>
      </dsp:txBody>
      <dsp:txXfrm rot="-5400000">
        <a:off x="3099815" y="3666540"/>
        <a:ext cx="5390364" cy="2225972"/>
      </dsp:txXfrm>
    </dsp:sp>
    <dsp:sp modelId="{855E5554-9BF0-4300-9905-680C2439B44E}">
      <dsp:nvSpPr>
        <dsp:cNvPr id="0" name=""/>
        <dsp:cNvSpPr/>
      </dsp:nvSpPr>
      <dsp:spPr>
        <a:xfrm>
          <a:off x="0" y="3237768"/>
          <a:ext cx="3099816" cy="308351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Here is the math:</a:t>
          </a:r>
        </a:p>
      </dsp:txBody>
      <dsp:txXfrm>
        <a:off x="150525" y="3388293"/>
        <a:ext cx="2798766" cy="27824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B28151-F3E4-431E-8791-6273C44D0C04}">
      <dsp:nvSpPr>
        <dsp:cNvPr id="0" name=""/>
        <dsp:cNvSpPr/>
      </dsp:nvSpPr>
      <dsp:spPr>
        <a:xfrm>
          <a:off x="1520" y="2495"/>
          <a:ext cx="8678323" cy="1662455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The Random Class   </a:t>
          </a:r>
        </a:p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import </a:t>
          </a:r>
          <a:r>
            <a:rPr lang="en-US" sz="3600" kern="1200" dirty="0" err="1"/>
            <a:t>java.util.Random</a:t>
          </a:r>
          <a:r>
            <a:rPr lang="en-US" sz="3600" kern="1200" dirty="0"/>
            <a:t>;</a:t>
          </a:r>
        </a:p>
      </dsp:txBody>
      <dsp:txXfrm>
        <a:off x="82674" y="83649"/>
        <a:ext cx="8516015" cy="1500147"/>
      </dsp:txXfrm>
    </dsp:sp>
    <dsp:sp modelId="{0FCFB079-FE39-4319-9394-D11F4F0A1B5A}">
      <dsp:nvSpPr>
        <dsp:cNvPr id="0" name=""/>
        <dsp:cNvSpPr/>
      </dsp:nvSpPr>
      <dsp:spPr>
        <a:xfrm rot="5400000">
          <a:off x="4512092" y="672549"/>
          <a:ext cx="2789849" cy="5559565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/>
            <a:t>Random(), which creates a new random number generator.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kern="1200" dirty="0"/>
            <a:t>Random(long seed), which creates a new random number generator using a single long seed.</a:t>
          </a:r>
        </a:p>
      </dsp:txBody>
      <dsp:txXfrm rot="-5400000">
        <a:off x="3127235" y="2193596"/>
        <a:ext cx="5423376" cy="2517471"/>
      </dsp:txXfrm>
    </dsp:sp>
    <dsp:sp modelId="{BC807F54-ADEE-43A9-8E5C-012FE52518E1}">
      <dsp:nvSpPr>
        <dsp:cNvPr id="0" name=""/>
        <dsp:cNvSpPr/>
      </dsp:nvSpPr>
      <dsp:spPr>
        <a:xfrm>
          <a:off x="1520" y="1830126"/>
          <a:ext cx="3124194" cy="3303504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There are two constructors:</a:t>
          </a:r>
        </a:p>
      </dsp:txBody>
      <dsp:txXfrm>
        <a:off x="154031" y="1982637"/>
        <a:ext cx="2819172" cy="2998482"/>
      </dsp:txXfrm>
    </dsp:sp>
    <dsp:sp modelId="{870CD682-5C45-474F-8CF2-F6C9B50B357A}">
      <dsp:nvSpPr>
        <dsp:cNvPr id="0" name=""/>
        <dsp:cNvSpPr/>
      </dsp:nvSpPr>
      <dsp:spPr>
        <a:xfrm>
          <a:off x="1520" y="5298806"/>
          <a:ext cx="8678323" cy="1191573"/>
        </a:xfrm>
        <a:prstGeom prst="roundRect">
          <a:avLst/>
        </a:prstGeom>
        <a:solidFill>
          <a:schemeClr val="tx2">
            <a:lumMod val="20000"/>
            <a:lumOff val="8000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>
              <a:solidFill>
                <a:schemeClr val="tx1"/>
              </a:solidFill>
            </a:rPr>
            <a:t>The full range for integers is all of the int values, 2</a:t>
          </a:r>
          <a:r>
            <a:rPr lang="en-US" sz="3300" kern="1200" baseline="30000" dirty="0">
              <a:solidFill>
                <a:schemeClr val="tx1"/>
              </a:solidFill>
            </a:rPr>
            <a:t>32</a:t>
          </a:r>
          <a:r>
            <a:rPr lang="en-US" sz="3300" kern="1200" dirty="0">
              <a:solidFill>
                <a:schemeClr val="tx1"/>
              </a:solidFill>
            </a:rPr>
            <a:t> in all. </a:t>
          </a:r>
        </a:p>
      </dsp:txBody>
      <dsp:txXfrm>
        <a:off x="59688" y="5356974"/>
        <a:ext cx="8561987" cy="10752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F809F9-BC49-4DEE-B116-8B60A9F8E223}">
      <dsp:nvSpPr>
        <dsp:cNvPr id="0" name=""/>
        <dsp:cNvSpPr/>
      </dsp:nvSpPr>
      <dsp:spPr>
        <a:xfrm rot="5400000">
          <a:off x="3413505" y="417893"/>
          <a:ext cx="5194300" cy="5657088"/>
        </a:xfrm>
        <a:prstGeom prst="round2Same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Because nextInt(6) returns a number from 0-5, it's necessary to add 1 to scale the number into the range 1-6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1" kern="1200" dirty="0"/>
            <a:t>Random </a:t>
          </a:r>
          <a:r>
            <a:rPr lang="en-US" sz="3100" b="1" kern="1200" dirty="0" err="1"/>
            <a:t>randGen</a:t>
          </a:r>
          <a:r>
            <a:rPr lang="en-US" sz="3100" b="1" kern="1200" dirty="0"/>
            <a:t> = new Random();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kern="1200"/>
            <a:t>int spots;</a:t>
          </a:r>
        </a:p>
        <a:p>
          <a:pPr marL="285750" lvl="1" indent="-285750" algn="l" defTabSz="1377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100" b="1" kern="1200" dirty="0">
              <a:solidFill>
                <a:schemeClr val="tx1"/>
              </a:solidFill>
            </a:rPr>
            <a:t>spots = </a:t>
          </a:r>
          <a:r>
            <a:rPr lang="en-US" sz="3100" b="1" kern="1200" dirty="0" err="1">
              <a:solidFill>
                <a:schemeClr val="tx1"/>
              </a:solidFill>
            </a:rPr>
            <a:t>randGen.nextInt</a:t>
          </a:r>
          <a:r>
            <a:rPr lang="en-US" sz="3100" b="1" kern="1200" dirty="0">
              <a:solidFill>
                <a:schemeClr val="tx1"/>
              </a:solidFill>
            </a:rPr>
            <a:t>(6) + 1;</a:t>
          </a:r>
        </a:p>
      </dsp:txBody>
      <dsp:txXfrm rot="-5400000">
        <a:off x="3182112" y="902852"/>
        <a:ext cx="5403523" cy="4687170"/>
      </dsp:txXfrm>
    </dsp:sp>
    <dsp:sp modelId="{2A5C1821-9B84-4119-80D0-956164A20892}">
      <dsp:nvSpPr>
        <dsp:cNvPr id="0" name=""/>
        <dsp:cNvSpPr/>
      </dsp:nvSpPr>
      <dsp:spPr>
        <a:xfrm>
          <a:off x="0" y="0"/>
          <a:ext cx="3182112" cy="649287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81915" rIns="163830" bIns="81915" numCol="1" spcCol="1270" anchor="ctr" anchorCtr="0">
          <a:noAutofit/>
        </a:bodyPr>
        <a:lstStyle/>
        <a:p>
          <a:pPr marL="0" lvl="0" indent="0" algn="ctr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/>
            <a:t>Example: </a:t>
          </a:r>
          <a:r>
            <a:rPr lang="en-US" sz="4300" b="1" kern="1200"/>
            <a:t>Generating a number from 1 to 6</a:t>
          </a:r>
          <a:endParaRPr lang="en-US" sz="4300" kern="1200"/>
        </a:p>
      </dsp:txBody>
      <dsp:txXfrm>
        <a:off x="155338" y="155338"/>
        <a:ext cx="2871436" cy="6182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206369-EA21-4C45-B46D-187E0AF21200}" type="datetimeFigureOut">
              <a:rPr lang="en-US" smtClean="0"/>
              <a:t>12/9/2020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D25D7D-C685-4F2F-A307-A4015A6D72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06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E5A96-2429-4A73-B628-BD5C2AE728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E129F1-E9AF-45EF-B50A-98F8471CF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4D8E8-2E08-4E65-8ED5-3ADDB0D9B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62419-9826-43F7-BB09-80425D0399E7}" type="datetime1">
              <a:rPr lang="en-US" smtClean="0">
                <a:solidFill>
                  <a:srgbClr val="FFFFFF"/>
                </a:solidFill>
              </a:rPr>
              <a:pPr/>
              <a:t>12/9/2020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FD437-74A0-4507-875B-413501613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rgbClr val="FFFFFF"/>
                </a:solidFill>
              </a:rPr>
              <a:t>Liang, Introduction to Java Programming, Ninth Edition, (c) 2013 Pearson Education, Inc. All rights reserved.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EDF8B-E655-4B01-BB30-68FAD7EC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3A9C0-F9E6-4C88-9B83-7F4182E8FC8D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9560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C38AC-5C74-428C-BEB2-DB545C7EC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0CED5-8D4E-4741-AB11-B8871D1CC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8FE7B1-BEA1-4B49-8498-9B876B59EE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16FCE-3B46-4BD8-8B5B-A7433D22DB60}" type="datetime1">
              <a:rPr lang="en-US" smtClean="0">
                <a:solidFill>
                  <a:srgbClr val="FFFFFF"/>
                </a:solidFill>
              </a:rPr>
              <a:pPr/>
              <a:t>12/9/2020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77A94-0F4C-41F6-A759-2B86C74022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FAD51-61AD-4153-8D47-84AFDA494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0C4E6-DB06-40B7-ABF2-D15F9E23FDB0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10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AD7A1-7632-428C-B741-EF3401A51D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F8C2A-DF43-4193-95CE-55A1B09976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8743E-2A19-425E-A440-5521DEA4D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EF7D6F-A282-445C-BBB2-0253591055E7}" type="datetime1">
              <a:rPr lang="en-US" smtClean="0">
                <a:solidFill>
                  <a:srgbClr val="FFFFFF"/>
                </a:solidFill>
              </a:rPr>
              <a:pPr/>
              <a:t>12/9/2020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F4CA56-DC49-4F5C-B4EB-300B0AC5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A7965-D393-46ED-AA60-BA89F9EA8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94B2CC-0B5F-4ED4-91D9-CA2D5F5747F3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675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0754-909C-459B-8309-431D4EFC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EA6A3-92D9-4EE3-873E-B02C03A72C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652BD-42DD-4D2C-AF8E-12CB0083CB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37194A-E772-4D70-83F1-C09969AB5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8C22F-5641-414D-ABFD-BAFA14631396}" type="datetime1">
              <a:rPr lang="en-US" smtClean="0">
                <a:solidFill>
                  <a:srgbClr val="FFFFFF"/>
                </a:solidFill>
              </a:rPr>
              <a:pPr/>
              <a:t>12/9/2020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B4BB20-98AB-477A-A5BB-DB7B71023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3CD1E-2E4D-4932-A7A8-DDAED92F3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DE9FB-BE73-4F54-A4F3-48C3DF7EB1D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754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AFDFF-992E-4505-A633-CC2D4C396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5B3839-DE63-4D62-8E6B-417EA220B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E0B542-DA56-4307-B1D1-54441DC45E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763117-7110-4532-A596-D387930B28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8C7693-6FE0-463F-8BD7-BAAAEB54E0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D43335-35B8-4213-AA31-F7D4A061B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B37A-6612-4B14-AA92-1E42F9B4D734}" type="datetime1">
              <a:rPr lang="en-US" smtClean="0">
                <a:solidFill>
                  <a:srgbClr val="FFFFFF"/>
                </a:solidFill>
              </a:rPr>
              <a:pPr/>
              <a:t>12/9/2020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D39E57-DE3D-45A1-ADB3-4E4ACDE84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528FA7-CF14-4AC0-B7EB-D5865BEE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868325-D32C-45FD-9885-A2239E338EE5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0570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C49FB-0BEE-45B8-8BB8-A83B0A30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2D726C-DE17-4801-BCED-0856703B2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CFB540-F662-4AF6-8F8D-C50CA63F1BDA}" type="datetime1">
              <a:rPr lang="en-US" smtClean="0">
                <a:solidFill>
                  <a:srgbClr val="FFFFFF"/>
                </a:solidFill>
              </a:rPr>
              <a:pPr/>
              <a:t>12/9/2020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DC72B-F184-4729-BCFA-DCEBB1E13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6FEA4-5FE7-4079-807A-677A78147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3E6E4-CF2B-4BDC-B891-274A058438CF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8749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BC5D2-5A5B-4465-8C91-CDDCBF03F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16419-82F3-4863-9FE6-06DE44E53A3A}" type="datetime1">
              <a:rPr lang="en-US" smtClean="0">
                <a:solidFill>
                  <a:srgbClr val="FFFFFF"/>
                </a:solidFill>
              </a:rPr>
              <a:pPr/>
              <a:t>12/9/2020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CEE250-0FC1-4EF2-9B4F-2EA7797C5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D0FDB0-2BB6-4158-A6A1-9382B4464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60B962-1860-46EE-B715-074103C5D48D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7750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D8ABE-E6A6-4824-8032-F7C0B581D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DF2C6-CC78-4A8F-8626-49D2730D1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8139EF-B7D0-4870-A9A5-13B78DC8E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5B549E-EA95-4556-AD08-A01B8AF1A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92EC7-7537-4520-BC0D-3DBDE1850BF0}" type="datetime1">
              <a:rPr lang="en-US" smtClean="0">
                <a:solidFill>
                  <a:srgbClr val="FFFFFF"/>
                </a:solidFill>
              </a:rPr>
              <a:pPr/>
              <a:t>12/9/2020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423C7-6A16-440F-922D-F778BF900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73C05-FA8E-42EC-A8F9-FAA92263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8879AF-3DE3-40AF-AC4C-4E61B42DBD26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245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A46EE-C11D-4FAA-B183-47A245BC3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B48145-3363-4AA7-8C13-41F1BB379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EEB77F-FC01-42BC-BAB2-4A87099E5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972FF-1FFB-47F1-8C5A-1BB94E919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52FBB0-C564-4A8A-8C6C-97A6F362AC2F}" type="datetime1">
              <a:rPr lang="en-US" smtClean="0">
                <a:solidFill>
                  <a:srgbClr val="FFFFFF"/>
                </a:solidFill>
              </a:rPr>
              <a:pPr/>
              <a:t>12/9/2020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78DBA-B062-4829-85E6-A81DB2C8E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B7D917-7FC3-49FA-89AF-093C7E262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52EE7-AAD9-4C61-AF33-0593C9359C51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14997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05C07-68ED-4C5D-9BDE-D394FEEDB6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6C2DA8-073F-47D7-81F7-6707FCC14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3071D-CEA3-4E3C-B48E-E3B6958BA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628C1A-0116-4CCD-9187-B6B1DCBE32B7}" type="datetime1">
              <a:rPr lang="en-US" smtClean="0">
                <a:solidFill>
                  <a:srgbClr val="FFFFFF"/>
                </a:solidFill>
              </a:rPr>
              <a:pPr/>
              <a:t>12/9/2020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C1FF7F-232D-43A3-8675-AC975CFB5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42AB4-0F74-4F51-AC7A-774377230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37A2C-00B5-434A-9179-BEDC32C540FA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2267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03BB9C-14C4-4A1E-AB7A-B0A866677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ECB948-79BC-4960-B90B-B4A288C88C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7CF87-6032-451A-96B4-E1EF8CC61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1F0AB-6B6C-42E7-BF37-894050FDE9D6}" type="datetime1">
              <a:rPr lang="en-US" smtClean="0">
                <a:solidFill>
                  <a:srgbClr val="FFFFFF"/>
                </a:solidFill>
              </a:rPr>
              <a:pPr/>
              <a:t>12/9/2020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E23B5-26A3-49D4-AD82-1265763C4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5EF9C-4861-4E4A-AF8C-88110CD43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585B1B-35EE-489B-80CA-6DFBC8D486C5}" type="slidenum">
              <a:rPr lang="en-US" smtClean="0">
                <a:solidFill>
                  <a:srgbClr val="FFFFFF"/>
                </a:solidFill>
              </a:rPr>
              <a:pPr/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4841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12E8AD-265D-44DE-B7D9-533266D34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AAB232-C734-44D8-B967-390612E440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599EF-062F-4E4F-AA0A-DC97FBDFAE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D5FED13A-12C8-40CB-AAEA-00A7A61FB33F}" type="datetime1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12/9/2020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B8EB0B-385A-4145-9348-20D37DB51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E4CAB-0F09-4388-8A31-D6DB829C23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B59EC5C3-4293-4DFC-AAD5-C6C60F807C1F}" type="slidenum">
              <a:rPr lang="en-US" smtClean="0">
                <a:solidFill>
                  <a:srgbClr val="FFFFFF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6895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524000"/>
            <a:ext cx="6858000" cy="3556000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6600" b="1" dirty="0"/>
              <a:t>Getting Random Numbers</a:t>
            </a:r>
            <a:br>
              <a:rPr lang="en-US" sz="6600" b="1" dirty="0"/>
            </a:br>
            <a:endParaRPr lang="en-US" sz="6600" b="1" dirty="0"/>
          </a:p>
        </p:txBody>
      </p:sp>
    </p:spTree>
    <p:extLst>
      <p:ext uri="{BB962C8B-B14F-4D97-AF65-F5344CB8AC3E}">
        <p14:creationId xmlns:p14="http://schemas.microsoft.com/office/powerpoint/2010/main" val="1424588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3BDEFED8-BC69-4734-ACA8-3016F558F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8741968"/>
              </p:ext>
            </p:extLst>
          </p:nvPr>
        </p:nvGraphicFramePr>
        <p:xfrm>
          <a:off x="266700" y="217551"/>
          <a:ext cx="8610600" cy="6321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0C4E6-DB06-40B7-ABF2-D15F9E23FDB0}" type="slidenum">
              <a:rPr lang="en-US" smtClean="0">
                <a:solidFill>
                  <a:srgbClr val="FFFFFF"/>
                </a:solidFill>
              </a:rPr>
              <a:pPr/>
              <a:t>2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72200" y="4265827"/>
            <a:ext cx="1197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0 - .999…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4635159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– 9.99..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7121" y="4941757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0 - 9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7121" y="5248355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1 - 10</a:t>
            </a:r>
          </a:p>
        </p:txBody>
      </p:sp>
    </p:spTree>
    <p:extLst>
      <p:ext uri="{BB962C8B-B14F-4D97-AF65-F5344CB8AC3E}">
        <p14:creationId xmlns:p14="http://schemas.microsoft.com/office/powerpoint/2010/main" val="334572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17CBDB5-9882-4EF2-B49C-8703E5F58C1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1481113"/>
              </p:ext>
            </p:extLst>
          </p:nvPr>
        </p:nvGraphicFramePr>
        <p:xfrm>
          <a:off x="228600" y="228600"/>
          <a:ext cx="8686800" cy="6492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0C4E6-DB06-40B7-ABF2-D15F9E23FDB0}" type="slidenum">
              <a:rPr lang="en-US" smtClean="0">
                <a:solidFill>
                  <a:srgbClr val="FFFFFF"/>
                </a:solidFill>
              </a:rPr>
              <a:pPr/>
              <a:t>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7115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31EC3-B464-42E9-B166-5C20452B4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/>
              <a:t>Random Class Methods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D604E881-ED74-4CCC-A727-63C741C995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224535"/>
              </p:ext>
            </p:extLst>
          </p:nvPr>
        </p:nvGraphicFramePr>
        <p:xfrm>
          <a:off x="628650" y="1825625"/>
          <a:ext cx="7886700" cy="30784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428750">
                  <a:extLst>
                    <a:ext uri="{9D8B030D-6E8A-4147-A177-3AD203B41FA5}">
                      <a16:colId xmlns:a16="http://schemas.microsoft.com/office/drawing/2014/main" val="3507065781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128501666"/>
                    </a:ext>
                  </a:extLst>
                </a:gridCol>
                <a:gridCol w="4324350">
                  <a:extLst>
                    <a:ext uri="{9D8B030D-6E8A-4147-A177-3AD203B41FA5}">
                      <a16:colId xmlns:a16="http://schemas.microsoft.com/office/drawing/2014/main" val="281049234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Return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631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int </a:t>
                      </a:r>
                      <a:r>
                        <a:rPr lang="en-US" sz="2000" dirty="0" err="1"/>
                        <a:t>i</a:t>
                      </a:r>
                      <a:r>
                        <a:rPr lang="en-US" sz="2000" dirty="0"/>
                        <a:t> =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r.nextInt</a:t>
                      </a:r>
                      <a:r>
                        <a:rPr lang="en-US" sz="2000" dirty="0"/>
                        <a:t>(int 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random in &gt;= 0 and &lt; 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8514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int </a:t>
                      </a:r>
                      <a:r>
                        <a:rPr lang="en-US" sz="2000" dirty="0" err="1"/>
                        <a:t>i</a:t>
                      </a:r>
                      <a:r>
                        <a:rPr lang="en-US" sz="2000" dirty="0"/>
                        <a:t> =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r.nextInt</a:t>
                      </a:r>
                      <a:r>
                        <a:rPr lang="en-US" sz="20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random int in full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3520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long l =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r.nextLong</a:t>
                      </a:r>
                      <a:r>
                        <a:rPr lang="en-US" sz="20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random long in full 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607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float f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r.nextFloat</a:t>
                      </a:r>
                      <a:r>
                        <a:rPr lang="en-US" sz="20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random float &gt;= 0.0 and &lt; 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95946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/>
                        <a:t>double d =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r.nextDouble</a:t>
                      </a:r>
                      <a:r>
                        <a:rPr lang="en-US" sz="20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random double &gt;= 0.0 and &lt; 1.0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580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err="1"/>
                        <a:t>boolean</a:t>
                      </a:r>
                      <a:r>
                        <a:rPr lang="en-US" sz="2000" dirty="0"/>
                        <a:t> b 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r.nextBoolean</a:t>
                      </a:r>
                      <a:r>
                        <a:rPr lang="en-US" sz="20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returns random Boolean, true or 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85578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07A11-D95E-4A76-86CE-52749D8FA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0C4E6-DB06-40B7-ABF2-D15F9E23FDB0}" type="slidenum">
              <a:rPr lang="en-US" smtClean="0">
                <a:solidFill>
                  <a:srgbClr val="FFFFFF"/>
                </a:solidFill>
              </a:rPr>
              <a:pPr/>
              <a:t>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6745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05B397C-3DD2-46C5-9AF8-4D714A55AB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66806985"/>
              </p:ext>
            </p:extLst>
          </p:nvPr>
        </p:nvGraphicFramePr>
        <p:xfrm>
          <a:off x="152400" y="136524"/>
          <a:ext cx="8839200" cy="6492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20C4E6-DB06-40B7-ABF2-D15F9E23FDB0}" type="slidenum">
              <a:rPr lang="en-US" smtClean="0">
                <a:solidFill>
                  <a:srgbClr val="FFFFFF"/>
                </a:solidFill>
              </a:rPr>
              <a:pPr/>
              <a:t>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924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</TotalTime>
  <Words>317</Words>
  <Application>Microsoft Office PowerPoint</Application>
  <PresentationFormat>On-screen Show (4:3)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Getting Random Numbers </vt:lpstr>
      <vt:lpstr>PowerPoint Presentation</vt:lpstr>
      <vt:lpstr>PowerPoint Presentation</vt:lpstr>
      <vt:lpstr>Random Class Methods</vt:lpstr>
      <vt:lpstr>PowerPoint Presentation</vt:lpstr>
    </vt:vector>
  </TitlesOfParts>
  <Company>Central New Mexico Community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Decimal Format Class</dc:title>
  <dc:creator>Windows User</dc:creator>
  <cp:lastModifiedBy>NELSON, IVONNE</cp:lastModifiedBy>
  <cp:revision>15</cp:revision>
  <dcterms:created xsi:type="dcterms:W3CDTF">2013-01-06T17:20:16Z</dcterms:created>
  <dcterms:modified xsi:type="dcterms:W3CDTF">2020-12-09T19:50:27Z</dcterms:modified>
</cp:coreProperties>
</file>