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7" r:id="rId2"/>
    <p:sldId id="273" r:id="rId3"/>
    <p:sldId id="274" r:id="rId4"/>
    <p:sldId id="263" r:id="rId5"/>
    <p:sldId id="264" r:id="rId6"/>
    <p:sldId id="275" r:id="rId7"/>
    <p:sldId id="276" r:id="rId8"/>
    <p:sldId id="277" r:id="rId9"/>
    <p:sldId id="278" r:id="rId10"/>
    <p:sldId id="279" r:id="rId11"/>
    <p:sldId id="271" r:id="rId12"/>
    <p:sldId id="28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73" d="100"/>
          <a:sy n="73" d="100"/>
        </p:scale>
        <p:origin x="78" y="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9895A5-1BAE-4F11-BD3D-8FDA4620B736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D9BC095-7C70-4F05-9D49-27035E8E78AA}">
      <dgm:prSet custT="1"/>
      <dgm:spPr/>
      <dgm:t>
        <a:bodyPr/>
        <a:lstStyle/>
        <a:p>
          <a:pPr algn="ctr"/>
          <a:r>
            <a:rPr lang="en-US" sz="3600" dirty="0"/>
            <a:t>Constructors</a:t>
          </a:r>
          <a:r>
            <a:rPr lang="en-US" sz="3400" dirty="0"/>
            <a:t> </a:t>
          </a:r>
        </a:p>
      </dgm:t>
    </dgm:pt>
    <dgm:pt modelId="{9E2C4779-6C79-4113-9CFB-B64372153DAC}" type="parTrans" cxnId="{C98B0F72-89CD-4EAC-8A31-630F3870A635}">
      <dgm:prSet/>
      <dgm:spPr/>
      <dgm:t>
        <a:bodyPr/>
        <a:lstStyle/>
        <a:p>
          <a:endParaRPr lang="en-US"/>
        </a:p>
      </dgm:t>
    </dgm:pt>
    <dgm:pt modelId="{094AB57E-E289-4014-BACA-17E7910BC08A}" type="sibTrans" cxnId="{C98B0F72-89CD-4EAC-8A31-630F3870A635}">
      <dgm:prSet/>
      <dgm:spPr/>
      <dgm:t>
        <a:bodyPr/>
        <a:lstStyle/>
        <a:p>
          <a:endParaRPr lang="en-US"/>
        </a:p>
      </dgm:t>
    </dgm:pt>
    <dgm:pt modelId="{A6938328-1735-4D53-B27E-A5642AAEBFD8}">
      <dgm:prSet/>
      <dgm:spPr/>
      <dgm:t>
        <a:bodyPr/>
        <a:lstStyle/>
        <a:p>
          <a:r>
            <a:rPr lang="en-US"/>
            <a:t>StringBuilder()</a:t>
          </a:r>
        </a:p>
      </dgm:t>
    </dgm:pt>
    <dgm:pt modelId="{E6D8773C-D620-4C3D-BA0A-97A338B8A9EF}" type="parTrans" cxnId="{0BD6C62C-C006-445D-896D-524CFFC57472}">
      <dgm:prSet/>
      <dgm:spPr/>
      <dgm:t>
        <a:bodyPr/>
        <a:lstStyle/>
        <a:p>
          <a:endParaRPr lang="en-US"/>
        </a:p>
      </dgm:t>
    </dgm:pt>
    <dgm:pt modelId="{2B66E977-EAE8-4F2C-A72C-1E613ADB7ADC}" type="sibTrans" cxnId="{0BD6C62C-C006-445D-896D-524CFFC57472}">
      <dgm:prSet/>
      <dgm:spPr/>
      <dgm:t>
        <a:bodyPr/>
        <a:lstStyle/>
        <a:p>
          <a:endParaRPr lang="en-US"/>
        </a:p>
      </dgm:t>
    </dgm:pt>
    <dgm:pt modelId="{28D036B4-634E-402D-B596-15984BB4B3D1}">
      <dgm:prSet/>
      <dgm:spPr/>
      <dgm:t>
        <a:bodyPr/>
        <a:lstStyle/>
        <a:p>
          <a:r>
            <a:rPr lang="en-US" dirty="0"/>
            <a:t>This constructor gives the object enough storage space to hold 16 characters.</a:t>
          </a:r>
          <a:br>
            <a:rPr lang="en-US" dirty="0"/>
          </a:br>
          <a:endParaRPr lang="en-US" dirty="0"/>
        </a:p>
      </dgm:t>
    </dgm:pt>
    <dgm:pt modelId="{6A0313A9-D954-4AED-BB07-6A5348BAC843}" type="parTrans" cxnId="{7CD81F34-426B-4277-8FF2-5FC4021235CF}">
      <dgm:prSet/>
      <dgm:spPr/>
      <dgm:t>
        <a:bodyPr/>
        <a:lstStyle/>
        <a:p>
          <a:endParaRPr lang="en-US"/>
        </a:p>
      </dgm:t>
    </dgm:pt>
    <dgm:pt modelId="{58C99550-3A1D-4BF8-AC89-2F3A159EE564}" type="sibTrans" cxnId="{7CD81F34-426B-4277-8FF2-5FC4021235CF}">
      <dgm:prSet/>
      <dgm:spPr/>
      <dgm:t>
        <a:bodyPr/>
        <a:lstStyle/>
        <a:p>
          <a:endParaRPr lang="en-US"/>
        </a:p>
      </dgm:t>
    </dgm:pt>
    <dgm:pt modelId="{12A7A6B1-9E61-421E-A6EB-AB5B5466CE97}">
      <dgm:prSet/>
      <dgm:spPr/>
      <dgm:t>
        <a:bodyPr/>
        <a:lstStyle/>
        <a:p>
          <a:r>
            <a:rPr lang="en-US" dirty="0"/>
            <a:t>StringBuilder(int </a:t>
          </a:r>
          <a:r>
            <a:rPr lang="en-US" i="1" dirty="0"/>
            <a:t>length</a:t>
          </a:r>
          <a:r>
            <a:rPr lang="en-US" dirty="0"/>
            <a:t>)</a:t>
          </a:r>
        </a:p>
      </dgm:t>
    </dgm:pt>
    <dgm:pt modelId="{E781993E-AD78-4465-8394-4ECA57C40DC4}" type="parTrans" cxnId="{C10E0ED6-9D52-4DA9-8D95-7664FD24A86D}">
      <dgm:prSet/>
      <dgm:spPr/>
      <dgm:t>
        <a:bodyPr/>
        <a:lstStyle/>
        <a:p>
          <a:endParaRPr lang="en-US"/>
        </a:p>
      </dgm:t>
    </dgm:pt>
    <dgm:pt modelId="{00CE7FB0-518C-4281-9096-D6C810F15A95}" type="sibTrans" cxnId="{C10E0ED6-9D52-4DA9-8D95-7664FD24A86D}">
      <dgm:prSet/>
      <dgm:spPr/>
      <dgm:t>
        <a:bodyPr/>
        <a:lstStyle/>
        <a:p>
          <a:endParaRPr lang="en-US"/>
        </a:p>
      </dgm:t>
    </dgm:pt>
    <dgm:pt modelId="{A105399B-5A7D-41E0-AFDE-38639CB08F21}">
      <dgm:prSet/>
      <dgm:spPr/>
      <dgm:t>
        <a:bodyPr/>
        <a:lstStyle/>
        <a:p>
          <a:r>
            <a:rPr lang="en-US"/>
            <a:t>This constructor gives the object enough storage space to hold </a:t>
          </a:r>
          <a:r>
            <a:rPr lang="en-US" i="1"/>
            <a:t>length </a:t>
          </a:r>
          <a:r>
            <a:rPr lang="en-US"/>
            <a:t>characters.</a:t>
          </a:r>
          <a:br>
            <a:rPr lang="en-US"/>
          </a:br>
          <a:endParaRPr lang="en-US"/>
        </a:p>
      </dgm:t>
    </dgm:pt>
    <dgm:pt modelId="{63720700-519C-4DE1-A5DD-2539FFF83CA4}" type="parTrans" cxnId="{7E52829C-76CE-48C1-B501-B9BE47156CBE}">
      <dgm:prSet/>
      <dgm:spPr/>
      <dgm:t>
        <a:bodyPr/>
        <a:lstStyle/>
        <a:p>
          <a:endParaRPr lang="en-US"/>
        </a:p>
      </dgm:t>
    </dgm:pt>
    <dgm:pt modelId="{384C0813-BB4F-46A4-A633-C8ED3B2489E7}" type="sibTrans" cxnId="{7E52829C-76CE-48C1-B501-B9BE47156CBE}">
      <dgm:prSet/>
      <dgm:spPr/>
      <dgm:t>
        <a:bodyPr/>
        <a:lstStyle/>
        <a:p>
          <a:endParaRPr lang="en-US"/>
        </a:p>
      </dgm:t>
    </dgm:pt>
    <dgm:pt modelId="{47F3DA28-5883-48CA-94C9-F8B87A2D4DDD}">
      <dgm:prSet/>
      <dgm:spPr/>
      <dgm:t>
        <a:bodyPr/>
        <a:lstStyle/>
        <a:p>
          <a:r>
            <a:rPr lang="en-US" dirty="0"/>
            <a:t>StringBuilder(String </a:t>
          </a:r>
          <a:r>
            <a:rPr lang="en-US" i="1" dirty="0"/>
            <a:t>str</a:t>
          </a:r>
          <a:r>
            <a:rPr lang="en-US" dirty="0"/>
            <a:t>)</a:t>
          </a:r>
        </a:p>
      </dgm:t>
    </dgm:pt>
    <dgm:pt modelId="{9E196422-EEFB-4ECD-AC92-F1A9D8261971}" type="parTrans" cxnId="{06214E3E-38F5-4ABA-AF90-7F43D9FABB67}">
      <dgm:prSet/>
      <dgm:spPr/>
      <dgm:t>
        <a:bodyPr/>
        <a:lstStyle/>
        <a:p>
          <a:endParaRPr lang="en-US"/>
        </a:p>
      </dgm:t>
    </dgm:pt>
    <dgm:pt modelId="{0E1B5562-CBF0-40B2-849F-E2685C9A8647}" type="sibTrans" cxnId="{06214E3E-38F5-4ABA-AF90-7F43D9FABB67}">
      <dgm:prSet/>
      <dgm:spPr/>
      <dgm:t>
        <a:bodyPr/>
        <a:lstStyle/>
        <a:p>
          <a:endParaRPr lang="en-US"/>
        </a:p>
      </dgm:t>
    </dgm:pt>
    <dgm:pt modelId="{F61821DA-BAF9-4985-950E-EB3666B49027}">
      <dgm:prSet/>
      <dgm:spPr/>
      <dgm:t>
        <a:bodyPr/>
        <a:lstStyle/>
        <a:p>
          <a:r>
            <a:rPr lang="en-US"/>
            <a:t>This constructor initializes the object with the string in </a:t>
          </a:r>
          <a:r>
            <a:rPr lang="en-US" i="1"/>
            <a:t>str</a:t>
          </a:r>
          <a:r>
            <a:rPr lang="en-US"/>
            <a:t>. </a:t>
          </a:r>
        </a:p>
      </dgm:t>
    </dgm:pt>
    <dgm:pt modelId="{0E420543-B01B-4ED0-9633-8672BAB6F943}" type="parTrans" cxnId="{9C3CC269-D177-46EB-BCAA-23FD347ECB1D}">
      <dgm:prSet/>
      <dgm:spPr/>
      <dgm:t>
        <a:bodyPr/>
        <a:lstStyle/>
        <a:p>
          <a:endParaRPr lang="en-US"/>
        </a:p>
      </dgm:t>
    </dgm:pt>
    <dgm:pt modelId="{2087B927-D2B0-4FD4-B565-B1C61A57926F}" type="sibTrans" cxnId="{9C3CC269-D177-46EB-BCAA-23FD347ECB1D}">
      <dgm:prSet/>
      <dgm:spPr/>
      <dgm:t>
        <a:bodyPr/>
        <a:lstStyle/>
        <a:p>
          <a:endParaRPr lang="en-US"/>
        </a:p>
      </dgm:t>
    </dgm:pt>
    <dgm:pt modelId="{669C1A36-DAB6-4EFA-AF94-B30D1C8CF724}">
      <dgm:prSet/>
      <dgm:spPr/>
      <dgm:t>
        <a:bodyPr/>
        <a:lstStyle/>
        <a:p>
          <a:r>
            <a:rPr lang="en-US"/>
            <a:t>The object will have at least enough storage space to hold the string in </a:t>
          </a:r>
          <a:r>
            <a:rPr lang="en-US" i="1"/>
            <a:t>str</a:t>
          </a:r>
          <a:r>
            <a:rPr lang="en-US"/>
            <a:t>.</a:t>
          </a:r>
        </a:p>
      </dgm:t>
    </dgm:pt>
    <dgm:pt modelId="{DB8A3486-827F-4F50-9EBC-D0CFDD8072E0}" type="parTrans" cxnId="{7F07EE42-CEB6-4D98-A6D0-6BB4C18D1245}">
      <dgm:prSet/>
      <dgm:spPr/>
      <dgm:t>
        <a:bodyPr/>
        <a:lstStyle/>
        <a:p>
          <a:endParaRPr lang="en-US"/>
        </a:p>
      </dgm:t>
    </dgm:pt>
    <dgm:pt modelId="{4074F393-1E7A-4284-8979-4C49DF2C9FEB}" type="sibTrans" cxnId="{7F07EE42-CEB6-4D98-A6D0-6BB4C18D1245}">
      <dgm:prSet/>
      <dgm:spPr/>
      <dgm:t>
        <a:bodyPr/>
        <a:lstStyle/>
        <a:p>
          <a:endParaRPr lang="en-US"/>
        </a:p>
      </dgm:t>
    </dgm:pt>
    <dgm:pt modelId="{7EE7E559-A840-459B-9C6A-DA3318700B94}" type="pres">
      <dgm:prSet presAssocID="{139895A5-1BAE-4F11-BD3D-8FDA4620B73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18FB05A-5853-4714-9A80-205AEEC83310}" type="pres">
      <dgm:prSet presAssocID="{CD9BC095-7C70-4F05-9D49-27035E8E78AA}" presName="linNode" presStyleCnt="0"/>
      <dgm:spPr/>
    </dgm:pt>
    <dgm:pt modelId="{096F7533-4FB2-4440-ADAC-48E092374266}" type="pres">
      <dgm:prSet presAssocID="{CD9BC095-7C70-4F05-9D49-27035E8E78AA}" presName="parentText" presStyleLbl="node1" presStyleIdx="0" presStyleCnt="4" custScaleX="98608" custScaleY="44875" custLinFactNeighborX="99575" custLinFactNeighborY="-75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1E1019-FB70-4CF9-9022-145A879251D7}" type="pres">
      <dgm:prSet presAssocID="{094AB57E-E289-4014-BACA-17E7910BC08A}" presName="sp" presStyleCnt="0"/>
      <dgm:spPr/>
    </dgm:pt>
    <dgm:pt modelId="{D40880D1-C889-4E5F-B3DB-C42856EA62AC}" type="pres">
      <dgm:prSet presAssocID="{A6938328-1735-4D53-B27E-A5642AAEBFD8}" presName="linNode" presStyleCnt="0"/>
      <dgm:spPr/>
    </dgm:pt>
    <dgm:pt modelId="{714DF29D-463B-4ADB-954E-ADBAC6A2D06A}" type="pres">
      <dgm:prSet presAssocID="{A6938328-1735-4D53-B27E-A5642AAEBFD8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264A57-7978-4D21-83C5-CFCF5A7D43EC}" type="pres">
      <dgm:prSet presAssocID="{A6938328-1735-4D53-B27E-A5642AAEBFD8}" presName="descendantText" presStyleLbl="alignAccFollowNode1" presStyleIdx="0" presStyleCnt="3" custLinFactNeighborX="0" custLinFactNeighborY="-273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93A9A8-2A6C-4E1C-B742-A6C026678679}" type="pres">
      <dgm:prSet presAssocID="{2B66E977-EAE8-4F2C-A72C-1E613ADB7ADC}" presName="sp" presStyleCnt="0"/>
      <dgm:spPr/>
    </dgm:pt>
    <dgm:pt modelId="{D5B9ED18-0B37-4E5D-860C-7EE28C5DD8ED}" type="pres">
      <dgm:prSet presAssocID="{12A7A6B1-9E61-421E-A6EB-AB5B5466CE97}" presName="linNode" presStyleCnt="0"/>
      <dgm:spPr/>
    </dgm:pt>
    <dgm:pt modelId="{853B2576-D999-40F2-9021-65FBE28070EC}" type="pres">
      <dgm:prSet presAssocID="{12A7A6B1-9E61-421E-A6EB-AB5B5466CE97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235AD4-228B-4B3F-B0FC-F8F2F77EA797}" type="pres">
      <dgm:prSet presAssocID="{12A7A6B1-9E61-421E-A6EB-AB5B5466CE97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7F45BC-341E-44BA-9BD5-F32EFDA73616}" type="pres">
      <dgm:prSet presAssocID="{00CE7FB0-518C-4281-9096-D6C810F15A95}" presName="sp" presStyleCnt="0"/>
      <dgm:spPr/>
    </dgm:pt>
    <dgm:pt modelId="{D7437CB8-381F-4335-811B-87E6AAC6A65E}" type="pres">
      <dgm:prSet presAssocID="{47F3DA28-5883-48CA-94C9-F8B87A2D4DDD}" presName="linNode" presStyleCnt="0"/>
      <dgm:spPr/>
    </dgm:pt>
    <dgm:pt modelId="{C8AEE864-A665-4062-B626-AB4B5EE25BA3}" type="pres">
      <dgm:prSet presAssocID="{47F3DA28-5883-48CA-94C9-F8B87A2D4DDD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3D4ABC-96A4-4E31-A2D8-D7DC261E38C6}" type="pres">
      <dgm:prSet presAssocID="{47F3DA28-5883-48CA-94C9-F8B87A2D4DDD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1894064-2180-4039-8BAA-D338999A5292}" type="presOf" srcId="{28D036B4-634E-402D-B596-15984BB4B3D1}" destId="{AE264A57-7978-4D21-83C5-CFCF5A7D43EC}" srcOrd="0" destOrd="0" presId="urn:microsoft.com/office/officeart/2005/8/layout/vList5"/>
    <dgm:cxn modelId="{C924E8D3-D12F-4183-A918-3CEF65D93D53}" type="presOf" srcId="{139895A5-1BAE-4F11-BD3D-8FDA4620B736}" destId="{7EE7E559-A840-459B-9C6A-DA3318700B94}" srcOrd="0" destOrd="0" presId="urn:microsoft.com/office/officeart/2005/8/layout/vList5"/>
    <dgm:cxn modelId="{3F471B9D-BE74-4E08-BBE8-846215B295BA}" type="presOf" srcId="{A105399B-5A7D-41E0-AFDE-38639CB08F21}" destId="{B7235AD4-228B-4B3F-B0FC-F8F2F77EA797}" srcOrd="0" destOrd="0" presId="urn:microsoft.com/office/officeart/2005/8/layout/vList5"/>
    <dgm:cxn modelId="{56B5CAFD-39FA-4847-91B9-E4564D8D7EC9}" type="presOf" srcId="{A6938328-1735-4D53-B27E-A5642AAEBFD8}" destId="{714DF29D-463B-4ADB-954E-ADBAC6A2D06A}" srcOrd="0" destOrd="0" presId="urn:microsoft.com/office/officeart/2005/8/layout/vList5"/>
    <dgm:cxn modelId="{CC41CFA7-BE61-4B4C-ACE4-D892694EB40C}" type="presOf" srcId="{12A7A6B1-9E61-421E-A6EB-AB5B5466CE97}" destId="{853B2576-D999-40F2-9021-65FBE28070EC}" srcOrd="0" destOrd="0" presId="urn:microsoft.com/office/officeart/2005/8/layout/vList5"/>
    <dgm:cxn modelId="{C98B0F72-89CD-4EAC-8A31-630F3870A635}" srcId="{139895A5-1BAE-4F11-BD3D-8FDA4620B736}" destId="{CD9BC095-7C70-4F05-9D49-27035E8E78AA}" srcOrd="0" destOrd="0" parTransId="{9E2C4779-6C79-4113-9CFB-B64372153DAC}" sibTransId="{094AB57E-E289-4014-BACA-17E7910BC08A}"/>
    <dgm:cxn modelId="{7F07EE42-CEB6-4D98-A6D0-6BB4C18D1245}" srcId="{47F3DA28-5883-48CA-94C9-F8B87A2D4DDD}" destId="{669C1A36-DAB6-4EFA-AF94-B30D1C8CF724}" srcOrd="1" destOrd="0" parTransId="{DB8A3486-827F-4F50-9EBC-D0CFDD8072E0}" sibTransId="{4074F393-1E7A-4284-8979-4C49DF2C9FEB}"/>
    <dgm:cxn modelId="{E48A2E65-CE49-45C2-BA7B-3999B059BAF6}" type="presOf" srcId="{47F3DA28-5883-48CA-94C9-F8B87A2D4DDD}" destId="{C8AEE864-A665-4062-B626-AB4B5EE25BA3}" srcOrd="0" destOrd="0" presId="urn:microsoft.com/office/officeart/2005/8/layout/vList5"/>
    <dgm:cxn modelId="{0BD6C62C-C006-445D-896D-524CFFC57472}" srcId="{139895A5-1BAE-4F11-BD3D-8FDA4620B736}" destId="{A6938328-1735-4D53-B27E-A5642AAEBFD8}" srcOrd="1" destOrd="0" parTransId="{E6D8773C-D620-4C3D-BA0A-97A338B8A9EF}" sibTransId="{2B66E977-EAE8-4F2C-A72C-1E613ADB7ADC}"/>
    <dgm:cxn modelId="{9E48DD74-BCD0-4C71-B1D6-AAA4CF91B15C}" type="presOf" srcId="{F61821DA-BAF9-4985-950E-EB3666B49027}" destId="{DE3D4ABC-96A4-4E31-A2D8-D7DC261E38C6}" srcOrd="0" destOrd="0" presId="urn:microsoft.com/office/officeart/2005/8/layout/vList5"/>
    <dgm:cxn modelId="{C10E0ED6-9D52-4DA9-8D95-7664FD24A86D}" srcId="{139895A5-1BAE-4F11-BD3D-8FDA4620B736}" destId="{12A7A6B1-9E61-421E-A6EB-AB5B5466CE97}" srcOrd="2" destOrd="0" parTransId="{E781993E-AD78-4465-8394-4ECA57C40DC4}" sibTransId="{00CE7FB0-518C-4281-9096-D6C810F15A95}"/>
    <dgm:cxn modelId="{06214E3E-38F5-4ABA-AF90-7F43D9FABB67}" srcId="{139895A5-1BAE-4F11-BD3D-8FDA4620B736}" destId="{47F3DA28-5883-48CA-94C9-F8B87A2D4DDD}" srcOrd="3" destOrd="0" parTransId="{9E196422-EEFB-4ECD-AC92-F1A9D8261971}" sibTransId="{0E1B5562-CBF0-40B2-849F-E2685C9A8647}"/>
    <dgm:cxn modelId="{7E52829C-76CE-48C1-B501-B9BE47156CBE}" srcId="{12A7A6B1-9E61-421E-A6EB-AB5B5466CE97}" destId="{A105399B-5A7D-41E0-AFDE-38639CB08F21}" srcOrd="0" destOrd="0" parTransId="{63720700-519C-4DE1-A5DD-2539FFF83CA4}" sibTransId="{384C0813-BB4F-46A4-A633-C8ED3B2489E7}"/>
    <dgm:cxn modelId="{7CD81F34-426B-4277-8FF2-5FC4021235CF}" srcId="{A6938328-1735-4D53-B27E-A5642AAEBFD8}" destId="{28D036B4-634E-402D-B596-15984BB4B3D1}" srcOrd="0" destOrd="0" parTransId="{6A0313A9-D954-4AED-BB07-6A5348BAC843}" sibTransId="{58C99550-3A1D-4BF8-AC89-2F3A159EE564}"/>
    <dgm:cxn modelId="{44625510-01CA-4753-B874-0844E6EB68CD}" type="presOf" srcId="{CD9BC095-7C70-4F05-9D49-27035E8E78AA}" destId="{096F7533-4FB2-4440-ADAC-48E092374266}" srcOrd="0" destOrd="0" presId="urn:microsoft.com/office/officeart/2005/8/layout/vList5"/>
    <dgm:cxn modelId="{36AAF672-637A-45AF-892F-4AABA0EB50B2}" type="presOf" srcId="{669C1A36-DAB6-4EFA-AF94-B30D1C8CF724}" destId="{DE3D4ABC-96A4-4E31-A2D8-D7DC261E38C6}" srcOrd="0" destOrd="1" presId="urn:microsoft.com/office/officeart/2005/8/layout/vList5"/>
    <dgm:cxn modelId="{9C3CC269-D177-46EB-BCAA-23FD347ECB1D}" srcId="{47F3DA28-5883-48CA-94C9-F8B87A2D4DDD}" destId="{F61821DA-BAF9-4985-950E-EB3666B49027}" srcOrd="0" destOrd="0" parTransId="{0E420543-B01B-4ED0-9633-8672BAB6F943}" sibTransId="{2087B927-D2B0-4FD4-B565-B1C61A57926F}"/>
    <dgm:cxn modelId="{69F20B8E-FD71-4186-AD4F-CE2D25612983}" type="presParOf" srcId="{7EE7E559-A840-459B-9C6A-DA3318700B94}" destId="{B18FB05A-5853-4714-9A80-205AEEC83310}" srcOrd="0" destOrd="0" presId="urn:microsoft.com/office/officeart/2005/8/layout/vList5"/>
    <dgm:cxn modelId="{6B61FD9E-33E6-43BD-8AC8-C292513DF4B6}" type="presParOf" srcId="{B18FB05A-5853-4714-9A80-205AEEC83310}" destId="{096F7533-4FB2-4440-ADAC-48E092374266}" srcOrd="0" destOrd="0" presId="urn:microsoft.com/office/officeart/2005/8/layout/vList5"/>
    <dgm:cxn modelId="{BEF67C87-4167-4241-90DA-7C2BA6833A07}" type="presParOf" srcId="{7EE7E559-A840-459B-9C6A-DA3318700B94}" destId="{E61E1019-FB70-4CF9-9022-145A879251D7}" srcOrd="1" destOrd="0" presId="urn:microsoft.com/office/officeart/2005/8/layout/vList5"/>
    <dgm:cxn modelId="{15CB2227-906B-44C2-A043-E45027752BFB}" type="presParOf" srcId="{7EE7E559-A840-459B-9C6A-DA3318700B94}" destId="{D40880D1-C889-4E5F-B3DB-C42856EA62AC}" srcOrd="2" destOrd="0" presId="urn:microsoft.com/office/officeart/2005/8/layout/vList5"/>
    <dgm:cxn modelId="{8C44C9AB-5709-4746-B2F2-88923411B0F4}" type="presParOf" srcId="{D40880D1-C889-4E5F-B3DB-C42856EA62AC}" destId="{714DF29D-463B-4ADB-954E-ADBAC6A2D06A}" srcOrd="0" destOrd="0" presId="urn:microsoft.com/office/officeart/2005/8/layout/vList5"/>
    <dgm:cxn modelId="{4D476C6A-7524-4787-BE55-9CC5417052F0}" type="presParOf" srcId="{D40880D1-C889-4E5F-B3DB-C42856EA62AC}" destId="{AE264A57-7978-4D21-83C5-CFCF5A7D43EC}" srcOrd="1" destOrd="0" presId="urn:microsoft.com/office/officeart/2005/8/layout/vList5"/>
    <dgm:cxn modelId="{A0EC5F4A-138E-4940-9D56-567745E292A7}" type="presParOf" srcId="{7EE7E559-A840-459B-9C6A-DA3318700B94}" destId="{5C93A9A8-2A6C-4E1C-B742-A6C026678679}" srcOrd="3" destOrd="0" presId="urn:microsoft.com/office/officeart/2005/8/layout/vList5"/>
    <dgm:cxn modelId="{1DC51295-4FD0-4389-A8CF-829A0FC761C2}" type="presParOf" srcId="{7EE7E559-A840-459B-9C6A-DA3318700B94}" destId="{D5B9ED18-0B37-4E5D-860C-7EE28C5DD8ED}" srcOrd="4" destOrd="0" presId="urn:microsoft.com/office/officeart/2005/8/layout/vList5"/>
    <dgm:cxn modelId="{8D71E6E9-3437-4CD3-B886-29E84AD982D6}" type="presParOf" srcId="{D5B9ED18-0B37-4E5D-860C-7EE28C5DD8ED}" destId="{853B2576-D999-40F2-9021-65FBE28070EC}" srcOrd="0" destOrd="0" presId="urn:microsoft.com/office/officeart/2005/8/layout/vList5"/>
    <dgm:cxn modelId="{CFBF5BD0-5509-49F6-92C6-93EDFB7409F8}" type="presParOf" srcId="{D5B9ED18-0B37-4E5D-860C-7EE28C5DD8ED}" destId="{B7235AD4-228B-4B3F-B0FC-F8F2F77EA797}" srcOrd="1" destOrd="0" presId="urn:microsoft.com/office/officeart/2005/8/layout/vList5"/>
    <dgm:cxn modelId="{A1960340-84F7-4AA6-AE31-01B40FF00EFD}" type="presParOf" srcId="{7EE7E559-A840-459B-9C6A-DA3318700B94}" destId="{307F45BC-341E-44BA-9BD5-F32EFDA73616}" srcOrd="5" destOrd="0" presId="urn:microsoft.com/office/officeart/2005/8/layout/vList5"/>
    <dgm:cxn modelId="{9D550BFF-1A64-44FE-92B0-29D8A9DD7163}" type="presParOf" srcId="{7EE7E559-A840-459B-9C6A-DA3318700B94}" destId="{D7437CB8-381F-4335-811B-87E6AAC6A65E}" srcOrd="6" destOrd="0" presId="urn:microsoft.com/office/officeart/2005/8/layout/vList5"/>
    <dgm:cxn modelId="{AB523EFE-5A09-453C-9CBB-A5D58461451A}" type="presParOf" srcId="{D7437CB8-381F-4335-811B-87E6AAC6A65E}" destId="{C8AEE864-A665-4062-B626-AB4B5EE25BA3}" srcOrd="0" destOrd="0" presId="urn:microsoft.com/office/officeart/2005/8/layout/vList5"/>
    <dgm:cxn modelId="{B516DD7E-196F-4464-9200-FD225976E40B}" type="presParOf" srcId="{D7437CB8-381F-4335-811B-87E6AAC6A65E}" destId="{DE3D4ABC-96A4-4E31-A2D8-D7DC261E38C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9942C8-4EA1-4BFF-AE01-35B163654C4B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5F822A9-9486-40B9-B629-96BAC9C55EDC}">
      <dgm:prSet custT="1"/>
      <dgm:spPr/>
      <dgm:t>
        <a:bodyPr/>
        <a:lstStyle/>
        <a:p>
          <a:r>
            <a:rPr lang="en-US" sz="3200" dirty="0"/>
            <a:t>Common Methods</a:t>
          </a:r>
          <a:r>
            <a:rPr lang="en-US" sz="2200" dirty="0"/>
            <a:t/>
          </a:r>
          <a:br>
            <a:rPr lang="en-US" sz="2200" dirty="0"/>
          </a:br>
          <a:endParaRPr lang="en-US" sz="2200" dirty="0"/>
        </a:p>
      </dgm:t>
    </dgm:pt>
    <dgm:pt modelId="{5F39B700-0170-49DD-BB3E-013C56EB7C91}" type="parTrans" cxnId="{EE30BAD2-6F05-42F3-8521-64414E4857BB}">
      <dgm:prSet/>
      <dgm:spPr/>
      <dgm:t>
        <a:bodyPr/>
        <a:lstStyle/>
        <a:p>
          <a:endParaRPr lang="en-US"/>
        </a:p>
      </dgm:t>
    </dgm:pt>
    <dgm:pt modelId="{D4B9A087-BA71-4A17-A5DF-3D3409240B0B}" type="sibTrans" cxnId="{EE30BAD2-6F05-42F3-8521-64414E4857BB}">
      <dgm:prSet/>
      <dgm:spPr/>
      <dgm:t>
        <a:bodyPr/>
        <a:lstStyle/>
        <a:p>
          <a:endParaRPr lang="en-US"/>
        </a:p>
      </dgm:t>
    </dgm:pt>
    <dgm:pt modelId="{BDBE5F84-F13B-4357-93CD-6D0107D8E39E}">
      <dgm:prSet/>
      <dgm:spPr/>
      <dgm:t>
        <a:bodyPr/>
        <a:lstStyle/>
        <a:p>
          <a:r>
            <a:rPr lang="en-US" b="1" dirty="0"/>
            <a:t>char </a:t>
          </a:r>
          <a:r>
            <a:rPr lang="en-US" b="1" dirty="0" err="1"/>
            <a:t>charAt</a:t>
          </a:r>
          <a:r>
            <a:rPr lang="en-US" b="1" dirty="0"/>
            <a:t>(int </a:t>
          </a:r>
          <a:r>
            <a:rPr lang="en-US" b="1" i="1" dirty="0"/>
            <a:t>position</a:t>
          </a:r>
          <a:r>
            <a:rPr lang="en-US" b="1" dirty="0"/>
            <a:t>)</a:t>
          </a:r>
          <a:endParaRPr lang="en-US" dirty="0"/>
        </a:p>
      </dgm:t>
    </dgm:pt>
    <dgm:pt modelId="{D4FAADED-C324-45EA-BC02-DB880703DAC4}" type="parTrans" cxnId="{2BDF6B3A-F180-4FA4-AFC0-EA0B223FDAAC}">
      <dgm:prSet/>
      <dgm:spPr/>
      <dgm:t>
        <a:bodyPr/>
        <a:lstStyle/>
        <a:p>
          <a:endParaRPr lang="en-US"/>
        </a:p>
      </dgm:t>
    </dgm:pt>
    <dgm:pt modelId="{1C78B59C-1E36-4645-82DB-70FE964E317E}" type="sibTrans" cxnId="{2BDF6B3A-F180-4FA4-AFC0-EA0B223FDAAC}">
      <dgm:prSet/>
      <dgm:spPr/>
      <dgm:t>
        <a:bodyPr/>
        <a:lstStyle/>
        <a:p>
          <a:endParaRPr lang="en-US"/>
        </a:p>
      </dgm:t>
    </dgm:pt>
    <dgm:pt modelId="{AAAD5562-C3AC-42F7-AAAE-3F7243221C33}">
      <dgm:prSet/>
      <dgm:spPr/>
      <dgm:t>
        <a:bodyPr/>
        <a:lstStyle/>
        <a:p>
          <a:r>
            <a:rPr lang="en-US" b="1"/>
            <a:t>void getChars(int </a:t>
          </a:r>
          <a:r>
            <a:rPr lang="en-US" b="1" i="1"/>
            <a:t>start</a:t>
          </a:r>
          <a:r>
            <a:rPr lang="en-US" b="1"/>
            <a:t>, int </a:t>
          </a:r>
          <a:r>
            <a:rPr lang="en-US" b="1" i="1"/>
            <a:t>end,</a:t>
          </a:r>
          <a:r>
            <a:rPr lang="en-US" b="1"/>
            <a:t> char[] </a:t>
          </a:r>
          <a:r>
            <a:rPr lang="en-US" b="1" i="1"/>
            <a:t>array</a:t>
          </a:r>
          <a:r>
            <a:rPr lang="en-US" b="1"/>
            <a:t>, int </a:t>
          </a:r>
          <a:r>
            <a:rPr lang="en-US" b="1" i="1"/>
            <a:t>arrayStart</a:t>
          </a:r>
          <a:r>
            <a:rPr lang="en-US" b="1"/>
            <a:t>)</a:t>
          </a:r>
          <a:endParaRPr lang="en-US"/>
        </a:p>
      </dgm:t>
    </dgm:pt>
    <dgm:pt modelId="{E0AD39BC-1F1C-46FF-A17B-F6FAF2A2561E}" type="parTrans" cxnId="{23CDDF09-1E14-4EB2-A544-6B4BA454047B}">
      <dgm:prSet/>
      <dgm:spPr/>
      <dgm:t>
        <a:bodyPr/>
        <a:lstStyle/>
        <a:p>
          <a:endParaRPr lang="en-US"/>
        </a:p>
      </dgm:t>
    </dgm:pt>
    <dgm:pt modelId="{1C46A7A3-394B-4C4F-990C-594465DF982B}" type="sibTrans" cxnId="{23CDDF09-1E14-4EB2-A544-6B4BA454047B}">
      <dgm:prSet/>
      <dgm:spPr/>
      <dgm:t>
        <a:bodyPr/>
        <a:lstStyle/>
        <a:p>
          <a:endParaRPr lang="en-US"/>
        </a:p>
      </dgm:t>
    </dgm:pt>
    <dgm:pt modelId="{B036D989-B741-4AA8-B5F8-1AB97281852A}">
      <dgm:prSet/>
      <dgm:spPr/>
      <dgm:t>
        <a:bodyPr/>
        <a:lstStyle/>
        <a:p>
          <a:r>
            <a:rPr lang="en-US" b="1" dirty="0"/>
            <a:t>int </a:t>
          </a:r>
          <a:r>
            <a:rPr lang="en-US" b="1" dirty="0" err="1"/>
            <a:t>indexOf</a:t>
          </a:r>
          <a:r>
            <a:rPr lang="en-US" b="1" dirty="0"/>
            <a:t>(String </a:t>
          </a:r>
          <a:r>
            <a:rPr lang="en-US" b="1" i="1" dirty="0"/>
            <a:t>str</a:t>
          </a:r>
          <a:r>
            <a:rPr lang="en-US" b="1" dirty="0"/>
            <a:t>)</a:t>
          </a:r>
          <a:endParaRPr lang="en-US" dirty="0"/>
        </a:p>
      </dgm:t>
    </dgm:pt>
    <dgm:pt modelId="{DEF90BFF-E8A8-4FD8-9259-1FED1447F2D1}" type="parTrans" cxnId="{A986B953-B701-46FB-B6A2-24538B7370C0}">
      <dgm:prSet/>
      <dgm:spPr/>
      <dgm:t>
        <a:bodyPr/>
        <a:lstStyle/>
        <a:p>
          <a:endParaRPr lang="en-US"/>
        </a:p>
      </dgm:t>
    </dgm:pt>
    <dgm:pt modelId="{B9F6F5A6-8CCA-422B-80F2-A0E52250E928}" type="sibTrans" cxnId="{A986B953-B701-46FB-B6A2-24538B7370C0}">
      <dgm:prSet/>
      <dgm:spPr/>
      <dgm:t>
        <a:bodyPr/>
        <a:lstStyle/>
        <a:p>
          <a:endParaRPr lang="en-US"/>
        </a:p>
      </dgm:t>
    </dgm:pt>
    <dgm:pt modelId="{7A91365A-FDBF-4487-883B-91095CF11E35}">
      <dgm:prSet/>
      <dgm:spPr/>
      <dgm:t>
        <a:bodyPr/>
        <a:lstStyle/>
        <a:p>
          <a:r>
            <a:rPr lang="en-US" b="1"/>
            <a:t>int indexOf(String </a:t>
          </a:r>
          <a:r>
            <a:rPr lang="en-US" b="1" i="1"/>
            <a:t>str</a:t>
          </a:r>
          <a:r>
            <a:rPr lang="en-US" b="1"/>
            <a:t>, int </a:t>
          </a:r>
          <a:r>
            <a:rPr lang="en-US" b="1" i="1"/>
            <a:t>start</a:t>
          </a:r>
          <a:r>
            <a:rPr lang="en-US" b="1"/>
            <a:t>)</a:t>
          </a:r>
          <a:endParaRPr lang="en-US"/>
        </a:p>
      </dgm:t>
    </dgm:pt>
    <dgm:pt modelId="{E74641AA-CC3E-4E69-AEA7-0C64D39AB6FD}" type="parTrans" cxnId="{613D1D1D-8928-49F2-B94E-63F6EB6682BD}">
      <dgm:prSet/>
      <dgm:spPr/>
      <dgm:t>
        <a:bodyPr/>
        <a:lstStyle/>
        <a:p>
          <a:endParaRPr lang="en-US"/>
        </a:p>
      </dgm:t>
    </dgm:pt>
    <dgm:pt modelId="{6C3FAF8E-C465-4F5A-8474-BD6A72F087E3}" type="sibTrans" cxnId="{613D1D1D-8928-49F2-B94E-63F6EB6682BD}">
      <dgm:prSet/>
      <dgm:spPr/>
      <dgm:t>
        <a:bodyPr/>
        <a:lstStyle/>
        <a:p>
          <a:endParaRPr lang="en-US"/>
        </a:p>
      </dgm:t>
    </dgm:pt>
    <dgm:pt modelId="{B083CA4D-3515-42F1-B758-AA53E43A52B4}">
      <dgm:prSet/>
      <dgm:spPr/>
      <dgm:t>
        <a:bodyPr/>
        <a:lstStyle/>
        <a:p>
          <a:r>
            <a:rPr lang="en-US" b="1"/>
            <a:t>int lastIndexOf(String </a:t>
          </a:r>
          <a:r>
            <a:rPr lang="en-US" b="1" i="1"/>
            <a:t>str</a:t>
          </a:r>
          <a:r>
            <a:rPr lang="en-US" b="1"/>
            <a:t>)</a:t>
          </a:r>
          <a:endParaRPr lang="en-US"/>
        </a:p>
      </dgm:t>
    </dgm:pt>
    <dgm:pt modelId="{32BB8624-13EC-44F6-849B-09340A55A6D0}" type="parTrans" cxnId="{454A1E3E-4833-45F4-95EB-9619615D0666}">
      <dgm:prSet/>
      <dgm:spPr/>
      <dgm:t>
        <a:bodyPr/>
        <a:lstStyle/>
        <a:p>
          <a:endParaRPr lang="en-US"/>
        </a:p>
      </dgm:t>
    </dgm:pt>
    <dgm:pt modelId="{06B2D9BB-02A2-409B-9D19-92A9F5DAD5A9}" type="sibTrans" cxnId="{454A1E3E-4833-45F4-95EB-9619615D0666}">
      <dgm:prSet/>
      <dgm:spPr/>
      <dgm:t>
        <a:bodyPr/>
        <a:lstStyle/>
        <a:p>
          <a:endParaRPr lang="en-US"/>
        </a:p>
      </dgm:t>
    </dgm:pt>
    <dgm:pt modelId="{FF3A3D26-8E7B-4D04-ACDC-D6224E494ED7}">
      <dgm:prSet/>
      <dgm:spPr/>
      <dgm:t>
        <a:bodyPr/>
        <a:lstStyle/>
        <a:p>
          <a:r>
            <a:rPr lang="en-US" b="1"/>
            <a:t>int lastIndexOf(String </a:t>
          </a:r>
          <a:r>
            <a:rPr lang="en-US" b="1" i="1"/>
            <a:t>str</a:t>
          </a:r>
          <a:r>
            <a:rPr lang="en-US" b="1"/>
            <a:t>, int </a:t>
          </a:r>
          <a:r>
            <a:rPr lang="en-US" b="1" i="1"/>
            <a:t>start</a:t>
          </a:r>
          <a:r>
            <a:rPr lang="en-US" b="1"/>
            <a:t>)</a:t>
          </a:r>
          <a:endParaRPr lang="en-US"/>
        </a:p>
      </dgm:t>
    </dgm:pt>
    <dgm:pt modelId="{EF024E43-D6F8-4810-BBBE-1200637DB79B}" type="parTrans" cxnId="{94F5CEE4-CFD1-4429-90B1-99158D58D0C8}">
      <dgm:prSet/>
      <dgm:spPr/>
      <dgm:t>
        <a:bodyPr/>
        <a:lstStyle/>
        <a:p>
          <a:endParaRPr lang="en-US"/>
        </a:p>
      </dgm:t>
    </dgm:pt>
    <dgm:pt modelId="{A388FA5C-36FC-413B-9E9E-A68E2A56B835}" type="sibTrans" cxnId="{94F5CEE4-CFD1-4429-90B1-99158D58D0C8}">
      <dgm:prSet/>
      <dgm:spPr/>
      <dgm:t>
        <a:bodyPr/>
        <a:lstStyle/>
        <a:p>
          <a:endParaRPr lang="en-US"/>
        </a:p>
      </dgm:t>
    </dgm:pt>
    <dgm:pt modelId="{BFBBBD86-965D-448E-80B3-CB7B6F659849}">
      <dgm:prSet/>
      <dgm:spPr/>
      <dgm:t>
        <a:bodyPr/>
        <a:lstStyle/>
        <a:p>
          <a:r>
            <a:rPr lang="en-US" b="1" dirty="0"/>
            <a:t>int length()</a:t>
          </a:r>
          <a:endParaRPr lang="en-US" dirty="0"/>
        </a:p>
      </dgm:t>
    </dgm:pt>
    <dgm:pt modelId="{89F50626-36A2-496A-9D51-535F69D5000C}" type="parTrans" cxnId="{36BD36EA-9D71-469E-BD35-6C79F0E0B342}">
      <dgm:prSet/>
      <dgm:spPr/>
      <dgm:t>
        <a:bodyPr/>
        <a:lstStyle/>
        <a:p>
          <a:endParaRPr lang="en-US"/>
        </a:p>
      </dgm:t>
    </dgm:pt>
    <dgm:pt modelId="{1F6A0351-D4FA-4D70-8551-7A9B5720AED1}" type="sibTrans" cxnId="{36BD36EA-9D71-469E-BD35-6C79F0E0B342}">
      <dgm:prSet/>
      <dgm:spPr/>
      <dgm:t>
        <a:bodyPr/>
        <a:lstStyle/>
        <a:p>
          <a:endParaRPr lang="en-US"/>
        </a:p>
      </dgm:t>
    </dgm:pt>
    <dgm:pt modelId="{985D1ED0-743F-4DB0-A2F9-458D70FD8658}">
      <dgm:prSet/>
      <dgm:spPr/>
      <dgm:t>
        <a:bodyPr/>
        <a:lstStyle/>
        <a:p>
          <a:r>
            <a:rPr lang="en-US" b="1" dirty="0"/>
            <a:t>StringBuilder reverse()</a:t>
          </a:r>
          <a:endParaRPr lang="en-US" dirty="0"/>
        </a:p>
      </dgm:t>
    </dgm:pt>
    <dgm:pt modelId="{7A4D151C-F748-4FEB-82B5-D4439E883EF0}" type="parTrans" cxnId="{A3F771DC-F4CE-4362-9382-328C5E41067C}">
      <dgm:prSet/>
      <dgm:spPr/>
      <dgm:t>
        <a:bodyPr/>
        <a:lstStyle/>
        <a:p>
          <a:endParaRPr lang="en-US"/>
        </a:p>
      </dgm:t>
    </dgm:pt>
    <dgm:pt modelId="{4BC9D606-154F-4C6D-81C3-C95ECB0B21A8}" type="sibTrans" cxnId="{A3F771DC-F4CE-4362-9382-328C5E41067C}">
      <dgm:prSet/>
      <dgm:spPr/>
      <dgm:t>
        <a:bodyPr/>
        <a:lstStyle/>
        <a:p>
          <a:endParaRPr lang="en-US"/>
        </a:p>
      </dgm:t>
    </dgm:pt>
    <dgm:pt modelId="{5B3AD847-100A-4009-862F-771D18560DCE}">
      <dgm:prSet/>
      <dgm:spPr/>
      <dgm:t>
        <a:bodyPr/>
        <a:lstStyle/>
        <a:p>
          <a:r>
            <a:rPr lang="en-US" b="1" dirty="0"/>
            <a:t>String substring(int </a:t>
          </a:r>
          <a:r>
            <a:rPr lang="en-US" b="1" i="1" dirty="0"/>
            <a:t>start</a:t>
          </a:r>
          <a:r>
            <a:rPr lang="en-US" b="1" dirty="0"/>
            <a:t>)</a:t>
          </a:r>
          <a:endParaRPr lang="en-US" dirty="0"/>
        </a:p>
      </dgm:t>
    </dgm:pt>
    <dgm:pt modelId="{642C4A9E-09D1-47E9-887E-85D33079C183}" type="parTrans" cxnId="{DDDF328A-5A1E-4623-96E0-4B3827A70C72}">
      <dgm:prSet/>
      <dgm:spPr/>
      <dgm:t>
        <a:bodyPr/>
        <a:lstStyle/>
        <a:p>
          <a:endParaRPr lang="en-US"/>
        </a:p>
      </dgm:t>
    </dgm:pt>
    <dgm:pt modelId="{6C27D760-FF17-4746-A8E5-1BDF883CA063}" type="sibTrans" cxnId="{DDDF328A-5A1E-4623-96E0-4B3827A70C72}">
      <dgm:prSet/>
      <dgm:spPr/>
      <dgm:t>
        <a:bodyPr/>
        <a:lstStyle/>
        <a:p>
          <a:endParaRPr lang="en-US"/>
        </a:p>
      </dgm:t>
    </dgm:pt>
    <dgm:pt modelId="{C30BD763-C225-4D30-AC02-1EE478A9FE09}">
      <dgm:prSet/>
      <dgm:spPr/>
      <dgm:t>
        <a:bodyPr/>
        <a:lstStyle/>
        <a:p>
          <a:r>
            <a:rPr lang="en-US" b="1" dirty="0"/>
            <a:t>String substring(int </a:t>
          </a:r>
          <a:r>
            <a:rPr lang="en-US" b="1" i="1" dirty="0"/>
            <a:t>start</a:t>
          </a:r>
          <a:r>
            <a:rPr lang="en-US" b="1" dirty="0"/>
            <a:t>, int </a:t>
          </a:r>
          <a:r>
            <a:rPr lang="en-US" b="1" i="1" dirty="0"/>
            <a:t>end</a:t>
          </a:r>
          <a:r>
            <a:rPr lang="en-US" b="1" dirty="0"/>
            <a:t>)</a:t>
          </a:r>
          <a:endParaRPr lang="en-US" dirty="0"/>
        </a:p>
      </dgm:t>
    </dgm:pt>
    <dgm:pt modelId="{6D4FDA4E-C3A6-423D-8C33-F025BEDDF3F6}" type="parTrans" cxnId="{DFBE1CFB-0ED1-4108-AC8C-1376D78980F8}">
      <dgm:prSet/>
      <dgm:spPr/>
      <dgm:t>
        <a:bodyPr/>
        <a:lstStyle/>
        <a:p>
          <a:endParaRPr lang="en-US"/>
        </a:p>
      </dgm:t>
    </dgm:pt>
    <dgm:pt modelId="{9BED7E5F-BF59-4FE2-89EF-FE6AD78DADBC}" type="sibTrans" cxnId="{DFBE1CFB-0ED1-4108-AC8C-1376D78980F8}">
      <dgm:prSet/>
      <dgm:spPr/>
      <dgm:t>
        <a:bodyPr/>
        <a:lstStyle/>
        <a:p>
          <a:endParaRPr lang="en-US"/>
        </a:p>
      </dgm:t>
    </dgm:pt>
    <dgm:pt modelId="{733A5A35-5B6D-4174-962C-88426F19D1A8}" type="pres">
      <dgm:prSet presAssocID="{129942C8-4EA1-4BFF-AE01-35B163654C4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AA841F0-C62A-4CC9-85D6-411DCE4A9B45}" type="pres">
      <dgm:prSet presAssocID="{75F822A9-9486-40B9-B629-96BAC9C55EDC}" presName="composite" presStyleCnt="0"/>
      <dgm:spPr/>
    </dgm:pt>
    <dgm:pt modelId="{88D0854A-72BE-44F1-BC42-EA62989E3049}" type="pres">
      <dgm:prSet presAssocID="{75F822A9-9486-40B9-B629-96BAC9C55EDC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58ED6C-6060-48FB-BDFD-5552279054CF}" type="pres">
      <dgm:prSet presAssocID="{75F822A9-9486-40B9-B629-96BAC9C55EDC}" presName="desTx" presStyleLbl="alignAccFollowNode1" presStyleIdx="0" presStyleCnt="1" custScaleY="103382" custLinFactNeighborX="0" custLinFactNeighborY="11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C7FFD1-9A27-4066-8FE5-A7E8E862E9E2}" type="presOf" srcId="{AAAD5562-C3AC-42F7-AAAE-3F7243221C33}" destId="{6D58ED6C-6060-48FB-BDFD-5552279054CF}" srcOrd="0" destOrd="1" presId="urn:microsoft.com/office/officeart/2005/8/layout/hList1"/>
    <dgm:cxn modelId="{D367B68A-CFBD-44E6-8CCC-2732A73DEF9D}" type="presOf" srcId="{FF3A3D26-8E7B-4D04-ACDC-D6224E494ED7}" destId="{6D58ED6C-6060-48FB-BDFD-5552279054CF}" srcOrd="0" destOrd="5" presId="urn:microsoft.com/office/officeart/2005/8/layout/hList1"/>
    <dgm:cxn modelId="{454A1E3E-4833-45F4-95EB-9619615D0666}" srcId="{75F822A9-9486-40B9-B629-96BAC9C55EDC}" destId="{B083CA4D-3515-42F1-B758-AA53E43A52B4}" srcOrd="4" destOrd="0" parTransId="{32BB8624-13EC-44F6-849B-09340A55A6D0}" sibTransId="{06B2D9BB-02A2-409B-9D19-92A9F5DAD5A9}"/>
    <dgm:cxn modelId="{2BDF6B3A-F180-4FA4-AFC0-EA0B223FDAAC}" srcId="{75F822A9-9486-40B9-B629-96BAC9C55EDC}" destId="{BDBE5F84-F13B-4357-93CD-6D0107D8E39E}" srcOrd="0" destOrd="0" parTransId="{D4FAADED-C324-45EA-BC02-DB880703DAC4}" sibTransId="{1C78B59C-1E36-4645-82DB-70FE964E317E}"/>
    <dgm:cxn modelId="{8E4F9711-696D-43A0-8625-F834A674E001}" type="presOf" srcId="{B083CA4D-3515-42F1-B758-AA53E43A52B4}" destId="{6D58ED6C-6060-48FB-BDFD-5552279054CF}" srcOrd="0" destOrd="4" presId="urn:microsoft.com/office/officeart/2005/8/layout/hList1"/>
    <dgm:cxn modelId="{9A1FD2D1-A6DD-42B9-933B-1FE9B3B82552}" type="presOf" srcId="{BFBBBD86-965D-448E-80B3-CB7B6F659849}" destId="{6D58ED6C-6060-48FB-BDFD-5552279054CF}" srcOrd="0" destOrd="6" presId="urn:microsoft.com/office/officeart/2005/8/layout/hList1"/>
    <dgm:cxn modelId="{A986B953-B701-46FB-B6A2-24538B7370C0}" srcId="{75F822A9-9486-40B9-B629-96BAC9C55EDC}" destId="{B036D989-B741-4AA8-B5F8-1AB97281852A}" srcOrd="2" destOrd="0" parTransId="{DEF90BFF-E8A8-4FD8-9259-1FED1447F2D1}" sibTransId="{B9F6F5A6-8CCA-422B-80F2-A0E52250E928}"/>
    <dgm:cxn modelId="{A5E6A085-5383-4A26-B50C-68FAA5FC585E}" type="presOf" srcId="{75F822A9-9486-40B9-B629-96BAC9C55EDC}" destId="{88D0854A-72BE-44F1-BC42-EA62989E3049}" srcOrd="0" destOrd="0" presId="urn:microsoft.com/office/officeart/2005/8/layout/hList1"/>
    <dgm:cxn modelId="{0AC1102C-51F0-47F8-A978-7A40D44FDB46}" type="presOf" srcId="{7A91365A-FDBF-4487-883B-91095CF11E35}" destId="{6D58ED6C-6060-48FB-BDFD-5552279054CF}" srcOrd="0" destOrd="3" presId="urn:microsoft.com/office/officeart/2005/8/layout/hList1"/>
    <dgm:cxn modelId="{23CDDF09-1E14-4EB2-A544-6B4BA454047B}" srcId="{75F822A9-9486-40B9-B629-96BAC9C55EDC}" destId="{AAAD5562-C3AC-42F7-AAAE-3F7243221C33}" srcOrd="1" destOrd="0" parTransId="{E0AD39BC-1F1C-46FF-A17B-F6FAF2A2561E}" sibTransId="{1C46A7A3-394B-4C4F-990C-594465DF982B}"/>
    <dgm:cxn modelId="{EE30BAD2-6F05-42F3-8521-64414E4857BB}" srcId="{129942C8-4EA1-4BFF-AE01-35B163654C4B}" destId="{75F822A9-9486-40B9-B629-96BAC9C55EDC}" srcOrd="0" destOrd="0" parTransId="{5F39B700-0170-49DD-BB3E-013C56EB7C91}" sibTransId="{D4B9A087-BA71-4A17-A5DF-3D3409240B0B}"/>
    <dgm:cxn modelId="{36BD36EA-9D71-469E-BD35-6C79F0E0B342}" srcId="{75F822A9-9486-40B9-B629-96BAC9C55EDC}" destId="{BFBBBD86-965D-448E-80B3-CB7B6F659849}" srcOrd="6" destOrd="0" parTransId="{89F50626-36A2-496A-9D51-535F69D5000C}" sibTransId="{1F6A0351-D4FA-4D70-8551-7A9B5720AED1}"/>
    <dgm:cxn modelId="{DDDF328A-5A1E-4623-96E0-4B3827A70C72}" srcId="{75F822A9-9486-40B9-B629-96BAC9C55EDC}" destId="{5B3AD847-100A-4009-862F-771D18560DCE}" srcOrd="8" destOrd="0" parTransId="{642C4A9E-09D1-47E9-887E-85D33079C183}" sibTransId="{6C27D760-FF17-4746-A8E5-1BDF883CA063}"/>
    <dgm:cxn modelId="{A3F771DC-F4CE-4362-9382-328C5E41067C}" srcId="{75F822A9-9486-40B9-B629-96BAC9C55EDC}" destId="{985D1ED0-743F-4DB0-A2F9-458D70FD8658}" srcOrd="7" destOrd="0" parTransId="{7A4D151C-F748-4FEB-82B5-D4439E883EF0}" sibTransId="{4BC9D606-154F-4C6D-81C3-C95ECB0B21A8}"/>
    <dgm:cxn modelId="{4F4F2750-1EC6-4C1C-8309-2259F3004FD8}" type="presOf" srcId="{BDBE5F84-F13B-4357-93CD-6D0107D8E39E}" destId="{6D58ED6C-6060-48FB-BDFD-5552279054CF}" srcOrd="0" destOrd="0" presId="urn:microsoft.com/office/officeart/2005/8/layout/hList1"/>
    <dgm:cxn modelId="{DFBE1CFB-0ED1-4108-AC8C-1376D78980F8}" srcId="{75F822A9-9486-40B9-B629-96BAC9C55EDC}" destId="{C30BD763-C225-4D30-AC02-1EE478A9FE09}" srcOrd="9" destOrd="0" parTransId="{6D4FDA4E-C3A6-423D-8C33-F025BEDDF3F6}" sibTransId="{9BED7E5F-BF59-4FE2-89EF-FE6AD78DADBC}"/>
    <dgm:cxn modelId="{711624BF-35AB-424A-83AE-2E4CE848065A}" type="presOf" srcId="{985D1ED0-743F-4DB0-A2F9-458D70FD8658}" destId="{6D58ED6C-6060-48FB-BDFD-5552279054CF}" srcOrd="0" destOrd="7" presId="urn:microsoft.com/office/officeart/2005/8/layout/hList1"/>
    <dgm:cxn modelId="{54A80E3E-5C96-416C-B91A-57E0E56E09D7}" type="presOf" srcId="{129942C8-4EA1-4BFF-AE01-35B163654C4B}" destId="{733A5A35-5B6D-4174-962C-88426F19D1A8}" srcOrd="0" destOrd="0" presId="urn:microsoft.com/office/officeart/2005/8/layout/hList1"/>
    <dgm:cxn modelId="{D9B48EAD-8AD0-4E75-8E84-E31C8947CBC4}" type="presOf" srcId="{C30BD763-C225-4D30-AC02-1EE478A9FE09}" destId="{6D58ED6C-6060-48FB-BDFD-5552279054CF}" srcOrd="0" destOrd="9" presId="urn:microsoft.com/office/officeart/2005/8/layout/hList1"/>
    <dgm:cxn modelId="{3AF9FDB5-B05C-4C68-8143-C75C66C4E61D}" type="presOf" srcId="{B036D989-B741-4AA8-B5F8-1AB97281852A}" destId="{6D58ED6C-6060-48FB-BDFD-5552279054CF}" srcOrd="0" destOrd="2" presId="urn:microsoft.com/office/officeart/2005/8/layout/hList1"/>
    <dgm:cxn modelId="{40D22EBD-8272-4778-A79E-92B3220778F9}" type="presOf" srcId="{5B3AD847-100A-4009-862F-771D18560DCE}" destId="{6D58ED6C-6060-48FB-BDFD-5552279054CF}" srcOrd="0" destOrd="8" presId="urn:microsoft.com/office/officeart/2005/8/layout/hList1"/>
    <dgm:cxn modelId="{613D1D1D-8928-49F2-B94E-63F6EB6682BD}" srcId="{75F822A9-9486-40B9-B629-96BAC9C55EDC}" destId="{7A91365A-FDBF-4487-883B-91095CF11E35}" srcOrd="3" destOrd="0" parTransId="{E74641AA-CC3E-4E69-AEA7-0C64D39AB6FD}" sibTransId="{6C3FAF8E-C465-4F5A-8474-BD6A72F087E3}"/>
    <dgm:cxn modelId="{94F5CEE4-CFD1-4429-90B1-99158D58D0C8}" srcId="{75F822A9-9486-40B9-B629-96BAC9C55EDC}" destId="{FF3A3D26-8E7B-4D04-ACDC-D6224E494ED7}" srcOrd="5" destOrd="0" parTransId="{EF024E43-D6F8-4810-BBBE-1200637DB79B}" sibTransId="{A388FA5C-36FC-413B-9E9E-A68E2A56B835}"/>
    <dgm:cxn modelId="{E0F8ECC8-7F49-4289-9339-16F4CA88C724}" type="presParOf" srcId="{733A5A35-5B6D-4174-962C-88426F19D1A8}" destId="{6AA841F0-C62A-4CC9-85D6-411DCE4A9B45}" srcOrd="0" destOrd="0" presId="urn:microsoft.com/office/officeart/2005/8/layout/hList1"/>
    <dgm:cxn modelId="{F98D46AC-D212-4764-927A-1AF1E845A03B}" type="presParOf" srcId="{6AA841F0-C62A-4CC9-85D6-411DCE4A9B45}" destId="{88D0854A-72BE-44F1-BC42-EA62989E3049}" srcOrd="0" destOrd="0" presId="urn:microsoft.com/office/officeart/2005/8/layout/hList1"/>
    <dgm:cxn modelId="{6B689CF4-0F4A-486D-A3D4-149A1A23ED5D}" type="presParOf" srcId="{6AA841F0-C62A-4CC9-85D6-411DCE4A9B45}" destId="{6D58ED6C-6060-48FB-BDFD-5552279054C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63594A-2F9F-47B0-AD56-380DD129F48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D012671-01A5-4F4A-B9FE-5DE9E3E35B75}">
      <dgm:prSet custT="1"/>
      <dgm:spPr/>
      <dgm:t>
        <a:bodyPr/>
        <a:lstStyle/>
        <a:p>
          <a:r>
            <a:rPr lang="en-US" sz="3600" dirty="0"/>
            <a:t>The StringBuilder class also provides methods to set and delete characters in an object.</a:t>
          </a:r>
        </a:p>
      </dgm:t>
    </dgm:pt>
    <dgm:pt modelId="{A0C70986-37D1-4DEC-B6A1-A1266234E58E}" type="parTrans" cxnId="{E25EFA9F-60F4-4A51-934E-74E5954C6144}">
      <dgm:prSet/>
      <dgm:spPr/>
      <dgm:t>
        <a:bodyPr/>
        <a:lstStyle/>
        <a:p>
          <a:endParaRPr lang="en-US"/>
        </a:p>
      </dgm:t>
    </dgm:pt>
    <dgm:pt modelId="{D6695B16-8D3B-4203-A21D-9592C8799C72}" type="sibTrans" cxnId="{E25EFA9F-60F4-4A51-934E-74E5954C6144}">
      <dgm:prSet/>
      <dgm:spPr/>
      <dgm:t>
        <a:bodyPr/>
        <a:lstStyle/>
        <a:p>
          <a:endParaRPr lang="en-US"/>
        </a:p>
      </dgm:t>
    </dgm:pt>
    <dgm:pt modelId="{1C446347-9578-46B3-BAF8-7487849181E1}">
      <dgm:prSet/>
      <dgm:spPr/>
      <dgm:t>
        <a:bodyPr/>
        <a:lstStyle/>
        <a:p>
          <a:pPr>
            <a:buFontTx/>
            <a:buNone/>
          </a:pPr>
          <a:r>
            <a:rPr lang="en-US" b="1" dirty="0"/>
            <a:t>StringBuilder str = new StringBuilder("I ate 100 </a:t>
          </a:r>
          <a:r>
            <a:rPr lang="en-US" b="1" dirty="0" smtClean="0"/>
            <a:t>oranges!");</a:t>
          </a:r>
          <a:endParaRPr lang="en-US" dirty="0"/>
        </a:p>
      </dgm:t>
    </dgm:pt>
    <dgm:pt modelId="{28395E3E-A283-400A-B016-3C7D7A3C04CB}" type="parTrans" cxnId="{7A1CD946-200D-487D-9E43-8AC31E38FA53}">
      <dgm:prSet/>
      <dgm:spPr/>
      <dgm:t>
        <a:bodyPr/>
        <a:lstStyle/>
        <a:p>
          <a:endParaRPr lang="en-US"/>
        </a:p>
      </dgm:t>
    </dgm:pt>
    <dgm:pt modelId="{CC237AC2-2A06-4CED-A08C-100D825DE9B0}" type="sibTrans" cxnId="{7A1CD946-200D-487D-9E43-8AC31E38FA53}">
      <dgm:prSet/>
      <dgm:spPr/>
      <dgm:t>
        <a:bodyPr/>
        <a:lstStyle/>
        <a:p>
          <a:endParaRPr lang="en-US"/>
        </a:p>
      </dgm:t>
    </dgm:pt>
    <dgm:pt modelId="{6F018A01-9800-4DCD-BB97-4319103F1566}">
      <dgm:prSet/>
      <dgm:spPr/>
      <dgm:t>
        <a:bodyPr/>
        <a:lstStyle/>
        <a:p>
          <a:pPr>
            <a:buFontTx/>
            <a:buNone/>
          </a:pPr>
          <a:r>
            <a:rPr lang="en-US" b="1" dirty="0" err="1"/>
            <a:t>System.out.println</a:t>
          </a:r>
          <a:r>
            <a:rPr lang="en-US" b="1" dirty="0"/>
            <a:t>(</a:t>
          </a:r>
          <a:r>
            <a:rPr lang="en-US" b="1" dirty="0" err="1"/>
            <a:t>str</a:t>
          </a:r>
          <a:r>
            <a:rPr lang="en-US" b="1" dirty="0" smtClean="0"/>
            <a:t>)     // </a:t>
          </a:r>
          <a:r>
            <a:rPr lang="en-US" b="1" dirty="0"/>
            <a:t>Display the </a:t>
          </a:r>
          <a:r>
            <a:rPr lang="en-US" b="1" dirty="0" err="1"/>
            <a:t>StringBuilder</a:t>
          </a:r>
          <a:r>
            <a:rPr lang="en-US" b="1" dirty="0"/>
            <a:t> </a:t>
          </a:r>
          <a:r>
            <a:rPr lang="en-US" b="1" dirty="0" smtClean="0"/>
            <a:t>object</a:t>
          </a:r>
          <a:endParaRPr lang="en-US" dirty="0"/>
        </a:p>
      </dgm:t>
    </dgm:pt>
    <dgm:pt modelId="{3416A704-5079-4204-B725-F0FDEE802540}" type="parTrans" cxnId="{975FEB06-12F9-4025-912F-0DC8014EDA45}">
      <dgm:prSet/>
      <dgm:spPr/>
      <dgm:t>
        <a:bodyPr/>
        <a:lstStyle/>
        <a:p>
          <a:endParaRPr lang="en-US"/>
        </a:p>
      </dgm:t>
    </dgm:pt>
    <dgm:pt modelId="{E610A84D-016B-401B-BEAB-AF383DAC0D2A}" type="sibTrans" cxnId="{975FEB06-12F9-4025-912F-0DC8014EDA45}">
      <dgm:prSet/>
      <dgm:spPr/>
      <dgm:t>
        <a:bodyPr/>
        <a:lstStyle/>
        <a:p>
          <a:endParaRPr lang="en-US"/>
        </a:p>
      </dgm:t>
    </dgm:pt>
    <dgm:pt modelId="{81B78E30-7107-4033-A1C5-D7AED6EBB0A2}">
      <dgm:prSet/>
      <dgm:spPr/>
      <dgm:t>
        <a:bodyPr/>
        <a:lstStyle/>
        <a:p>
          <a:pPr>
            <a:buFontTx/>
            <a:buNone/>
          </a:pPr>
          <a:r>
            <a:rPr lang="en-US" b="1" dirty="0" err="1"/>
            <a:t>str.deleteCharAt</a:t>
          </a:r>
          <a:r>
            <a:rPr lang="en-US" b="1" dirty="0"/>
            <a:t>(8);        </a:t>
          </a:r>
          <a:r>
            <a:rPr lang="en-US" b="1" dirty="0" smtClean="0"/>
            <a:t>// </a:t>
          </a:r>
          <a:r>
            <a:rPr lang="en-US" b="1" dirty="0"/>
            <a:t>Delete the '0'</a:t>
          </a:r>
          <a:endParaRPr lang="en-US" dirty="0"/>
        </a:p>
      </dgm:t>
    </dgm:pt>
    <dgm:pt modelId="{F06F07CD-3926-41F0-9F75-569E5142E709}" type="parTrans" cxnId="{3FAC6AB1-0F30-4F38-B90D-CC2AD3DD54BE}">
      <dgm:prSet/>
      <dgm:spPr/>
      <dgm:t>
        <a:bodyPr/>
        <a:lstStyle/>
        <a:p>
          <a:endParaRPr lang="en-US"/>
        </a:p>
      </dgm:t>
    </dgm:pt>
    <dgm:pt modelId="{E7ACD1ED-B58D-440D-9C6B-56EB9F1EF9DD}" type="sibTrans" cxnId="{3FAC6AB1-0F30-4F38-B90D-CC2AD3DD54BE}">
      <dgm:prSet/>
      <dgm:spPr/>
      <dgm:t>
        <a:bodyPr/>
        <a:lstStyle/>
        <a:p>
          <a:endParaRPr lang="en-US"/>
        </a:p>
      </dgm:t>
    </dgm:pt>
    <dgm:pt modelId="{9A7EA665-BD6C-4CC8-944E-E0E7C3B90E45}">
      <dgm:prSet/>
      <dgm:spPr/>
      <dgm:t>
        <a:bodyPr/>
        <a:lstStyle/>
        <a:p>
          <a:pPr>
            <a:buFontTx/>
            <a:buNone/>
          </a:pPr>
          <a:r>
            <a:rPr lang="en-US" b="1" dirty="0" err="1"/>
            <a:t>str.delete</a:t>
          </a:r>
          <a:r>
            <a:rPr lang="en-US" b="1" dirty="0"/>
            <a:t>(9, 13);         </a:t>
          </a:r>
          <a:r>
            <a:rPr lang="en-US" b="1" dirty="0" smtClean="0"/>
            <a:t>     // </a:t>
          </a:r>
          <a:r>
            <a:rPr lang="en-US" b="1" dirty="0"/>
            <a:t>Delete "blue"</a:t>
          </a:r>
          <a:endParaRPr lang="en-US" dirty="0"/>
        </a:p>
      </dgm:t>
    </dgm:pt>
    <dgm:pt modelId="{F0EE45D8-7A83-40A9-9233-DC8AE2BEEF00}" type="parTrans" cxnId="{9F6BF5F1-7E45-41F5-93A9-2CBF6F4DE6A0}">
      <dgm:prSet/>
      <dgm:spPr/>
      <dgm:t>
        <a:bodyPr/>
        <a:lstStyle/>
        <a:p>
          <a:endParaRPr lang="en-US"/>
        </a:p>
      </dgm:t>
    </dgm:pt>
    <dgm:pt modelId="{916BB3B4-6404-47DD-88A6-8BB3546BED97}" type="sibTrans" cxnId="{9F6BF5F1-7E45-41F5-93A9-2CBF6F4DE6A0}">
      <dgm:prSet/>
      <dgm:spPr/>
      <dgm:t>
        <a:bodyPr/>
        <a:lstStyle/>
        <a:p>
          <a:endParaRPr lang="en-US"/>
        </a:p>
      </dgm:t>
    </dgm:pt>
    <dgm:pt modelId="{7935378C-548E-422B-8EE6-19BA52436799}">
      <dgm:prSet/>
      <dgm:spPr/>
      <dgm:t>
        <a:bodyPr/>
        <a:lstStyle/>
        <a:p>
          <a:pPr>
            <a:buFontTx/>
            <a:buNone/>
          </a:pPr>
          <a:r>
            <a:rPr lang="en-US" b="1" dirty="0" err="1"/>
            <a:t>System.out.println</a:t>
          </a:r>
          <a:r>
            <a:rPr lang="en-US" b="1" dirty="0"/>
            <a:t>(str);   </a:t>
          </a:r>
          <a:r>
            <a:rPr lang="en-US" b="1" dirty="0" smtClean="0"/>
            <a:t> // </a:t>
          </a:r>
          <a:r>
            <a:rPr lang="en-US" b="1" dirty="0"/>
            <a:t>Display the StringBuilder object</a:t>
          </a:r>
          <a:endParaRPr lang="en-US" dirty="0"/>
        </a:p>
      </dgm:t>
    </dgm:pt>
    <dgm:pt modelId="{B6ED06E0-9C53-4AD0-A816-3A0CD2EC26BF}" type="parTrans" cxnId="{4A616348-BFC5-4F10-965C-F9C250406A04}">
      <dgm:prSet/>
      <dgm:spPr/>
      <dgm:t>
        <a:bodyPr/>
        <a:lstStyle/>
        <a:p>
          <a:endParaRPr lang="en-US"/>
        </a:p>
      </dgm:t>
    </dgm:pt>
    <dgm:pt modelId="{F183E1CD-FFCB-4055-8E69-5FADAC7998E5}" type="sibTrans" cxnId="{4A616348-BFC5-4F10-965C-F9C250406A04}">
      <dgm:prSet/>
      <dgm:spPr/>
      <dgm:t>
        <a:bodyPr/>
        <a:lstStyle/>
        <a:p>
          <a:endParaRPr lang="en-US"/>
        </a:p>
      </dgm:t>
    </dgm:pt>
    <dgm:pt modelId="{E36F81E3-B420-48E5-8A97-6074893A12D5}">
      <dgm:prSet/>
      <dgm:spPr/>
      <dgm:t>
        <a:bodyPr/>
        <a:lstStyle/>
        <a:p>
          <a:pPr>
            <a:buFontTx/>
            <a:buNone/>
          </a:pPr>
          <a:r>
            <a:rPr lang="en-US" b="1" dirty="0" err="1"/>
            <a:t>str.setCharAt</a:t>
          </a:r>
          <a:r>
            <a:rPr lang="en-US" b="1" dirty="0"/>
            <a:t>(6, '5’);	    </a:t>
          </a:r>
          <a:r>
            <a:rPr lang="en-US" b="1" dirty="0" smtClean="0"/>
            <a:t>   // </a:t>
          </a:r>
          <a:r>
            <a:rPr lang="en-US" b="1" dirty="0"/>
            <a:t>Change the '1' to '5'</a:t>
          </a:r>
          <a:endParaRPr lang="en-US" dirty="0"/>
        </a:p>
      </dgm:t>
    </dgm:pt>
    <dgm:pt modelId="{3DC8DE7D-26E9-4597-B239-FE73594935E9}" type="parTrans" cxnId="{879180BC-575B-4F71-B53B-70C9F8A77812}">
      <dgm:prSet/>
      <dgm:spPr/>
      <dgm:t>
        <a:bodyPr/>
        <a:lstStyle/>
        <a:p>
          <a:endParaRPr lang="en-US"/>
        </a:p>
      </dgm:t>
    </dgm:pt>
    <dgm:pt modelId="{D1ABECDB-2D08-4EA5-9478-78BC46D15878}" type="sibTrans" cxnId="{879180BC-575B-4F71-B53B-70C9F8A77812}">
      <dgm:prSet/>
      <dgm:spPr/>
      <dgm:t>
        <a:bodyPr/>
        <a:lstStyle/>
        <a:p>
          <a:endParaRPr lang="en-US"/>
        </a:p>
      </dgm:t>
    </dgm:pt>
    <dgm:pt modelId="{42534D9F-38C8-45D7-986F-8544A63B5A19}">
      <dgm:prSet/>
      <dgm:spPr/>
      <dgm:t>
        <a:bodyPr/>
        <a:lstStyle/>
        <a:p>
          <a:pPr>
            <a:buFontTx/>
            <a:buNone/>
          </a:pPr>
          <a:r>
            <a:rPr lang="en-US" b="1" dirty="0" err="1"/>
            <a:t>System.out.println</a:t>
          </a:r>
          <a:r>
            <a:rPr lang="en-US" b="1" dirty="0"/>
            <a:t>(</a:t>
          </a:r>
          <a:r>
            <a:rPr lang="en-US" b="1" dirty="0" err="1"/>
            <a:t>str</a:t>
          </a:r>
          <a:r>
            <a:rPr lang="en-US" b="1" dirty="0" smtClean="0"/>
            <a:t>)     </a:t>
          </a:r>
          <a:r>
            <a:rPr lang="en-US" b="1" dirty="0"/>
            <a:t>// Display the StringBuilder object</a:t>
          </a:r>
          <a:endParaRPr lang="en-US" dirty="0"/>
        </a:p>
      </dgm:t>
    </dgm:pt>
    <dgm:pt modelId="{B8343B00-FFCD-4A28-9020-B330A890B94E}" type="parTrans" cxnId="{1288FF04-B308-46D1-9B39-6F3CABC1216B}">
      <dgm:prSet/>
      <dgm:spPr/>
      <dgm:t>
        <a:bodyPr/>
        <a:lstStyle/>
        <a:p>
          <a:endParaRPr lang="en-US"/>
        </a:p>
      </dgm:t>
    </dgm:pt>
    <dgm:pt modelId="{BD4582AE-0929-4500-9644-EBDED8E8E8E6}" type="sibTrans" cxnId="{1288FF04-B308-46D1-9B39-6F3CABC1216B}">
      <dgm:prSet/>
      <dgm:spPr/>
      <dgm:t>
        <a:bodyPr/>
        <a:lstStyle/>
        <a:p>
          <a:endParaRPr lang="en-US"/>
        </a:p>
      </dgm:t>
    </dgm:pt>
    <dgm:pt modelId="{97DCC028-FD33-4CDA-B9B6-C6FA03BC8B6C}" type="pres">
      <dgm:prSet presAssocID="{D563594A-2F9F-47B0-AD56-380DD129F48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8FED6BA-9FEA-41DF-A9F0-E8E623A3336B}" type="pres">
      <dgm:prSet presAssocID="{8D012671-01A5-4F4A-B9FE-5DE9E3E35B75}" presName="composite" presStyleCnt="0"/>
      <dgm:spPr/>
    </dgm:pt>
    <dgm:pt modelId="{55FC5882-1CA1-4F70-8DDB-FAACF6D92D61}" type="pres">
      <dgm:prSet presAssocID="{8D012671-01A5-4F4A-B9FE-5DE9E3E35B75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814418-AE91-4420-AC07-BA7477102BA3}" type="pres">
      <dgm:prSet presAssocID="{8D012671-01A5-4F4A-B9FE-5DE9E3E35B75}" presName="desTx" presStyleLbl="alignAccFollowNode1" presStyleIdx="0" presStyleCnt="1" custLinFactNeighborX="970" custLinFactNeighborY="2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288FF04-B308-46D1-9B39-6F3CABC1216B}" srcId="{8D012671-01A5-4F4A-B9FE-5DE9E3E35B75}" destId="{42534D9F-38C8-45D7-986F-8544A63B5A19}" srcOrd="6" destOrd="0" parTransId="{B8343B00-FFCD-4A28-9020-B330A890B94E}" sibTransId="{BD4582AE-0929-4500-9644-EBDED8E8E8E6}"/>
    <dgm:cxn modelId="{CA01B5C5-BD1D-4F05-8640-2543F4EBAA4E}" type="presOf" srcId="{42534D9F-38C8-45D7-986F-8544A63B5A19}" destId="{A8814418-AE91-4420-AC07-BA7477102BA3}" srcOrd="0" destOrd="6" presId="urn:microsoft.com/office/officeart/2005/8/layout/hList1"/>
    <dgm:cxn modelId="{7A1CD946-200D-487D-9E43-8AC31E38FA53}" srcId="{8D012671-01A5-4F4A-B9FE-5DE9E3E35B75}" destId="{1C446347-9578-46B3-BAF8-7487849181E1}" srcOrd="0" destOrd="0" parTransId="{28395E3E-A283-400A-B016-3C7D7A3C04CB}" sibTransId="{CC237AC2-2A06-4CED-A08C-100D825DE9B0}"/>
    <dgm:cxn modelId="{1DE67581-8ADD-49E7-B118-21C43C7F46F9}" type="presOf" srcId="{7935378C-548E-422B-8EE6-19BA52436799}" destId="{A8814418-AE91-4420-AC07-BA7477102BA3}" srcOrd="0" destOrd="4" presId="urn:microsoft.com/office/officeart/2005/8/layout/hList1"/>
    <dgm:cxn modelId="{975FEB06-12F9-4025-912F-0DC8014EDA45}" srcId="{8D012671-01A5-4F4A-B9FE-5DE9E3E35B75}" destId="{6F018A01-9800-4DCD-BB97-4319103F1566}" srcOrd="1" destOrd="0" parTransId="{3416A704-5079-4204-B725-F0FDEE802540}" sibTransId="{E610A84D-016B-401B-BEAB-AF383DAC0D2A}"/>
    <dgm:cxn modelId="{9F6BF5F1-7E45-41F5-93A9-2CBF6F4DE6A0}" srcId="{8D012671-01A5-4F4A-B9FE-5DE9E3E35B75}" destId="{9A7EA665-BD6C-4CC8-944E-E0E7C3B90E45}" srcOrd="3" destOrd="0" parTransId="{F0EE45D8-7A83-40A9-9233-DC8AE2BEEF00}" sibTransId="{916BB3B4-6404-47DD-88A6-8BB3546BED97}"/>
    <dgm:cxn modelId="{78C1E2B8-4D42-43F1-A461-D1723BB69219}" type="presOf" srcId="{8D012671-01A5-4F4A-B9FE-5DE9E3E35B75}" destId="{55FC5882-1CA1-4F70-8DDB-FAACF6D92D61}" srcOrd="0" destOrd="0" presId="urn:microsoft.com/office/officeart/2005/8/layout/hList1"/>
    <dgm:cxn modelId="{5194449F-8A12-4306-A110-8ABFF34B6DF2}" type="presOf" srcId="{D563594A-2F9F-47B0-AD56-380DD129F485}" destId="{97DCC028-FD33-4CDA-B9B6-C6FA03BC8B6C}" srcOrd="0" destOrd="0" presId="urn:microsoft.com/office/officeart/2005/8/layout/hList1"/>
    <dgm:cxn modelId="{879180BC-575B-4F71-B53B-70C9F8A77812}" srcId="{8D012671-01A5-4F4A-B9FE-5DE9E3E35B75}" destId="{E36F81E3-B420-48E5-8A97-6074893A12D5}" srcOrd="5" destOrd="0" parTransId="{3DC8DE7D-26E9-4597-B239-FE73594935E9}" sibTransId="{D1ABECDB-2D08-4EA5-9478-78BC46D15878}"/>
    <dgm:cxn modelId="{35B1E8B6-2975-4510-8D60-EED3F1B20671}" type="presOf" srcId="{E36F81E3-B420-48E5-8A97-6074893A12D5}" destId="{A8814418-AE91-4420-AC07-BA7477102BA3}" srcOrd="0" destOrd="5" presId="urn:microsoft.com/office/officeart/2005/8/layout/hList1"/>
    <dgm:cxn modelId="{10EE45C1-7DFC-4C48-8971-310F80EC62BA}" type="presOf" srcId="{6F018A01-9800-4DCD-BB97-4319103F1566}" destId="{A8814418-AE91-4420-AC07-BA7477102BA3}" srcOrd="0" destOrd="1" presId="urn:microsoft.com/office/officeart/2005/8/layout/hList1"/>
    <dgm:cxn modelId="{9814C226-27C4-4E8F-93C9-8300628C6C9A}" type="presOf" srcId="{9A7EA665-BD6C-4CC8-944E-E0E7C3B90E45}" destId="{A8814418-AE91-4420-AC07-BA7477102BA3}" srcOrd="0" destOrd="3" presId="urn:microsoft.com/office/officeart/2005/8/layout/hList1"/>
    <dgm:cxn modelId="{E25EFA9F-60F4-4A51-934E-74E5954C6144}" srcId="{D563594A-2F9F-47B0-AD56-380DD129F485}" destId="{8D012671-01A5-4F4A-B9FE-5DE9E3E35B75}" srcOrd="0" destOrd="0" parTransId="{A0C70986-37D1-4DEC-B6A1-A1266234E58E}" sibTransId="{D6695B16-8D3B-4203-A21D-9592C8799C72}"/>
    <dgm:cxn modelId="{DEF9BDFB-A5D9-4C32-847C-2585FE95F028}" type="presOf" srcId="{81B78E30-7107-4033-A1C5-D7AED6EBB0A2}" destId="{A8814418-AE91-4420-AC07-BA7477102BA3}" srcOrd="0" destOrd="2" presId="urn:microsoft.com/office/officeart/2005/8/layout/hList1"/>
    <dgm:cxn modelId="{3FAC6AB1-0F30-4F38-B90D-CC2AD3DD54BE}" srcId="{8D012671-01A5-4F4A-B9FE-5DE9E3E35B75}" destId="{81B78E30-7107-4033-A1C5-D7AED6EBB0A2}" srcOrd="2" destOrd="0" parTransId="{F06F07CD-3926-41F0-9F75-569E5142E709}" sibTransId="{E7ACD1ED-B58D-440D-9C6B-56EB9F1EF9DD}"/>
    <dgm:cxn modelId="{C3F63D79-9901-4D10-ADC7-8351C5B30E73}" type="presOf" srcId="{1C446347-9578-46B3-BAF8-7487849181E1}" destId="{A8814418-AE91-4420-AC07-BA7477102BA3}" srcOrd="0" destOrd="0" presId="urn:microsoft.com/office/officeart/2005/8/layout/hList1"/>
    <dgm:cxn modelId="{4A616348-BFC5-4F10-965C-F9C250406A04}" srcId="{8D012671-01A5-4F4A-B9FE-5DE9E3E35B75}" destId="{7935378C-548E-422B-8EE6-19BA52436799}" srcOrd="4" destOrd="0" parTransId="{B6ED06E0-9C53-4AD0-A816-3A0CD2EC26BF}" sibTransId="{F183E1CD-FFCB-4055-8E69-5FADAC7998E5}"/>
    <dgm:cxn modelId="{5172ED9E-29DF-415A-A0D6-7704A4F7A713}" type="presParOf" srcId="{97DCC028-FD33-4CDA-B9B6-C6FA03BC8B6C}" destId="{68FED6BA-9FEA-41DF-A9F0-E8E623A3336B}" srcOrd="0" destOrd="0" presId="urn:microsoft.com/office/officeart/2005/8/layout/hList1"/>
    <dgm:cxn modelId="{F2134974-81A4-45D4-A362-7A685D8D87BC}" type="presParOf" srcId="{68FED6BA-9FEA-41DF-A9F0-E8E623A3336B}" destId="{55FC5882-1CA1-4F70-8DDB-FAACF6D92D61}" srcOrd="0" destOrd="0" presId="urn:microsoft.com/office/officeart/2005/8/layout/hList1"/>
    <dgm:cxn modelId="{8D5116EC-4C51-4AD2-9D4D-65015A96F0EB}" type="presParOf" srcId="{68FED6BA-9FEA-41DF-A9F0-E8E623A3336B}" destId="{A8814418-AE91-4420-AC07-BA7477102BA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6F7533-4FB2-4440-ADAC-48E092374266}">
      <dsp:nvSpPr>
        <dsp:cNvPr id="0" name=""/>
        <dsp:cNvSpPr/>
      </dsp:nvSpPr>
      <dsp:spPr>
        <a:xfrm>
          <a:off x="4180103" y="0"/>
          <a:ext cx="4139509" cy="80508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/>
            <a:t>Constructors</a:t>
          </a:r>
          <a:r>
            <a:rPr lang="en-US" sz="3400" kern="1200" dirty="0"/>
            <a:t> </a:t>
          </a:r>
        </a:p>
      </dsp:txBody>
      <dsp:txXfrm>
        <a:off x="4219404" y="39301"/>
        <a:ext cx="4060907" cy="726483"/>
      </dsp:txXfrm>
    </dsp:sp>
    <dsp:sp modelId="{AE264A57-7978-4D21-83C5-CFCF5A7D43EC}">
      <dsp:nvSpPr>
        <dsp:cNvPr id="0" name=""/>
        <dsp:cNvSpPr/>
      </dsp:nvSpPr>
      <dsp:spPr>
        <a:xfrm rot="5400000">
          <a:off x="7211826" y="-1978378"/>
          <a:ext cx="1435249" cy="746301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/>
            <a:t>This constructor gives the object enough storage space to hold 16 characters.</a:t>
          </a:r>
          <a:br>
            <a:rPr lang="en-US" sz="2000" kern="1200" dirty="0"/>
          </a:br>
          <a:endParaRPr lang="en-US" sz="2000" kern="1200" dirty="0"/>
        </a:p>
      </dsp:txBody>
      <dsp:txXfrm rot="-5400000">
        <a:off x="4197945" y="1105566"/>
        <a:ext cx="7392949" cy="1295123"/>
      </dsp:txXfrm>
    </dsp:sp>
    <dsp:sp modelId="{714DF29D-463B-4ADB-954E-ADBAC6A2D06A}">
      <dsp:nvSpPr>
        <dsp:cNvPr id="0" name=""/>
        <dsp:cNvSpPr/>
      </dsp:nvSpPr>
      <dsp:spPr>
        <a:xfrm>
          <a:off x="0" y="895278"/>
          <a:ext cx="4197944" cy="179406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/>
            <a:t>StringBuilder()</a:t>
          </a:r>
        </a:p>
      </dsp:txBody>
      <dsp:txXfrm>
        <a:off x="87579" y="982857"/>
        <a:ext cx="4022786" cy="1618903"/>
      </dsp:txXfrm>
    </dsp:sp>
    <dsp:sp modelId="{B7235AD4-228B-4B3F-B0FC-F8F2F77EA797}">
      <dsp:nvSpPr>
        <dsp:cNvPr id="0" name=""/>
        <dsp:cNvSpPr/>
      </dsp:nvSpPr>
      <dsp:spPr>
        <a:xfrm rot="5400000">
          <a:off x="7211826" y="-55432"/>
          <a:ext cx="1435249" cy="746301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/>
            <a:t>This constructor gives the object enough storage space to hold </a:t>
          </a:r>
          <a:r>
            <a:rPr lang="en-US" sz="2000" i="1" kern="1200"/>
            <a:t>length </a:t>
          </a:r>
          <a:r>
            <a:rPr lang="en-US" sz="2000" kern="1200"/>
            <a:t>characters.</a:t>
          </a:r>
          <a:br>
            <a:rPr lang="en-US" sz="2000" kern="1200"/>
          </a:br>
          <a:endParaRPr lang="en-US" sz="2000" kern="1200"/>
        </a:p>
      </dsp:txBody>
      <dsp:txXfrm rot="-5400000">
        <a:off x="4197945" y="3028512"/>
        <a:ext cx="7392949" cy="1295123"/>
      </dsp:txXfrm>
    </dsp:sp>
    <dsp:sp modelId="{853B2576-D999-40F2-9021-65FBE28070EC}">
      <dsp:nvSpPr>
        <dsp:cNvPr id="0" name=""/>
        <dsp:cNvSpPr/>
      </dsp:nvSpPr>
      <dsp:spPr>
        <a:xfrm>
          <a:off x="0" y="2779043"/>
          <a:ext cx="4197944" cy="179406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StringBuilder(int </a:t>
          </a:r>
          <a:r>
            <a:rPr lang="en-US" sz="3100" i="1" kern="1200" dirty="0"/>
            <a:t>length</a:t>
          </a:r>
          <a:r>
            <a:rPr lang="en-US" sz="3100" kern="1200" dirty="0"/>
            <a:t>)</a:t>
          </a:r>
        </a:p>
      </dsp:txBody>
      <dsp:txXfrm>
        <a:off x="87579" y="2866622"/>
        <a:ext cx="4022786" cy="1618903"/>
      </dsp:txXfrm>
    </dsp:sp>
    <dsp:sp modelId="{DE3D4ABC-96A4-4E31-A2D8-D7DC261E38C6}">
      <dsp:nvSpPr>
        <dsp:cNvPr id="0" name=""/>
        <dsp:cNvSpPr/>
      </dsp:nvSpPr>
      <dsp:spPr>
        <a:xfrm rot="5400000">
          <a:off x="7211826" y="1828332"/>
          <a:ext cx="1435249" cy="746301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/>
            <a:t>This constructor initializes the object with the string in </a:t>
          </a:r>
          <a:r>
            <a:rPr lang="en-US" sz="2000" i="1" kern="1200"/>
            <a:t>str</a:t>
          </a:r>
          <a:r>
            <a:rPr lang="en-US" sz="2000" kern="1200"/>
            <a:t>.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/>
            <a:t>The object will have at least enough storage space to hold the string in </a:t>
          </a:r>
          <a:r>
            <a:rPr lang="en-US" sz="2000" i="1" kern="1200"/>
            <a:t>str</a:t>
          </a:r>
          <a:r>
            <a:rPr lang="en-US" sz="2000" kern="1200"/>
            <a:t>.</a:t>
          </a:r>
        </a:p>
      </dsp:txBody>
      <dsp:txXfrm rot="-5400000">
        <a:off x="4197945" y="4912277"/>
        <a:ext cx="7392949" cy="1295123"/>
      </dsp:txXfrm>
    </dsp:sp>
    <dsp:sp modelId="{C8AEE864-A665-4062-B626-AB4B5EE25BA3}">
      <dsp:nvSpPr>
        <dsp:cNvPr id="0" name=""/>
        <dsp:cNvSpPr/>
      </dsp:nvSpPr>
      <dsp:spPr>
        <a:xfrm>
          <a:off x="0" y="4662807"/>
          <a:ext cx="4197944" cy="179406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StringBuilder(String </a:t>
          </a:r>
          <a:r>
            <a:rPr lang="en-US" sz="3100" i="1" kern="1200" dirty="0"/>
            <a:t>str</a:t>
          </a:r>
          <a:r>
            <a:rPr lang="en-US" sz="3100" kern="1200" dirty="0"/>
            <a:t>)</a:t>
          </a:r>
        </a:p>
      </dsp:txBody>
      <dsp:txXfrm>
        <a:off x="87579" y="4750386"/>
        <a:ext cx="4022786" cy="16189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0854A-72BE-44F1-BC42-EA62989E3049}">
      <dsp:nvSpPr>
        <dsp:cNvPr id="0" name=""/>
        <dsp:cNvSpPr/>
      </dsp:nvSpPr>
      <dsp:spPr>
        <a:xfrm>
          <a:off x="0" y="62182"/>
          <a:ext cx="12264272" cy="104039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/>
            <a:t>Common Methods</a:t>
          </a:r>
          <a:r>
            <a:rPr lang="en-US" sz="2200" kern="1200" dirty="0"/>
            <a:t/>
          </a:r>
          <a:br>
            <a:rPr lang="en-US" sz="2200" kern="1200" dirty="0"/>
          </a:br>
          <a:endParaRPr lang="en-US" sz="2200" kern="1200" dirty="0"/>
        </a:p>
      </dsp:txBody>
      <dsp:txXfrm>
        <a:off x="0" y="62182"/>
        <a:ext cx="12264272" cy="1040399"/>
      </dsp:txXfrm>
    </dsp:sp>
    <dsp:sp modelId="{6D58ED6C-6060-48FB-BDFD-5552279054CF}">
      <dsp:nvSpPr>
        <dsp:cNvPr id="0" name=""/>
        <dsp:cNvSpPr/>
      </dsp:nvSpPr>
      <dsp:spPr>
        <a:xfrm>
          <a:off x="0" y="1070094"/>
          <a:ext cx="12264272" cy="578790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 dirty="0"/>
            <a:t>char </a:t>
          </a:r>
          <a:r>
            <a:rPr lang="en-US" sz="3200" b="1" kern="1200" dirty="0" err="1"/>
            <a:t>charAt</a:t>
          </a:r>
          <a:r>
            <a:rPr lang="en-US" sz="3200" b="1" kern="1200" dirty="0"/>
            <a:t>(int </a:t>
          </a:r>
          <a:r>
            <a:rPr lang="en-US" sz="3200" b="1" i="1" kern="1200" dirty="0"/>
            <a:t>position</a:t>
          </a:r>
          <a:r>
            <a:rPr lang="en-US" sz="3200" b="1" kern="1200" dirty="0"/>
            <a:t>)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/>
            <a:t>void getChars(int </a:t>
          </a:r>
          <a:r>
            <a:rPr lang="en-US" sz="3200" b="1" i="1" kern="1200"/>
            <a:t>start</a:t>
          </a:r>
          <a:r>
            <a:rPr lang="en-US" sz="3200" b="1" kern="1200"/>
            <a:t>, int </a:t>
          </a:r>
          <a:r>
            <a:rPr lang="en-US" sz="3200" b="1" i="1" kern="1200"/>
            <a:t>end,</a:t>
          </a:r>
          <a:r>
            <a:rPr lang="en-US" sz="3200" b="1" kern="1200"/>
            <a:t> char[] </a:t>
          </a:r>
          <a:r>
            <a:rPr lang="en-US" sz="3200" b="1" i="1" kern="1200"/>
            <a:t>array</a:t>
          </a:r>
          <a:r>
            <a:rPr lang="en-US" sz="3200" b="1" kern="1200"/>
            <a:t>, int </a:t>
          </a:r>
          <a:r>
            <a:rPr lang="en-US" sz="3200" b="1" i="1" kern="1200"/>
            <a:t>arrayStart</a:t>
          </a:r>
          <a:r>
            <a:rPr lang="en-US" sz="3200" b="1" kern="1200"/>
            <a:t>)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 dirty="0"/>
            <a:t>int </a:t>
          </a:r>
          <a:r>
            <a:rPr lang="en-US" sz="3200" b="1" kern="1200" dirty="0" err="1"/>
            <a:t>indexOf</a:t>
          </a:r>
          <a:r>
            <a:rPr lang="en-US" sz="3200" b="1" kern="1200" dirty="0"/>
            <a:t>(String </a:t>
          </a:r>
          <a:r>
            <a:rPr lang="en-US" sz="3200" b="1" i="1" kern="1200" dirty="0"/>
            <a:t>str</a:t>
          </a:r>
          <a:r>
            <a:rPr lang="en-US" sz="3200" b="1" kern="1200" dirty="0"/>
            <a:t>)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/>
            <a:t>int indexOf(String </a:t>
          </a:r>
          <a:r>
            <a:rPr lang="en-US" sz="3200" b="1" i="1" kern="1200"/>
            <a:t>str</a:t>
          </a:r>
          <a:r>
            <a:rPr lang="en-US" sz="3200" b="1" kern="1200"/>
            <a:t>, int </a:t>
          </a:r>
          <a:r>
            <a:rPr lang="en-US" sz="3200" b="1" i="1" kern="1200"/>
            <a:t>start</a:t>
          </a:r>
          <a:r>
            <a:rPr lang="en-US" sz="3200" b="1" kern="1200"/>
            <a:t>)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/>
            <a:t>int lastIndexOf(String </a:t>
          </a:r>
          <a:r>
            <a:rPr lang="en-US" sz="3200" b="1" i="1" kern="1200"/>
            <a:t>str</a:t>
          </a:r>
          <a:r>
            <a:rPr lang="en-US" sz="3200" b="1" kern="1200"/>
            <a:t>)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/>
            <a:t>int lastIndexOf(String </a:t>
          </a:r>
          <a:r>
            <a:rPr lang="en-US" sz="3200" b="1" i="1" kern="1200"/>
            <a:t>str</a:t>
          </a:r>
          <a:r>
            <a:rPr lang="en-US" sz="3200" b="1" kern="1200"/>
            <a:t>, int </a:t>
          </a:r>
          <a:r>
            <a:rPr lang="en-US" sz="3200" b="1" i="1" kern="1200"/>
            <a:t>start</a:t>
          </a:r>
          <a:r>
            <a:rPr lang="en-US" sz="3200" b="1" kern="1200"/>
            <a:t>)</a:t>
          </a:r>
          <a:endParaRPr lang="en-US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 dirty="0"/>
            <a:t>int length()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 dirty="0"/>
            <a:t>StringBuilder reverse()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 dirty="0"/>
            <a:t>String substring(int </a:t>
          </a:r>
          <a:r>
            <a:rPr lang="en-US" sz="3200" b="1" i="1" kern="1200" dirty="0"/>
            <a:t>start</a:t>
          </a:r>
          <a:r>
            <a:rPr lang="en-US" sz="3200" b="1" kern="1200" dirty="0"/>
            <a:t>)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 dirty="0"/>
            <a:t>String substring(int </a:t>
          </a:r>
          <a:r>
            <a:rPr lang="en-US" sz="3200" b="1" i="1" kern="1200" dirty="0"/>
            <a:t>start</a:t>
          </a:r>
          <a:r>
            <a:rPr lang="en-US" sz="3200" b="1" kern="1200" dirty="0"/>
            <a:t>, int </a:t>
          </a:r>
          <a:r>
            <a:rPr lang="en-US" sz="3200" b="1" i="1" kern="1200" dirty="0"/>
            <a:t>end</a:t>
          </a:r>
          <a:r>
            <a:rPr lang="en-US" sz="3200" b="1" kern="1200" dirty="0"/>
            <a:t>)</a:t>
          </a:r>
          <a:endParaRPr lang="en-US" sz="3200" kern="1200" dirty="0"/>
        </a:p>
      </dsp:txBody>
      <dsp:txXfrm>
        <a:off x="0" y="1070094"/>
        <a:ext cx="12264272" cy="57879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C5882-1CA1-4F70-8DDB-FAACF6D92D61}">
      <dsp:nvSpPr>
        <dsp:cNvPr id="0" name=""/>
        <dsp:cNvSpPr/>
      </dsp:nvSpPr>
      <dsp:spPr>
        <a:xfrm>
          <a:off x="0" y="696853"/>
          <a:ext cx="12116588" cy="141222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/>
            <a:t>The StringBuilder class also provides methods to set and delete characters in an object.</a:t>
          </a:r>
        </a:p>
      </dsp:txBody>
      <dsp:txXfrm>
        <a:off x="0" y="696853"/>
        <a:ext cx="12116588" cy="1412229"/>
      </dsp:txXfrm>
    </dsp:sp>
    <dsp:sp modelId="{A8814418-AE91-4420-AC07-BA7477102BA3}">
      <dsp:nvSpPr>
        <dsp:cNvPr id="0" name=""/>
        <dsp:cNvSpPr/>
      </dsp:nvSpPr>
      <dsp:spPr>
        <a:xfrm>
          <a:off x="0" y="2120881"/>
          <a:ext cx="12116588" cy="404064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US" sz="3200" b="1" kern="1200" dirty="0"/>
            <a:t>StringBuilder str = new StringBuilder("I ate 100 </a:t>
          </a:r>
          <a:r>
            <a:rPr lang="en-US" sz="3200" b="1" kern="1200" dirty="0" smtClean="0"/>
            <a:t>oranges!");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US" sz="3200" b="1" kern="1200" dirty="0" err="1"/>
            <a:t>System.out.println</a:t>
          </a:r>
          <a:r>
            <a:rPr lang="en-US" sz="3200" b="1" kern="1200" dirty="0"/>
            <a:t>(</a:t>
          </a:r>
          <a:r>
            <a:rPr lang="en-US" sz="3200" b="1" kern="1200" dirty="0" err="1"/>
            <a:t>str</a:t>
          </a:r>
          <a:r>
            <a:rPr lang="en-US" sz="3200" b="1" kern="1200" dirty="0" smtClean="0"/>
            <a:t>)     // </a:t>
          </a:r>
          <a:r>
            <a:rPr lang="en-US" sz="3200" b="1" kern="1200" dirty="0"/>
            <a:t>Display the </a:t>
          </a:r>
          <a:r>
            <a:rPr lang="en-US" sz="3200" b="1" kern="1200" dirty="0" err="1"/>
            <a:t>StringBuilder</a:t>
          </a:r>
          <a:r>
            <a:rPr lang="en-US" sz="3200" b="1" kern="1200" dirty="0"/>
            <a:t> </a:t>
          </a:r>
          <a:r>
            <a:rPr lang="en-US" sz="3200" b="1" kern="1200" dirty="0" smtClean="0"/>
            <a:t>object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US" sz="3200" b="1" kern="1200" dirty="0" err="1"/>
            <a:t>str.deleteCharAt</a:t>
          </a:r>
          <a:r>
            <a:rPr lang="en-US" sz="3200" b="1" kern="1200" dirty="0"/>
            <a:t>(8);        </a:t>
          </a:r>
          <a:r>
            <a:rPr lang="en-US" sz="3200" b="1" kern="1200" dirty="0" smtClean="0"/>
            <a:t>// </a:t>
          </a:r>
          <a:r>
            <a:rPr lang="en-US" sz="3200" b="1" kern="1200" dirty="0"/>
            <a:t>Delete the '0'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US" sz="3200" b="1" kern="1200" dirty="0" err="1"/>
            <a:t>str.delete</a:t>
          </a:r>
          <a:r>
            <a:rPr lang="en-US" sz="3200" b="1" kern="1200" dirty="0"/>
            <a:t>(9, 13);         </a:t>
          </a:r>
          <a:r>
            <a:rPr lang="en-US" sz="3200" b="1" kern="1200" dirty="0" smtClean="0"/>
            <a:t>     // </a:t>
          </a:r>
          <a:r>
            <a:rPr lang="en-US" sz="3200" b="1" kern="1200" dirty="0"/>
            <a:t>Delete "blue"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US" sz="3200" b="1" kern="1200" dirty="0" err="1"/>
            <a:t>System.out.println</a:t>
          </a:r>
          <a:r>
            <a:rPr lang="en-US" sz="3200" b="1" kern="1200" dirty="0"/>
            <a:t>(str);   </a:t>
          </a:r>
          <a:r>
            <a:rPr lang="en-US" sz="3200" b="1" kern="1200" dirty="0" smtClean="0"/>
            <a:t> // </a:t>
          </a:r>
          <a:r>
            <a:rPr lang="en-US" sz="3200" b="1" kern="1200" dirty="0"/>
            <a:t>Display the StringBuilder object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US" sz="3200" b="1" kern="1200" dirty="0" err="1"/>
            <a:t>str.setCharAt</a:t>
          </a:r>
          <a:r>
            <a:rPr lang="en-US" sz="3200" b="1" kern="1200" dirty="0"/>
            <a:t>(6, '5’);	    </a:t>
          </a:r>
          <a:r>
            <a:rPr lang="en-US" sz="3200" b="1" kern="1200" dirty="0" smtClean="0"/>
            <a:t>   // </a:t>
          </a:r>
          <a:r>
            <a:rPr lang="en-US" sz="3200" b="1" kern="1200" dirty="0"/>
            <a:t>Change the '1' to '5'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US" sz="3200" b="1" kern="1200" dirty="0" err="1"/>
            <a:t>System.out.println</a:t>
          </a:r>
          <a:r>
            <a:rPr lang="en-US" sz="3200" b="1" kern="1200" dirty="0"/>
            <a:t>(</a:t>
          </a:r>
          <a:r>
            <a:rPr lang="en-US" sz="3200" b="1" kern="1200" dirty="0" err="1"/>
            <a:t>str</a:t>
          </a:r>
          <a:r>
            <a:rPr lang="en-US" sz="3200" b="1" kern="1200" dirty="0" smtClean="0"/>
            <a:t>)     </a:t>
          </a:r>
          <a:r>
            <a:rPr lang="en-US" sz="3200" b="1" kern="1200" dirty="0"/>
            <a:t>// Display the StringBuilder object</a:t>
          </a:r>
          <a:endParaRPr lang="en-US" sz="3200" kern="1200" dirty="0"/>
        </a:p>
      </dsp:txBody>
      <dsp:txXfrm>
        <a:off x="0" y="2120881"/>
        <a:ext cx="12116588" cy="4040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B6B49-A826-4992-B6CC-34331502B3E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834CA-CE95-41F3-8114-1259FA76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6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AE824D7-23E2-46B0-9E74-8F346828E9A0}" type="slidenum">
              <a:rPr kumimoji="0" lang="en-US" altLang="en-US"/>
              <a:pPr>
                <a:spcBef>
                  <a:spcPct val="0"/>
                </a:spcBef>
              </a:pPr>
              <a:t>4</a:t>
            </a:fld>
            <a:endParaRPr kumimoji="0"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87C6A2E-A223-4072-A75A-41BB8817D46F}" type="slidenum">
              <a:rPr kumimoji="0" lang="en-US" altLang="en-US"/>
              <a:pPr>
                <a:spcBef>
                  <a:spcPct val="0"/>
                </a:spcBef>
              </a:pPr>
              <a:t>5</a:t>
            </a:fld>
            <a:endParaRPr kumimoji="0"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9837D22-69C1-4E73-BBAE-70B00BEC41D3}" type="slidenum">
              <a:rPr kumimoji="0" lang="en-US" altLang="en-US"/>
              <a:pPr>
                <a:spcBef>
                  <a:spcPct val="0"/>
                </a:spcBef>
              </a:pPr>
              <a:t>11</a:t>
            </a:fld>
            <a:endParaRPr kumimoji="0"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81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8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4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8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3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3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5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32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4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6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2838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03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2005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16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27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FCC95-CE04-4509-92CB-BD380DDA171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E5D171D-C48E-4941-ABD2-0DC61209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54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Grp="1" noChangeArrowheads="1"/>
          </p:cNvSpPr>
          <p:nvPr>
            <p:ph type="title"/>
          </p:nvPr>
        </p:nvSpPr>
        <p:spPr>
          <a:xfrm>
            <a:off x="903890" y="1199265"/>
            <a:ext cx="11288110" cy="401607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en-US" altLang="en-US" sz="6000" dirty="0">
                <a:latin typeface="+mn-lt"/>
              </a:rPr>
              <a:t/>
            </a:r>
            <a:br>
              <a:rPr lang="en-US" altLang="en-US" sz="6000" dirty="0">
                <a:latin typeface="+mn-lt"/>
              </a:rPr>
            </a:br>
            <a:r>
              <a:rPr lang="en-US" altLang="en-US" sz="6000" dirty="0" err="1">
                <a:latin typeface="+mn-lt"/>
              </a:rPr>
              <a:t>StringBuffer</a:t>
            </a:r>
            <a:r>
              <a:rPr lang="en-US" altLang="en-US" sz="6000" dirty="0">
                <a:latin typeface="+mn-lt"/>
              </a:rPr>
              <a:t> and StringBuilder</a:t>
            </a:r>
            <a:br>
              <a:rPr lang="en-US" altLang="en-US" sz="6000" dirty="0">
                <a:latin typeface="+mn-lt"/>
              </a:rPr>
            </a:br>
            <a:r>
              <a:rPr lang="en-US" sz="6000" dirty="0"/>
              <a:t>(The modifiable versions of String)</a:t>
            </a:r>
            <a:r>
              <a:rPr lang="en-US" altLang="en-US" sz="6000" dirty="0">
                <a:latin typeface="+mn-lt"/>
              </a:rPr>
              <a:t/>
            </a:r>
            <a:br>
              <a:rPr lang="en-US" altLang="en-US" sz="6000" dirty="0">
                <a:latin typeface="+mn-lt"/>
              </a:rPr>
            </a:br>
            <a:endParaRPr lang="en-US" altLang="en-US" sz="6000" dirty="0">
              <a:latin typeface="+mn-lt"/>
            </a:endParaRPr>
          </a:p>
        </p:txBody>
      </p:sp>
      <p:sp>
        <p:nvSpPr>
          <p:cNvPr id="3076" name="Rectangle 10"/>
          <p:cNvSpPr>
            <a:spLocks noChangeArrowheads="1"/>
          </p:cNvSpPr>
          <p:nvPr/>
        </p:nvSpPr>
        <p:spPr bwMode="auto">
          <a:xfrm>
            <a:off x="2241731" y="1861023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7" name="Rectangle 12"/>
          <p:cNvSpPr>
            <a:spLocks noChangeArrowheads="1"/>
          </p:cNvSpPr>
          <p:nvPr/>
        </p:nvSpPr>
        <p:spPr bwMode="auto">
          <a:xfrm>
            <a:off x="3614738" y="176212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8" name="Rectangle 14"/>
          <p:cNvSpPr>
            <a:spLocks noChangeArrowheads="1"/>
          </p:cNvSpPr>
          <p:nvPr/>
        </p:nvSpPr>
        <p:spPr bwMode="auto">
          <a:xfrm>
            <a:off x="3614738" y="176212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9" name="Rectangle 16"/>
          <p:cNvSpPr>
            <a:spLocks noChangeArrowheads="1"/>
          </p:cNvSpPr>
          <p:nvPr/>
        </p:nvSpPr>
        <p:spPr bwMode="auto">
          <a:xfrm>
            <a:off x="1524001" y="17202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538937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The </a:t>
            </a:r>
            <a:r>
              <a:rPr lang="en-US" b="1" dirty="0" err="1" smtClean="0"/>
              <a:t>StringBuilder</a:t>
            </a:r>
            <a:r>
              <a:rPr lang="en-US" b="1" dirty="0" smtClean="0"/>
              <a:t> Class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01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StringBuilder</a:t>
            </a:r>
            <a:r>
              <a:rPr lang="en-US" sz="2400" dirty="0"/>
              <a:t> class is similar to the String </a:t>
            </a:r>
            <a:r>
              <a:rPr lang="en-US" sz="2400" dirty="0" smtClean="0"/>
              <a:t>class.</a:t>
            </a:r>
          </a:p>
          <a:p>
            <a:pPr marL="0" indent="0">
              <a:buNone/>
            </a:pPr>
            <a:r>
              <a:rPr lang="en-US" sz="2400" dirty="0"/>
              <a:t>However, you can change the contents of </a:t>
            </a:r>
            <a:r>
              <a:rPr lang="en-US" sz="2400" dirty="0" err="1"/>
              <a:t>StringBuilder</a:t>
            </a:r>
            <a:r>
              <a:rPr lang="en-US" sz="2400" dirty="0"/>
              <a:t> objects. You can: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	</a:t>
            </a:r>
            <a:r>
              <a:rPr lang="en-US" sz="2200" dirty="0" smtClean="0"/>
              <a:t>change </a:t>
            </a:r>
            <a:r>
              <a:rPr lang="en-US" sz="2200" dirty="0"/>
              <a:t>specific characters,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	insert characters,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	delete characters, 	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	perform </a:t>
            </a:r>
            <a:r>
              <a:rPr lang="en-US" sz="2400" dirty="0"/>
              <a:t>other operations.</a:t>
            </a:r>
          </a:p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dirty="0" err="1"/>
              <a:t>StringBuilder</a:t>
            </a:r>
            <a:r>
              <a:rPr lang="en-US" sz="2400" dirty="0"/>
              <a:t> object will grow or shrink in size, as needed, to accommodate the changes.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1229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/>
              <a:t>StringBuilder</a:t>
            </a:r>
            <a:r>
              <a:rPr lang="en-US" b="1" dirty="0"/>
              <a:t> </a:t>
            </a:r>
            <a:r>
              <a:rPr lang="en-US" b="1" dirty="0" smtClean="0"/>
              <a:t>vs. </a:t>
            </a:r>
            <a:r>
              <a:rPr lang="en-US" b="1" dirty="0" err="1" smtClean="0"/>
              <a:t>StringBuffer</a:t>
            </a:r>
            <a:r>
              <a:rPr lang="en-US" b="1" dirty="0" smtClean="0"/>
              <a:t> class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StringBuffer</a:t>
            </a:r>
            <a:r>
              <a:rPr lang="en-US" sz="2400" dirty="0"/>
              <a:t> class has common methods with the </a:t>
            </a:r>
            <a:r>
              <a:rPr lang="en-US" sz="2400" dirty="0" err="1"/>
              <a:t>StringBuilder</a:t>
            </a:r>
            <a:r>
              <a:rPr lang="en-US" sz="2400" dirty="0"/>
              <a:t> class.</a:t>
            </a:r>
          </a:p>
          <a:p>
            <a:pPr marL="0" indent="0">
              <a:buNone/>
            </a:pPr>
            <a:r>
              <a:rPr lang="en-US" sz="2400" dirty="0" err="1"/>
              <a:t>StringBuilder</a:t>
            </a:r>
            <a:r>
              <a:rPr lang="en-US" sz="2400" dirty="0"/>
              <a:t> is more efficient.</a:t>
            </a:r>
          </a:p>
          <a:p>
            <a:pPr marL="0" indent="0">
              <a:buNone/>
            </a:pPr>
            <a:r>
              <a:rPr lang="en-US" sz="2400" dirty="0" err="1"/>
              <a:t>StringBuffer</a:t>
            </a:r>
            <a:r>
              <a:rPr lang="en-US" sz="2400" dirty="0"/>
              <a:t> is used if the class might be accessed by multiple tasks concurrently and your String manipulations need to be thread-safe.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4808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8452E61-9447-4791-AD67-6BC48F4E1A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3941880"/>
              </p:ext>
            </p:extLst>
          </p:nvPr>
        </p:nvGraphicFramePr>
        <p:xfrm>
          <a:off x="531043" y="167528"/>
          <a:ext cx="11660957" cy="6457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8540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B1BA2B6-9AA3-494C-BBBD-AAA87856D1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399891"/>
              </p:ext>
            </p:extLst>
          </p:nvPr>
        </p:nvGraphicFramePr>
        <p:xfrm>
          <a:off x="-36137" y="0"/>
          <a:ext cx="12264273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5910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The Most Common Method - Append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Appends a string representation of the argument to the calling object’s current contents.</a:t>
            </a:r>
          </a:p>
          <a:p>
            <a:pPr marL="0" indent="0">
              <a:buNone/>
            </a:pPr>
            <a:r>
              <a:rPr lang="en-US" sz="2400" dirty="0"/>
              <a:t>The general form of the append method is: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en-US" sz="2400" b="1" dirty="0" err="1"/>
              <a:t>object.append</a:t>
            </a:r>
            <a:r>
              <a:rPr lang="en-US" sz="2400" b="1" dirty="0"/>
              <a:t>(item);</a:t>
            </a:r>
          </a:p>
          <a:p>
            <a:pPr marL="0" indent="0">
              <a:buNone/>
            </a:pPr>
            <a:r>
              <a:rPr lang="en-US" sz="2400" dirty="0" smtClean="0"/>
              <a:t>where </a:t>
            </a:r>
            <a:r>
              <a:rPr lang="en-US" sz="2400" dirty="0"/>
              <a:t>object is an instance of the </a:t>
            </a:r>
            <a:r>
              <a:rPr lang="en-US" sz="2400" dirty="0" err="1"/>
              <a:t>StringBuilder</a:t>
            </a:r>
            <a:r>
              <a:rPr lang="en-US" sz="2400" dirty="0"/>
              <a:t> class and item is:</a:t>
            </a:r>
          </a:p>
          <a:p>
            <a:pPr marL="0" indent="0">
              <a:buNone/>
            </a:pPr>
            <a:r>
              <a:rPr lang="en-US" sz="2400" dirty="0"/>
              <a:t>		a primitive literal or variable.</a:t>
            </a:r>
          </a:p>
          <a:p>
            <a:pPr marL="0" indent="0">
              <a:buNone/>
            </a:pPr>
            <a:r>
              <a:rPr lang="en-US" sz="2400" dirty="0"/>
              <a:t>		a char  array, or</a:t>
            </a:r>
          </a:p>
          <a:p>
            <a:pPr marL="0" indent="0">
              <a:buNone/>
            </a:pPr>
            <a:r>
              <a:rPr lang="en-US" sz="2400" dirty="0"/>
              <a:t>		a String literal or object.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2100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Example of using Append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780903"/>
            <a:ext cx="8915400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err="1"/>
              <a:t>StringBuilder</a:t>
            </a:r>
            <a:r>
              <a:rPr lang="en-US" sz="2400" b="1" dirty="0"/>
              <a:t> </a:t>
            </a:r>
            <a:r>
              <a:rPr lang="en-US" sz="2400" b="1" dirty="0" err="1"/>
              <a:t>str</a:t>
            </a:r>
            <a:r>
              <a:rPr lang="en-US" sz="2400" b="1" dirty="0"/>
              <a:t> = new </a:t>
            </a:r>
            <a:r>
              <a:rPr lang="en-US" sz="2400" b="1" dirty="0" err="1"/>
              <a:t>StringBuilder</a:t>
            </a:r>
            <a:r>
              <a:rPr lang="en-US" sz="2400" b="1" dirty="0"/>
              <a:t>();</a:t>
            </a:r>
          </a:p>
          <a:p>
            <a:pPr marL="0" indent="0">
              <a:buNone/>
            </a:pPr>
            <a:r>
              <a:rPr lang="en-US" sz="2400" b="1" dirty="0" err="1"/>
              <a:t>str.append</a:t>
            </a:r>
            <a:r>
              <a:rPr lang="en-US" sz="2400" b="1" dirty="0"/>
              <a:t>("We sold ");</a:t>
            </a:r>
          </a:p>
          <a:p>
            <a:pPr marL="0" indent="0">
              <a:buNone/>
            </a:pPr>
            <a:r>
              <a:rPr lang="en-US" sz="2400" b="1" dirty="0" err="1"/>
              <a:t>str.append</a:t>
            </a:r>
            <a:r>
              <a:rPr lang="en-US" sz="2400" b="1" dirty="0"/>
              <a:t>(12);</a:t>
            </a:r>
          </a:p>
          <a:p>
            <a:pPr marL="0" indent="0">
              <a:buNone/>
            </a:pPr>
            <a:r>
              <a:rPr lang="en-US" sz="2400" b="1" dirty="0" err="1"/>
              <a:t>str.append</a:t>
            </a:r>
            <a:r>
              <a:rPr lang="en-US" sz="2400" b="1" dirty="0"/>
              <a:t>(" doughnuts for $");</a:t>
            </a:r>
          </a:p>
          <a:p>
            <a:pPr marL="0" indent="0">
              <a:buNone/>
            </a:pPr>
            <a:r>
              <a:rPr lang="en-US" sz="2400" b="1" dirty="0" err="1"/>
              <a:t>str.append</a:t>
            </a:r>
            <a:r>
              <a:rPr lang="en-US" sz="2400" b="1" dirty="0"/>
              <a:t>(15.95);</a:t>
            </a:r>
          </a:p>
          <a:p>
            <a:pPr marL="0" indent="0">
              <a:buNone/>
            </a:pPr>
            <a:r>
              <a:rPr lang="en-US" sz="2400" b="1" dirty="0" err="1"/>
              <a:t>System.out.println</a:t>
            </a:r>
            <a:r>
              <a:rPr lang="en-US" sz="2400" b="1" dirty="0"/>
              <a:t>(</a:t>
            </a:r>
            <a:r>
              <a:rPr lang="en-US" sz="2400" b="1" dirty="0" err="1"/>
              <a:t>str.toString</a:t>
            </a:r>
            <a:r>
              <a:rPr lang="en-US" sz="2400" b="1" dirty="0" smtClean="0"/>
              <a:t>());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Output:  </a:t>
            </a:r>
            <a:r>
              <a:rPr lang="en-US" sz="2400" b="1" dirty="0"/>
              <a:t>We sold 12 doughnuts for $15.95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696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The Insert Method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object.insert</a:t>
            </a:r>
            <a:r>
              <a:rPr lang="en-US" sz="2400" dirty="0"/>
              <a:t>(start, item);</a:t>
            </a:r>
          </a:p>
          <a:p>
            <a:pPr marL="0" indent="0">
              <a:buNone/>
            </a:pPr>
            <a:r>
              <a:rPr lang="en-US" sz="2400" dirty="0"/>
              <a:t>where object is an instance of the </a:t>
            </a:r>
            <a:r>
              <a:rPr lang="en-US" sz="2400" dirty="0" err="1"/>
              <a:t>StringBuilder</a:t>
            </a:r>
            <a:r>
              <a:rPr lang="en-US" sz="2400" dirty="0"/>
              <a:t> class, start is the insertion location, and item is:</a:t>
            </a:r>
          </a:p>
          <a:p>
            <a:pPr marL="0" indent="0">
              <a:buNone/>
            </a:pPr>
            <a:r>
              <a:rPr lang="en-US" sz="2400" dirty="0"/>
              <a:t>	a primitive literal or variable.</a:t>
            </a:r>
          </a:p>
          <a:p>
            <a:pPr marL="0" indent="0">
              <a:buNone/>
            </a:pPr>
            <a:r>
              <a:rPr lang="en-US" sz="2400" dirty="0"/>
              <a:t>	a char array, or</a:t>
            </a:r>
          </a:p>
          <a:p>
            <a:pPr marL="0" indent="0">
              <a:buNone/>
            </a:pPr>
            <a:r>
              <a:rPr lang="en-US" sz="2400" dirty="0"/>
              <a:t>	a String literal or object.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982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Replacing a Substring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general form of a call to the method: </a:t>
            </a:r>
            <a:r>
              <a:rPr lang="en-US" sz="2400" dirty="0" err="1"/>
              <a:t>object.replace</a:t>
            </a:r>
            <a:r>
              <a:rPr lang="en-US" sz="2400" dirty="0"/>
              <a:t>(start, end, </a:t>
            </a:r>
            <a:r>
              <a:rPr lang="en-US" sz="2400" dirty="0" err="1"/>
              <a:t>str</a:t>
            </a:r>
            <a:r>
              <a:rPr lang="en-US" sz="2400" dirty="0"/>
              <a:t>);</a:t>
            </a:r>
          </a:p>
          <a:p>
            <a:pPr marL="0" indent="0">
              <a:buNone/>
            </a:pPr>
            <a:r>
              <a:rPr lang="en-US" sz="2400" i="1" dirty="0" smtClean="0"/>
              <a:t>start</a:t>
            </a:r>
            <a:r>
              <a:rPr lang="en-US" sz="2400" dirty="0" smtClean="0"/>
              <a:t> </a:t>
            </a:r>
            <a:r>
              <a:rPr lang="en-US" sz="2400" dirty="0"/>
              <a:t>is an </a:t>
            </a:r>
            <a:r>
              <a:rPr lang="en-US" sz="2400" dirty="0" err="1"/>
              <a:t>int</a:t>
            </a:r>
            <a:r>
              <a:rPr lang="en-US" sz="2400" dirty="0"/>
              <a:t> that specifies the </a:t>
            </a:r>
            <a:r>
              <a:rPr lang="en-US" sz="2400" dirty="0" smtClean="0"/>
              <a:t>starting </a:t>
            </a:r>
            <a:r>
              <a:rPr lang="en-US" sz="2400" dirty="0"/>
              <a:t>position of a substring </a:t>
            </a:r>
            <a:r>
              <a:rPr lang="en-US" sz="2400" dirty="0" smtClean="0"/>
              <a:t>in </a:t>
            </a:r>
            <a:r>
              <a:rPr lang="en-US" sz="2400" dirty="0"/>
              <a:t>the calling object, </a:t>
            </a:r>
          </a:p>
          <a:p>
            <a:pPr marL="0" indent="0">
              <a:buNone/>
            </a:pPr>
            <a:r>
              <a:rPr lang="en-US" sz="2400" b="1" dirty="0" smtClean="0"/>
              <a:t>end</a:t>
            </a:r>
            <a:r>
              <a:rPr lang="en-US" sz="2400" dirty="0" smtClean="0"/>
              <a:t> </a:t>
            </a:r>
            <a:r>
              <a:rPr lang="en-US" sz="2400" dirty="0"/>
              <a:t>is an </a:t>
            </a:r>
            <a:r>
              <a:rPr lang="en-US" sz="2400" dirty="0" err="1"/>
              <a:t>int</a:t>
            </a:r>
            <a:r>
              <a:rPr lang="en-US" sz="2400" dirty="0"/>
              <a:t> that specifies the </a:t>
            </a:r>
            <a:r>
              <a:rPr lang="en-US" sz="2400" dirty="0" smtClean="0"/>
              <a:t>ending </a:t>
            </a:r>
            <a:r>
              <a:rPr lang="en-US" sz="2400" dirty="0"/>
              <a:t>position of the substring -1. </a:t>
            </a:r>
          </a:p>
          <a:p>
            <a:pPr marL="0" indent="0">
              <a:buNone/>
            </a:pPr>
            <a:r>
              <a:rPr lang="en-US" sz="2400" dirty="0" smtClean="0"/>
              <a:t>The </a:t>
            </a:r>
            <a:r>
              <a:rPr lang="en-US" sz="2400" dirty="0" err="1"/>
              <a:t>str</a:t>
            </a:r>
            <a:r>
              <a:rPr lang="en-US" sz="2400" dirty="0"/>
              <a:t> parameter is a String object.</a:t>
            </a:r>
          </a:p>
          <a:p>
            <a:pPr marL="0" indent="0">
              <a:buNone/>
            </a:pPr>
            <a:r>
              <a:rPr lang="en-US" sz="2400" dirty="0"/>
              <a:t>After the method executes, the substring will be replaced with str.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3397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Example of Replacing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replace method in this code replaces the word “Chicago” with “New York</a:t>
            </a:r>
            <a:r>
              <a:rPr lang="en-US" sz="2400" dirty="0" smtClean="0"/>
              <a:t>”.</a:t>
            </a:r>
          </a:p>
          <a:p>
            <a:pPr marL="0" indent="0">
              <a:buNone/>
            </a:pPr>
            <a:r>
              <a:rPr lang="en-US" sz="2400" b="1" dirty="0" err="1"/>
              <a:t>StringBuilder</a:t>
            </a:r>
            <a:r>
              <a:rPr lang="en-US" sz="2400" b="1" dirty="0"/>
              <a:t> </a:t>
            </a:r>
            <a:r>
              <a:rPr lang="en-US" sz="2400" b="1" dirty="0" err="1"/>
              <a:t>str</a:t>
            </a:r>
            <a:r>
              <a:rPr lang="en-US" sz="2400" b="1" dirty="0"/>
              <a:t> = new </a:t>
            </a:r>
            <a:r>
              <a:rPr lang="en-US" sz="2400" b="1" dirty="0" err="1"/>
              <a:t>StringBuilder</a:t>
            </a:r>
            <a:r>
              <a:rPr lang="en-US" sz="2400" b="1" dirty="0"/>
              <a:t>(</a:t>
            </a:r>
          </a:p>
          <a:p>
            <a:pPr marL="0" indent="0">
              <a:buNone/>
            </a:pPr>
            <a:r>
              <a:rPr lang="en-US" sz="2400" b="1" dirty="0"/>
              <a:t>"We moved from Chicago to Atlanta.");</a:t>
            </a:r>
          </a:p>
          <a:p>
            <a:pPr marL="0" indent="0">
              <a:buNone/>
            </a:pPr>
            <a:r>
              <a:rPr lang="en-US" sz="2400" b="1" dirty="0" err="1"/>
              <a:t>str.replace</a:t>
            </a:r>
            <a:r>
              <a:rPr lang="en-US" sz="2400" b="1" dirty="0"/>
              <a:t>(14, 21, "New York");</a:t>
            </a:r>
          </a:p>
          <a:p>
            <a:pPr marL="0" indent="0">
              <a:buNone/>
            </a:pPr>
            <a:r>
              <a:rPr lang="en-US" sz="2400" b="1" dirty="0" err="1"/>
              <a:t>System.out.println</a:t>
            </a:r>
            <a:r>
              <a:rPr lang="en-US" sz="2400" b="1" dirty="0"/>
              <a:t>(</a:t>
            </a:r>
            <a:r>
              <a:rPr lang="en-US" sz="2400" b="1" dirty="0" err="1"/>
              <a:t>str</a:t>
            </a:r>
            <a:r>
              <a:rPr lang="en-US" sz="2400" b="1" dirty="0" smtClean="0"/>
              <a:t>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Output: </a:t>
            </a:r>
            <a:r>
              <a:rPr lang="en-US" sz="2400" b="1" dirty="0"/>
              <a:t>We moved from New York to Atlanta.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958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EDFC6B2-A3E3-4C72-B55A-6EA132F050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973380"/>
              </p:ext>
            </p:extLst>
          </p:nvPr>
        </p:nvGraphicFramePr>
        <p:xfrm>
          <a:off x="75412" y="-87559"/>
          <a:ext cx="12116588" cy="6846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4101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The </a:t>
            </a:r>
            <a:r>
              <a:rPr lang="en-US" b="1" dirty="0" err="1" smtClean="0"/>
              <a:t>toString</a:t>
            </a:r>
            <a:r>
              <a:rPr lang="en-US" b="1" dirty="0" smtClean="0"/>
              <a:t>() method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Call the </a:t>
            </a:r>
            <a:r>
              <a:rPr lang="en-US" sz="2400" dirty="0" err="1"/>
              <a:t>StringBuilder's</a:t>
            </a:r>
            <a:r>
              <a:rPr lang="en-US" sz="2400" dirty="0"/>
              <a:t> </a:t>
            </a:r>
            <a:r>
              <a:rPr lang="en-US" sz="2400" dirty="0" err="1"/>
              <a:t>toString</a:t>
            </a:r>
            <a:r>
              <a:rPr lang="en-US" sz="2400" dirty="0"/>
              <a:t>() method to convert that </a:t>
            </a:r>
            <a:r>
              <a:rPr lang="en-US" sz="2400" dirty="0" err="1"/>
              <a:t>StringBuilder</a:t>
            </a:r>
            <a:r>
              <a:rPr lang="en-US" sz="2400" dirty="0"/>
              <a:t> object to a “regular” </a:t>
            </a:r>
            <a:r>
              <a:rPr lang="en-US" sz="2400" dirty="0" smtClean="0"/>
              <a:t>String.</a:t>
            </a:r>
          </a:p>
          <a:p>
            <a:pPr marL="0" indent="0">
              <a:buNone/>
            </a:pPr>
            <a:r>
              <a:rPr lang="en-US" sz="2400" b="1" dirty="0" err="1"/>
              <a:t>StringBuilder</a:t>
            </a:r>
            <a:r>
              <a:rPr lang="en-US" sz="2400" b="1" dirty="0"/>
              <a:t> </a:t>
            </a:r>
            <a:r>
              <a:rPr lang="en-US" sz="2400" b="1" dirty="0" err="1"/>
              <a:t>strb</a:t>
            </a:r>
            <a:r>
              <a:rPr lang="en-US" sz="2400" b="1" dirty="0"/>
              <a:t> = new </a:t>
            </a:r>
            <a:r>
              <a:rPr lang="en-US" sz="2400" b="1" dirty="0" err="1"/>
              <a:t>StringBuilder</a:t>
            </a:r>
            <a:r>
              <a:rPr lang="en-US" sz="2400" b="1" dirty="0"/>
              <a:t>("This is a test.");</a:t>
            </a:r>
          </a:p>
          <a:p>
            <a:pPr marL="0" indent="0">
              <a:buNone/>
            </a:pPr>
            <a:r>
              <a:rPr lang="en-US" sz="2400" b="1" dirty="0"/>
              <a:t>String </a:t>
            </a:r>
            <a:r>
              <a:rPr lang="en-US" sz="2400" b="1" dirty="0" err="1"/>
              <a:t>str</a:t>
            </a:r>
            <a:r>
              <a:rPr lang="en-US" sz="2400" b="1" dirty="0"/>
              <a:t> = </a:t>
            </a:r>
            <a:r>
              <a:rPr lang="en-US" sz="2400" b="1" dirty="0" err="1"/>
              <a:t>strb.toString</a:t>
            </a:r>
            <a:r>
              <a:rPr lang="en-US" sz="2400" b="1" dirty="0"/>
              <a:t>();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338249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86</TotalTime>
  <Words>516</Words>
  <Application>Microsoft Office PowerPoint</Application>
  <PresentationFormat>Widescreen</PresentationFormat>
  <Paragraphs>85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 StringBuffer and StringBuilder (The modifiable versions of String) </vt:lpstr>
      <vt:lpstr>The StringBuilder Class</vt:lpstr>
      <vt:lpstr>StringBuilder vs. StringBuffer class </vt:lpstr>
      <vt:lpstr>PowerPoint Presentation</vt:lpstr>
      <vt:lpstr>PowerPoint Presentation</vt:lpstr>
      <vt:lpstr>The Most Common Method - Append</vt:lpstr>
      <vt:lpstr>Example of using Append</vt:lpstr>
      <vt:lpstr>The Insert Method</vt:lpstr>
      <vt:lpstr>Replacing a Substring</vt:lpstr>
      <vt:lpstr>Example of Replacing</vt:lpstr>
      <vt:lpstr>PowerPoint Presentation</vt:lpstr>
      <vt:lpstr>The toString() method</vt:lpstr>
    </vt:vector>
  </TitlesOfParts>
  <Company>Central New Mexico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NELSON, IVONNE</dc:creator>
  <cp:lastModifiedBy>NELSON, IVONNE</cp:lastModifiedBy>
  <cp:revision>13</cp:revision>
  <dcterms:created xsi:type="dcterms:W3CDTF">2015-11-19T21:26:49Z</dcterms:created>
  <dcterms:modified xsi:type="dcterms:W3CDTF">2023-01-12T20:40:36Z</dcterms:modified>
</cp:coreProperties>
</file>