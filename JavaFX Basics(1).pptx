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1" r:id="rId3"/>
    <p:sldId id="312" r:id="rId4"/>
    <p:sldId id="260" r:id="rId5"/>
    <p:sldId id="261" r:id="rId6"/>
    <p:sldId id="305" r:id="rId7"/>
    <p:sldId id="308" r:id="rId8"/>
    <p:sldId id="309" r:id="rId9"/>
    <p:sldId id="310" r:id="rId10"/>
    <p:sldId id="263" r:id="rId11"/>
    <p:sldId id="306" r:id="rId12"/>
    <p:sldId id="307" r:id="rId13"/>
    <p:sldId id="267" r:id="rId14"/>
    <p:sldId id="258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4" r:id="rId31"/>
    <p:sldId id="313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314" r:id="rId41"/>
    <p:sldId id="294" r:id="rId42"/>
    <p:sldId id="297" r:id="rId43"/>
    <p:sldId id="295" r:id="rId44"/>
    <p:sldId id="296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EA5DEB-8CEA-4687-A22F-7076E5BD664E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4BB3DF0-2EB1-4983-910C-D5A3DE142887}">
      <dgm:prSet/>
      <dgm:spPr/>
      <dgm:t>
        <a:bodyPr/>
        <a:lstStyle/>
        <a:p>
          <a:r>
            <a:rPr lang="en-US" dirty="0"/>
            <a:t>Open the Project: </a:t>
          </a:r>
          <a:r>
            <a:rPr lang="en-US" dirty="0" err="1"/>
            <a:t>FirstApplication</a:t>
          </a:r>
          <a:r>
            <a:rPr lang="en-US" dirty="0"/>
            <a:t> – Hello!</a:t>
          </a:r>
        </a:p>
      </dgm:t>
    </dgm:pt>
    <dgm:pt modelId="{5217A066-1BAB-4BEF-9821-77EB67AF8598}" type="parTrans" cxnId="{B8933B4C-98DC-4C6C-ACBC-9E781DCBD5C3}">
      <dgm:prSet/>
      <dgm:spPr/>
      <dgm:t>
        <a:bodyPr/>
        <a:lstStyle/>
        <a:p>
          <a:endParaRPr lang="en-US"/>
        </a:p>
      </dgm:t>
    </dgm:pt>
    <dgm:pt modelId="{97573A24-E508-4E43-BA00-78B16EF1EE6F}" type="sibTrans" cxnId="{B8933B4C-98DC-4C6C-ACBC-9E781DCBD5C3}">
      <dgm:prSet/>
      <dgm:spPr/>
      <dgm:t>
        <a:bodyPr/>
        <a:lstStyle/>
        <a:p>
          <a:endParaRPr lang="en-US"/>
        </a:p>
      </dgm:t>
    </dgm:pt>
    <dgm:pt modelId="{207C1B61-F3FA-43C5-93CE-71A25325A319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At the left, under </a:t>
          </a:r>
          <a:r>
            <a:rPr lang="en-US" dirty="0" err="1"/>
            <a:t>src</a:t>
          </a:r>
          <a:r>
            <a:rPr lang="en-US" dirty="0"/>
            <a:t> &gt; main &gt; java, the  package is com.cis2235.nelson.demo.javafxdemo</a:t>
          </a:r>
        </a:p>
      </dgm:t>
    </dgm:pt>
    <dgm:pt modelId="{5BC8AF71-1626-43D6-9379-2157943581EC}" type="parTrans" cxnId="{5FA02606-71EA-4243-922F-4C226E77F050}">
      <dgm:prSet/>
      <dgm:spPr/>
      <dgm:t>
        <a:bodyPr/>
        <a:lstStyle/>
        <a:p>
          <a:endParaRPr lang="en-US"/>
        </a:p>
      </dgm:t>
    </dgm:pt>
    <dgm:pt modelId="{ECD42663-2733-42E0-8171-BBA1B56AC35F}" type="sibTrans" cxnId="{5FA02606-71EA-4243-922F-4C226E77F050}">
      <dgm:prSet/>
      <dgm:spPr/>
      <dgm:t>
        <a:bodyPr/>
        <a:lstStyle/>
        <a:p>
          <a:endParaRPr lang="en-US"/>
        </a:p>
      </dgm:t>
    </dgm:pt>
    <dgm:pt modelId="{1DEF2869-C9E2-48FB-88CA-F2733E38F34C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 err="1"/>
            <a:t>javafxdemo</a:t>
          </a:r>
          <a:r>
            <a:rPr lang="en-US" dirty="0"/>
            <a:t> is the name I chose for my project. If you click on the triangle, you will see three files:</a:t>
          </a:r>
        </a:p>
      </dgm:t>
    </dgm:pt>
    <dgm:pt modelId="{E7EDCDB9-2974-463E-9792-7256EE5E3D85}" type="parTrans" cxnId="{D9E09133-3F36-468E-9EF3-0AAD15E5D83B}">
      <dgm:prSet/>
      <dgm:spPr/>
      <dgm:t>
        <a:bodyPr/>
        <a:lstStyle/>
        <a:p>
          <a:endParaRPr lang="en-US"/>
        </a:p>
      </dgm:t>
    </dgm:pt>
    <dgm:pt modelId="{53528322-AB49-4D07-A0C5-B9E16411BB3E}" type="sibTrans" cxnId="{D9E09133-3F36-468E-9EF3-0AAD15E5D83B}">
      <dgm:prSet/>
      <dgm:spPr/>
      <dgm:t>
        <a:bodyPr/>
        <a:lstStyle/>
        <a:p>
          <a:endParaRPr lang="en-US"/>
        </a:p>
      </dgm:t>
    </dgm:pt>
    <dgm:pt modelId="{50779583-16FA-4BC6-A95E-ABBC3D9BE28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HelloApplication</a:t>
          </a:r>
        </a:p>
      </dgm:t>
    </dgm:pt>
    <dgm:pt modelId="{AB5E215D-0489-44E2-94E0-B866C768548E}" type="parTrans" cxnId="{BE984932-D08C-4A01-B886-3DA2B6AA58C9}">
      <dgm:prSet/>
      <dgm:spPr/>
      <dgm:t>
        <a:bodyPr/>
        <a:lstStyle/>
        <a:p>
          <a:endParaRPr lang="en-US"/>
        </a:p>
      </dgm:t>
    </dgm:pt>
    <dgm:pt modelId="{F4152C5C-448C-4F8E-A73D-CE4AB2B408EB}" type="sibTrans" cxnId="{BE984932-D08C-4A01-B886-3DA2B6AA58C9}">
      <dgm:prSet/>
      <dgm:spPr/>
      <dgm:t>
        <a:bodyPr/>
        <a:lstStyle/>
        <a:p>
          <a:endParaRPr lang="en-US"/>
        </a:p>
      </dgm:t>
    </dgm:pt>
    <dgm:pt modelId="{79224E96-178F-48A5-964A-D153BF2DEC2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HelloController</a:t>
          </a:r>
        </a:p>
      </dgm:t>
    </dgm:pt>
    <dgm:pt modelId="{1681665C-8C98-47DC-AD8C-E20FCB9CFF2C}" type="parTrans" cxnId="{252D6D66-9DC0-4BA1-B4A5-62F640483671}">
      <dgm:prSet/>
      <dgm:spPr/>
      <dgm:t>
        <a:bodyPr/>
        <a:lstStyle/>
        <a:p>
          <a:endParaRPr lang="en-US"/>
        </a:p>
      </dgm:t>
    </dgm:pt>
    <dgm:pt modelId="{3EBA6387-D763-40C6-A2F2-9116A9E5541E}" type="sibTrans" cxnId="{252D6D66-9DC0-4BA1-B4A5-62F640483671}">
      <dgm:prSet/>
      <dgm:spPr/>
      <dgm:t>
        <a:bodyPr/>
        <a:lstStyle/>
        <a:p>
          <a:endParaRPr lang="en-US"/>
        </a:p>
      </dgm:t>
    </dgm:pt>
    <dgm:pt modelId="{DE3F675F-CE3B-4B09-BD39-608CE7DBDE09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module-info.java</a:t>
          </a:r>
        </a:p>
      </dgm:t>
    </dgm:pt>
    <dgm:pt modelId="{7D6A5EA8-1092-4ACE-9434-9277E3AC0798}" type="parTrans" cxnId="{1655280F-6E3C-44D8-9373-B09969B97205}">
      <dgm:prSet/>
      <dgm:spPr/>
      <dgm:t>
        <a:bodyPr/>
        <a:lstStyle/>
        <a:p>
          <a:endParaRPr lang="en-US"/>
        </a:p>
      </dgm:t>
    </dgm:pt>
    <dgm:pt modelId="{89BE9576-F80F-442E-B084-0DAA1ABA1DAF}" type="sibTrans" cxnId="{1655280F-6E3C-44D8-9373-B09969B97205}">
      <dgm:prSet/>
      <dgm:spPr/>
      <dgm:t>
        <a:bodyPr/>
        <a:lstStyle/>
        <a:p>
          <a:endParaRPr lang="en-US"/>
        </a:p>
      </dgm:t>
    </dgm:pt>
    <dgm:pt modelId="{36DB1BB8-CFE5-470F-B769-E8FDBE2936B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Under java, you will also see resources.  Click it open to fine hello-</a:t>
          </a:r>
          <a:r>
            <a:rPr lang="en-US" dirty="0" err="1"/>
            <a:t>view.fxml</a:t>
          </a:r>
          <a:r>
            <a:rPr lang="en-US" dirty="0"/>
            <a:t>.</a:t>
          </a:r>
        </a:p>
      </dgm:t>
    </dgm:pt>
    <dgm:pt modelId="{4EE533D8-F019-439D-8F00-42558F810927}" type="parTrans" cxnId="{AA2B7DF4-73CB-4B34-A2D2-2D47752EC963}">
      <dgm:prSet/>
      <dgm:spPr/>
      <dgm:t>
        <a:bodyPr/>
        <a:lstStyle/>
        <a:p>
          <a:endParaRPr lang="en-US"/>
        </a:p>
      </dgm:t>
    </dgm:pt>
    <dgm:pt modelId="{3B4AA491-EBD8-4B88-B8FE-920035850237}" type="sibTrans" cxnId="{AA2B7DF4-73CB-4B34-A2D2-2D47752EC963}">
      <dgm:prSet/>
      <dgm:spPr/>
      <dgm:t>
        <a:bodyPr/>
        <a:lstStyle/>
        <a:p>
          <a:endParaRPr lang="en-US"/>
        </a:p>
      </dgm:t>
    </dgm:pt>
    <dgm:pt modelId="{F93E8830-D901-46E9-9074-D654B4DF7B9C}" type="pres">
      <dgm:prSet presAssocID="{93EA5DEB-8CEA-4687-A22F-7076E5BD664E}" presName="Name0" presStyleCnt="0">
        <dgm:presLayoutVars>
          <dgm:dir/>
          <dgm:animLvl val="lvl"/>
          <dgm:resizeHandles val="exact"/>
        </dgm:presLayoutVars>
      </dgm:prSet>
      <dgm:spPr/>
    </dgm:pt>
    <dgm:pt modelId="{49505E0D-5BDF-4F87-B6EB-1E0E44CECADB}" type="pres">
      <dgm:prSet presAssocID="{74BB3DF0-2EB1-4983-910C-D5A3DE142887}" presName="linNode" presStyleCnt="0"/>
      <dgm:spPr/>
    </dgm:pt>
    <dgm:pt modelId="{C4ED3F86-5BDE-4A45-B39E-FB835129D7E4}" type="pres">
      <dgm:prSet presAssocID="{74BB3DF0-2EB1-4983-910C-D5A3DE142887}" presName="parentText" presStyleLbl="node1" presStyleIdx="0" presStyleCnt="1" custScaleX="1121">
        <dgm:presLayoutVars>
          <dgm:chMax val="1"/>
          <dgm:bulletEnabled val="1"/>
        </dgm:presLayoutVars>
      </dgm:prSet>
      <dgm:spPr/>
    </dgm:pt>
    <dgm:pt modelId="{D07E49A7-4E45-413B-BA05-F0CD63F99C50}" type="pres">
      <dgm:prSet presAssocID="{74BB3DF0-2EB1-4983-910C-D5A3DE142887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FA02606-71EA-4243-922F-4C226E77F050}" srcId="{74BB3DF0-2EB1-4983-910C-D5A3DE142887}" destId="{207C1B61-F3FA-43C5-93CE-71A25325A319}" srcOrd="0" destOrd="0" parTransId="{5BC8AF71-1626-43D6-9379-2157943581EC}" sibTransId="{ECD42663-2733-42E0-8171-BBA1B56AC35F}"/>
    <dgm:cxn modelId="{1655280F-6E3C-44D8-9373-B09969B97205}" srcId="{1DEF2869-C9E2-48FB-88CA-F2733E38F34C}" destId="{DE3F675F-CE3B-4B09-BD39-608CE7DBDE09}" srcOrd="2" destOrd="0" parTransId="{7D6A5EA8-1092-4ACE-9434-9277E3AC0798}" sibTransId="{89BE9576-F80F-442E-B084-0DAA1ABA1DAF}"/>
    <dgm:cxn modelId="{30CF2C22-C502-4454-9909-0998A621ED1D}" type="presOf" srcId="{79224E96-178F-48A5-964A-D153BF2DEC22}" destId="{D07E49A7-4E45-413B-BA05-F0CD63F99C50}" srcOrd="0" destOrd="3" presId="urn:microsoft.com/office/officeart/2005/8/layout/vList5"/>
    <dgm:cxn modelId="{70EE5131-F7D6-471E-A1B7-205076198A2B}" type="presOf" srcId="{36DB1BB8-CFE5-470F-B769-E8FDBE2936B1}" destId="{D07E49A7-4E45-413B-BA05-F0CD63F99C50}" srcOrd="0" destOrd="5" presId="urn:microsoft.com/office/officeart/2005/8/layout/vList5"/>
    <dgm:cxn modelId="{BE984932-D08C-4A01-B886-3DA2B6AA58C9}" srcId="{1DEF2869-C9E2-48FB-88CA-F2733E38F34C}" destId="{50779583-16FA-4BC6-A95E-ABBC3D9BE282}" srcOrd="0" destOrd="0" parTransId="{AB5E215D-0489-44E2-94E0-B866C768548E}" sibTransId="{F4152C5C-448C-4F8E-A73D-CE4AB2B408EB}"/>
    <dgm:cxn modelId="{D9E09133-3F36-468E-9EF3-0AAD15E5D83B}" srcId="{74BB3DF0-2EB1-4983-910C-D5A3DE142887}" destId="{1DEF2869-C9E2-48FB-88CA-F2733E38F34C}" srcOrd="1" destOrd="0" parTransId="{E7EDCDB9-2974-463E-9792-7256EE5E3D85}" sibTransId="{53528322-AB49-4D07-A0C5-B9E16411BB3E}"/>
    <dgm:cxn modelId="{252D6D66-9DC0-4BA1-B4A5-62F640483671}" srcId="{1DEF2869-C9E2-48FB-88CA-F2733E38F34C}" destId="{79224E96-178F-48A5-964A-D153BF2DEC22}" srcOrd="1" destOrd="0" parTransId="{1681665C-8C98-47DC-AD8C-E20FCB9CFF2C}" sibTransId="{3EBA6387-D763-40C6-A2F2-9116A9E5541E}"/>
    <dgm:cxn modelId="{B8933B4C-98DC-4C6C-ACBC-9E781DCBD5C3}" srcId="{93EA5DEB-8CEA-4687-A22F-7076E5BD664E}" destId="{74BB3DF0-2EB1-4983-910C-D5A3DE142887}" srcOrd="0" destOrd="0" parTransId="{5217A066-1BAB-4BEF-9821-77EB67AF8598}" sibTransId="{97573A24-E508-4E43-BA00-78B16EF1EE6F}"/>
    <dgm:cxn modelId="{22033595-ACA5-4CF0-9F21-B629E04FD8F5}" type="presOf" srcId="{1DEF2869-C9E2-48FB-88CA-F2733E38F34C}" destId="{D07E49A7-4E45-413B-BA05-F0CD63F99C50}" srcOrd="0" destOrd="1" presId="urn:microsoft.com/office/officeart/2005/8/layout/vList5"/>
    <dgm:cxn modelId="{C277D899-D5C9-4ACA-B0FB-1EA5FC3B1C1D}" type="presOf" srcId="{74BB3DF0-2EB1-4983-910C-D5A3DE142887}" destId="{C4ED3F86-5BDE-4A45-B39E-FB835129D7E4}" srcOrd="0" destOrd="0" presId="urn:microsoft.com/office/officeart/2005/8/layout/vList5"/>
    <dgm:cxn modelId="{76DEC7B8-55FE-44DC-B3F3-418C378B9852}" type="presOf" srcId="{93EA5DEB-8CEA-4687-A22F-7076E5BD664E}" destId="{F93E8830-D901-46E9-9074-D654B4DF7B9C}" srcOrd="0" destOrd="0" presId="urn:microsoft.com/office/officeart/2005/8/layout/vList5"/>
    <dgm:cxn modelId="{F6C2C5C6-7505-4F7F-BAEF-CDBCD11D250F}" type="presOf" srcId="{50779583-16FA-4BC6-A95E-ABBC3D9BE282}" destId="{D07E49A7-4E45-413B-BA05-F0CD63F99C50}" srcOrd="0" destOrd="2" presId="urn:microsoft.com/office/officeart/2005/8/layout/vList5"/>
    <dgm:cxn modelId="{DF9A1EDA-831C-42DA-B4C3-A57E17CFB59A}" type="presOf" srcId="{207C1B61-F3FA-43C5-93CE-71A25325A319}" destId="{D07E49A7-4E45-413B-BA05-F0CD63F99C50}" srcOrd="0" destOrd="0" presId="urn:microsoft.com/office/officeart/2005/8/layout/vList5"/>
    <dgm:cxn modelId="{294D4BE1-AF19-46AA-A238-2AD2ED399CB3}" type="presOf" srcId="{DE3F675F-CE3B-4B09-BD39-608CE7DBDE09}" destId="{D07E49A7-4E45-413B-BA05-F0CD63F99C50}" srcOrd="0" destOrd="4" presId="urn:microsoft.com/office/officeart/2005/8/layout/vList5"/>
    <dgm:cxn modelId="{AA2B7DF4-73CB-4B34-A2D2-2D47752EC963}" srcId="{74BB3DF0-2EB1-4983-910C-D5A3DE142887}" destId="{36DB1BB8-CFE5-470F-B769-E8FDBE2936B1}" srcOrd="2" destOrd="0" parTransId="{4EE533D8-F019-439D-8F00-42558F810927}" sibTransId="{3B4AA491-EBD8-4B88-B8FE-920035850237}"/>
    <dgm:cxn modelId="{7CD432E8-2DF6-4442-8C12-8052F0C6E9CA}" type="presParOf" srcId="{F93E8830-D901-46E9-9074-D654B4DF7B9C}" destId="{49505E0D-5BDF-4F87-B6EB-1E0E44CECADB}" srcOrd="0" destOrd="0" presId="urn:microsoft.com/office/officeart/2005/8/layout/vList5"/>
    <dgm:cxn modelId="{A8F8295A-D91E-41F3-B92A-5DE99757EF58}" type="presParOf" srcId="{49505E0D-5BDF-4F87-B6EB-1E0E44CECADB}" destId="{C4ED3F86-5BDE-4A45-B39E-FB835129D7E4}" srcOrd="0" destOrd="0" presId="urn:microsoft.com/office/officeart/2005/8/layout/vList5"/>
    <dgm:cxn modelId="{BEBFD7C7-3206-4975-91F9-185DAAFF8C7A}" type="presParOf" srcId="{49505E0D-5BDF-4F87-B6EB-1E0E44CECADB}" destId="{D07E49A7-4E45-413B-BA05-F0CD63F99C5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C2CE8D-5355-4C1B-B96B-BFD19BD05ED4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D82F53E-B07C-4631-A618-A128D8B91FE7}">
      <dgm:prSet/>
      <dgm:spPr/>
      <dgm:t>
        <a:bodyPr/>
        <a:lstStyle/>
        <a:p>
          <a:r>
            <a:rPr lang="en-US" dirty="0"/>
            <a:t>HelloApplication.java Class</a:t>
          </a:r>
        </a:p>
      </dgm:t>
    </dgm:pt>
    <dgm:pt modelId="{CC6D7A69-9A0B-4197-9338-CA3C6775A61C}" type="parTrans" cxnId="{3B23F557-954A-4C62-876D-8AA8779DC7D8}">
      <dgm:prSet/>
      <dgm:spPr/>
      <dgm:t>
        <a:bodyPr/>
        <a:lstStyle/>
        <a:p>
          <a:endParaRPr lang="en-US"/>
        </a:p>
      </dgm:t>
    </dgm:pt>
    <dgm:pt modelId="{12B1B265-797D-4FAF-9643-DEA1DEDFCF1C}" type="sibTrans" cxnId="{3B23F557-954A-4C62-876D-8AA8779DC7D8}">
      <dgm:prSet/>
      <dgm:spPr/>
      <dgm:t>
        <a:bodyPr/>
        <a:lstStyle/>
        <a:p>
          <a:endParaRPr lang="en-US"/>
        </a:p>
      </dgm:t>
    </dgm:pt>
    <dgm:pt modelId="{E6A2C0CE-9DDF-49E8-86D1-4C7BBEB71E5F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When you look at this class, you will see:</a:t>
          </a:r>
        </a:p>
      </dgm:t>
    </dgm:pt>
    <dgm:pt modelId="{C4E8D471-9F92-426D-8F92-703A401FC910}" type="parTrans" cxnId="{4496DC52-AB9D-4209-9167-552661B34ABB}">
      <dgm:prSet/>
      <dgm:spPr/>
      <dgm:t>
        <a:bodyPr/>
        <a:lstStyle/>
        <a:p>
          <a:endParaRPr lang="en-US"/>
        </a:p>
      </dgm:t>
    </dgm:pt>
    <dgm:pt modelId="{59B8719A-DD97-40E9-8211-9E77CC9C00DB}" type="sibTrans" cxnId="{4496DC52-AB9D-4209-9167-552661B34ABB}">
      <dgm:prSet/>
      <dgm:spPr/>
      <dgm:t>
        <a:bodyPr/>
        <a:lstStyle/>
        <a:p>
          <a:endParaRPr lang="en-US"/>
        </a:p>
      </dgm:t>
    </dgm:pt>
    <dgm:pt modelId="{415BDBBA-88BC-47E8-BD75-298C3A27BEFF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package com.cis2235.nelson.demo.javafxdemo;</a:t>
          </a:r>
        </a:p>
      </dgm:t>
    </dgm:pt>
    <dgm:pt modelId="{C010D19E-8423-4C30-8900-6C175FA8B139}" type="parTrans" cxnId="{E2B3226C-086F-413A-8E24-16A490A71190}">
      <dgm:prSet/>
      <dgm:spPr/>
      <dgm:t>
        <a:bodyPr/>
        <a:lstStyle/>
        <a:p>
          <a:endParaRPr lang="en-US"/>
        </a:p>
      </dgm:t>
    </dgm:pt>
    <dgm:pt modelId="{94505103-8CBC-48BE-BAEA-FDDE2B3A7345}" type="sibTrans" cxnId="{E2B3226C-086F-413A-8E24-16A490A71190}">
      <dgm:prSet/>
      <dgm:spPr/>
      <dgm:t>
        <a:bodyPr/>
        <a:lstStyle/>
        <a:p>
          <a:endParaRPr lang="en-US"/>
        </a:p>
      </dgm:t>
    </dgm:pt>
    <dgm:pt modelId="{A1AC1745-2898-4970-92F7-EF04D38EF59C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//The imports</a:t>
          </a:r>
        </a:p>
      </dgm:t>
    </dgm:pt>
    <dgm:pt modelId="{886BD664-B02A-48CC-B694-39E915AF7B70}" type="parTrans" cxnId="{294A2726-B138-4DF0-A815-EE31999CBF85}">
      <dgm:prSet/>
      <dgm:spPr/>
      <dgm:t>
        <a:bodyPr/>
        <a:lstStyle/>
        <a:p>
          <a:endParaRPr lang="en-US"/>
        </a:p>
      </dgm:t>
    </dgm:pt>
    <dgm:pt modelId="{30509BA6-5F45-47B1-AC6F-04D4E31A9D9A}" type="sibTrans" cxnId="{294A2726-B138-4DF0-A815-EE31999CBF85}">
      <dgm:prSet/>
      <dgm:spPr/>
      <dgm:t>
        <a:bodyPr/>
        <a:lstStyle/>
        <a:p>
          <a:endParaRPr lang="en-US"/>
        </a:p>
      </dgm:t>
    </dgm:pt>
    <dgm:pt modelId="{C2B75E2D-BE25-43C7-AD55-189147FDF9F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import javafx.application.Application;</a:t>
          </a:r>
        </a:p>
      </dgm:t>
    </dgm:pt>
    <dgm:pt modelId="{1F7C0578-7405-4416-8639-5B5828869AB3}" type="parTrans" cxnId="{62D45D98-6913-4C26-9AE3-BE31E1534802}">
      <dgm:prSet/>
      <dgm:spPr/>
      <dgm:t>
        <a:bodyPr/>
        <a:lstStyle/>
        <a:p>
          <a:endParaRPr lang="en-US"/>
        </a:p>
      </dgm:t>
    </dgm:pt>
    <dgm:pt modelId="{5CA3DBC4-2F5B-466F-9547-EFC824710C5B}" type="sibTrans" cxnId="{62D45D98-6913-4C26-9AE3-BE31E1534802}">
      <dgm:prSet/>
      <dgm:spPr/>
      <dgm:t>
        <a:bodyPr/>
        <a:lstStyle/>
        <a:p>
          <a:endParaRPr lang="en-US"/>
        </a:p>
      </dgm:t>
    </dgm:pt>
    <dgm:pt modelId="{2DFE2F87-DBB3-46F7-A1DB-911187F356B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import javafx.fxml.FXMLLoader;</a:t>
          </a:r>
        </a:p>
      </dgm:t>
    </dgm:pt>
    <dgm:pt modelId="{632E50E4-44C4-4C47-B125-78BE106D528B}" type="parTrans" cxnId="{0A0C3EB2-6FF4-4664-9532-095AC52BE03D}">
      <dgm:prSet/>
      <dgm:spPr/>
      <dgm:t>
        <a:bodyPr/>
        <a:lstStyle/>
        <a:p>
          <a:endParaRPr lang="en-US"/>
        </a:p>
      </dgm:t>
    </dgm:pt>
    <dgm:pt modelId="{B6934B35-ECC0-4F23-A9F9-4C9D4FD12930}" type="sibTrans" cxnId="{0A0C3EB2-6FF4-4664-9532-095AC52BE03D}">
      <dgm:prSet/>
      <dgm:spPr/>
      <dgm:t>
        <a:bodyPr/>
        <a:lstStyle/>
        <a:p>
          <a:endParaRPr lang="en-US"/>
        </a:p>
      </dgm:t>
    </dgm:pt>
    <dgm:pt modelId="{285516CD-0A63-48E6-BD6A-A446AABB356B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import javafx.scene.Scene;</a:t>
          </a:r>
        </a:p>
      </dgm:t>
    </dgm:pt>
    <dgm:pt modelId="{D65C0CE3-6AF9-4514-9AC9-16CC4347CC68}" type="parTrans" cxnId="{7A88E2CE-7D77-4E4F-B2B5-84117310C988}">
      <dgm:prSet/>
      <dgm:spPr/>
      <dgm:t>
        <a:bodyPr/>
        <a:lstStyle/>
        <a:p>
          <a:endParaRPr lang="en-US"/>
        </a:p>
      </dgm:t>
    </dgm:pt>
    <dgm:pt modelId="{A4838AF9-8ECE-445A-AF4D-E684A5359063}" type="sibTrans" cxnId="{7A88E2CE-7D77-4E4F-B2B5-84117310C988}">
      <dgm:prSet/>
      <dgm:spPr/>
      <dgm:t>
        <a:bodyPr/>
        <a:lstStyle/>
        <a:p>
          <a:endParaRPr lang="en-US"/>
        </a:p>
      </dgm:t>
    </dgm:pt>
    <dgm:pt modelId="{94000AC4-06F3-4E07-A7D9-EDEA2CB87FF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import javafx.stage.Stage;</a:t>
          </a:r>
        </a:p>
      </dgm:t>
    </dgm:pt>
    <dgm:pt modelId="{EEDA5BF1-9CB3-47A0-B79A-CD4A1DAD054F}" type="parTrans" cxnId="{12D66437-1F24-47F1-A2A1-5D75D7BCD46A}">
      <dgm:prSet/>
      <dgm:spPr/>
      <dgm:t>
        <a:bodyPr/>
        <a:lstStyle/>
        <a:p>
          <a:endParaRPr lang="en-US"/>
        </a:p>
      </dgm:t>
    </dgm:pt>
    <dgm:pt modelId="{DF5EC3BE-B1EA-4FE6-A10B-E7838B0E47D9}" type="sibTrans" cxnId="{12D66437-1F24-47F1-A2A1-5D75D7BCD46A}">
      <dgm:prSet/>
      <dgm:spPr/>
      <dgm:t>
        <a:bodyPr/>
        <a:lstStyle/>
        <a:p>
          <a:endParaRPr lang="en-US"/>
        </a:p>
      </dgm:t>
    </dgm:pt>
    <dgm:pt modelId="{B36BD06E-C663-4339-BCCB-AAF39AAB310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import java.io.IOException;</a:t>
          </a:r>
        </a:p>
      </dgm:t>
    </dgm:pt>
    <dgm:pt modelId="{9899D34A-5C7A-4CB7-BF39-7AFDC9FFB281}" type="parTrans" cxnId="{541622FB-D02E-43F1-BF22-7FF5B4CEF9F0}">
      <dgm:prSet/>
      <dgm:spPr/>
      <dgm:t>
        <a:bodyPr/>
        <a:lstStyle/>
        <a:p>
          <a:endParaRPr lang="en-US"/>
        </a:p>
      </dgm:t>
    </dgm:pt>
    <dgm:pt modelId="{7F7BCB26-0F44-4912-85BA-6B67FCB71260}" type="sibTrans" cxnId="{541622FB-D02E-43F1-BF22-7FF5B4CEF9F0}">
      <dgm:prSet/>
      <dgm:spPr/>
      <dgm:t>
        <a:bodyPr/>
        <a:lstStyle/>
        <a:p>
          <a:endParaRPr lang="en-US"/>
        </a:p>
      </dgm:t>
    </dgm:pt>
    <dgm:pt modelId="{050370A2-E764-40E2-A46A-80C8A946ED17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//The package</a:t>
          </a:r>
        </a:p>
      </dgm:t>
    </dgm:pt>
    <dgm:pt modelId="{6D26BF21-DDA3-4513-8128-053D14B579AC}" type="parTrans" cxnId="{0F8F465C-8682-4040-8A0A-89DAF3C798D8}">
      <dgm:prSet/>
      <dgm:spPr/>
      <dgm:t>
        <a:bodyPr/>
        <a:lstStyle/>
        <a:p>
          <a:endParaRPr lang="en-US"/>
        </a:p>
      </dgm:t>
    </dgm:pt>
    <dgm:pt modelId="{0DFCD7FE-A555-44DF-BB51-74CA4F8B17F4}" type="sibTrans" cxnId="{0F8F465C-8682-4040-8A0A-89DAF3C798D8}">
      <dgm:prSet/>
      <dgm:spPr/>
      <dgm:t>
        <a:bodyPr/>
        <a:lstStyle/>
        <a:p>
          <a:endParaRPr lang="en-US"/>
        </a:p>
      </dgm:t>
    </dgm:pt>
    <dgm:pt modelId="{9AA13325-6DAA-4013-BB01-B39354ED2B5C}" type="pres">
      <dgm:prSet presAssocID="{A6C2CE8D-5355-4C1B-B96B-BFD19BD05ED4}" presName="Name0" presStyleCnt="0">
        <dgm:presLayoutVars>
          <dgm:dir/>
          <dgm:animLvl val="lvl"/>
          <dgm:resizeHandles val="exact"/>
        </dgm:presLayoutVars>
      </dgm:prSet>
      <dgm:spPr/>
    </dgm:pt>
    <dgm:pt modelId="{115C2B6F-40DD-471B-A86A-84D7659405BC}" type="pres">
      <dgm:prSet presAssocID="{CD82F53E-B07C-4631-A618-A128D8B91FE7}" presName="linNode" presStyleCnt="0"/>
      <dgm:spPr/>
    </dgm:pt>
    <dgm:pt modelId="{F968A26A-5265-47E0-A59D-C04AF4AB22A7}" type="pres">
      <dgm:prSet presAssocID="{CD82F53E-B07C-4631-A618-A128D8B91FE7}" presName="parentText" presStyleLbl="node1" presStyleIdx="0" presStyleCnt="1" custScaleX="1100">
        <dgm:presLayoutVars>
          <dgm:chMax val="1"/>
          <dgm:bulletEnabled val="1"/>
        </dgm:presLayoutVars>
      </dgm:prSet>
      <dgm:spPr/>
    </dgm:pt>
    <dgm:pt modelId="{E5A99BC6-915B-4895-8190-5C7DCD79896C}" type="pres">
      <dgm:prSet presAssocID="{CD82F53E-B07C-4631-A618-A128D8B91FE7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D3D6B200-E559-47FE-A99B-DFCADEBCD220}" type="presOf" srcId="{94000AC4-06F3-4E07-A7D9-EDEA2CB87FF2}" destId="{E5A99BC6-915B-4895-8190-5C7DCD79896C}" srcOrd="0" destOrd="7" presId="urn:microsoft.com/office/officeart/2005/8/layout/vList5"/>
    <dgm:cxn modelId="{30B59107-8DCB-40F2-8DF4-8D25EB4C6FC4}" type="presOf" srcId="{CD82F53E-B07C-4631-A618-A128D8B91FE7}" destId="{F968A26A-5265-47E0-A59D-C04AF4AB22A7}" srcOrd="0" destOrd="0" presId="urn:microsoft.com/office/officeart/2005/8/layout/vList5"/>
    <dgm:cxn modelId="{EEBD570B-8026-47D2-BF4A-7DA1E72D40EF}" type="presOf" srcId="{B36BD06E-C663-4339-BCCB-AAF39AAB3102}" destId="{E5A99BC6-915B-4895-8190-5C7DCD79896C}" srcOrd="0" destOrd="8" presId="urn:microsoft.com/office/officeart/2005/8/layout/vList5"/>
    <dgm:cxn modelId="{DDDD8212-172C-44B6-96A9-18DB61AEC958}" type="presOf" srcId="{2DFE2F87-DBB3-46F7-A1DB-911187F356B1}" destId="{E5A99BC6-915B-4895-8190-5C7DCD79896C}" srcOrd="0" destOrd="5" presId="urn:microsoft.com/office/officeart/2005/8/layout/vList5"/>
    <dgm:cxn modelId="{2EF95722-F6EC-4C79-A8CF-47096D88879A}" type="presOf" srcId="{050370A2-E764-40E2-A46A-80C8A946ED17}" destId="{E5A99BC6-915B-4895-8190-5C7DCD79896C}" srcOrd="0" destOrd="1" presId="urn:microsoft.com/office/officeart/2005/8/layout/vList5"/>
    <dgm:cxn modelId="{294A2726-B138-4DF0-A815-EE31999CBF85}" srcId="{CD82F53E-B07C-4631-A618-A128D8B91FE7}" destId="{A1AC1745-2898-4970-92F7-EF04D38EF59C}" srcOrd="3" destOrd="0" parTransId="{886BD664-B02A-48CC-B694-39E915AF7B70}" sibTransId="{30509BA6-5F45-47B1-AC6F-04D4E31A9D9A}"/>
    <dgm:cxn modelId="{12D66437-1F24-47F1-A2A1-5D75D7BCD46A}" srcId="{CD82F53E-B07C-4631-A618-A128D8B91FE7}" destId="{94000AC4-06F3-4E07-A7D9-EDEA2CB87FF2}" srcOrd="7" destOrd="0" parTransId="{EEDA5BF1-9CB3-47A0-B79A-CD4A1DAD054F}" sibTransId="{DF5EC3BE-B1EA-4FE6-A10B-E7838B0E47D9}"/>
    <dgm:cxn modelId="{0F8F465C-8682-4040-8A0A-89DAF3C798D8}" srcId="{CD82F53E-B07C-4631-A618-A128D8B91FE7}" destId="{050370A2-E764-40E2-A46A-80C8A946ED17}" srcOrd="1" destOrd="0" parTransId="{6D26BF21-DDA3-4513-8128-053D14B579AC}" sibTransId="{0DFCD7FE-A555-44DF-BB51-74CA4F8B17F4}"/>
    <dgm:cxn modelId="{9AC06363-A2C3-4A0B-AD8D-8A885B575B13}" type="presOf" srcId="{415BDBBA-88BC-47E8-BD75-298C3A27BEFF}" destId="{E5A99BC6-915B-4895-8190-5C7DCD79896C}" srcOrd="0" destOrd="2" presId="urn:microsoft.com/office/officeart/2005/8/layout/vList5"/>
    <dgm:cxn modelId="{E2B3226C-086F-413A-8E24-16A490A71190}" srcId="{CD82F53E-B07C-4631-A618-A128D8B91FE7}" destId="{415BDBBA-88BC-47E8-BD75-298C3A27BEFF}" srcOrd="2" destOrd="0" parTransId="{C010D19E-8423-4C30-8900-6C175FA8B139}" sibTransId="{94505103-8CBC-48BE-BAEA-FDDE2B3A7345}"/>
    <dgm:cxn modelId="{4496DC52-AB9D-4209-9167-552661B34ABB}" srcId="{CD82F53E-B07C-4631-A618-A128D8B91FE7}" destId="{E6A2C0CE-9DDF-49E8-86D1-4C7BBEB71E5F}" srcOrd="0" destOrd="0" parTransId="{C4E8D471-9F92-426D-8F92-703A401FC910}" sibTransId="{59B8719A-DD97-40E9-8211-9E77CC9C00DB}"/>
    <dgm:cxn modelId="{3B23F557-954A-4C62-876D-8AA8779DC7D8}" srcId="{A6C2CE8D-5355-4C1B-B96B-BFD19BD05ED4}" destId="{CD82F53E-B07C-4631-A618-A128D8B91FE7}" srcOrd="0" destOrd="0" parTransId="{CC6D7A69-9A0B-4197-9338-CA3C6775A61C}" sibTransId="{12B1B265-797D-4FAF-9643-DEA1DEDFCF1C}"/>
    <dgm:cxn modelId="{2D2E3B78-8C1F-42D5-A4D7-19F12012F689}" type="presOf" srcId="{E6A2C0CE-9DDF-49E8-86D1-4C7BBEB71E5F}" destId="{E5A99BC6-915B-4895-8190-5C7DCD79896C}" srcOrd="0" destOrd="0" presId="urn:microsoft.com/office/officeart/2005/8/layout/vList5"/>
    <dgm:cxn modelId="{19334878-C36B-4A5C-872B-C204A5C9AE0D}" type="presOf" srcId="{C2B75E2D-BE25-43C7-AD55-189147FDF9F2}" destId="{E5A99BC6-915B-4895-8190-5C7DCD79896C}" srcOrd="0" destOrd="4" presId="urn:microsoft.com/office/officeart/2005/8/layout/vList5"/>
    <dgm:cxn modelId="{62D45D98-6913-4C26-9AE3-BE31E1534802}" srcId="{CD82F53E-B07C-4631-A618-A128D8B91FE7}" destId="{C2B75E2D-BE25-43C7-AD55-189147FDF9F2}" srcOrd="4" destOrd="0" parTransId="{1F7C0578-7405-4416-8639-5B5828869AB3}" sibTransId="{5CA3DBC4-2F5B-466F-9547-EFC824710C5B}"/>
    <dgm:cxn modelId="{0A0C3EB2-6FF4-4664-9532-095AC52BE03D}" srcId="{CD82F53E-B07C-4631-A618-A128D8B91FE7}" destId="{2DFE2F87-DBB3-46F7-A1DB-911187F356B1}" srcOrd="5" destOrd="0" parTransId="{632E50E4-44C4-4C47-B125-78BE106D528B}" sibTransId="{B6934B35-ECC0-4F23-A9F9-4C9D4FD12930}"/>
    <dgm:cxn modelId="{7A88E2CE-7D77-4E4F-B2B5-84117310C988}" srcId="{CD82F53E-B07C-4631-A618-A128D8B91FE7}" destId="{285516CD-0A63-48E6-BD6A-A446AABB356B}" srcOrd="6" destOrd="0" parTransId="{D65C0CE3-6AF9-4514-9AC9-16CC4347CC68}" sibTransId="{A4838AF9-8ECE-445A-AF4D-E684A5359063}"/>
    <dgm:cxn modelId="{3A48CED2-2CFE-45B1-825B-7DF741717958}" type="presOf" srcId="{285516CD-0A63-48E6-BD6A-A446AABB356B}" destId="{E5A99BC6-915B-4895-8190-5C7DCD79896C}" srcOrd="0" destOrd="6" presId="urn:microsoft.com/office/officeart/2005/8/layout/vList5"/>
    <dgm:cxn modelId="{045FA2E3-7ABB-41E1-92F7-DDCB1836EBEB}" type="presOf" srcId="{A6C2CE8D-5355-4C1B-B96B-BFD19BD05ED4}" destId="{9AA13325-6DAA-4013-BB01-B39354ED2B5C}" srcOrd="0" destOrd="0" presId="urn:microsoft.com/office/officeart/2005/8/layout/vList5"/>
    <dgm:cxn modelId="{68E3FAE7-6F66-4AE0-9435-421A1C01BD34}" type="presOf" srcId="{A1AC1745-2898-4970-92F7-EF04D38EF59C}" destId="{E5A99BC6-915B-4895-8190-5C7DCD79896C}" srcOrd="0" destOrd="3" presId="urn:microsoft.com/office/officeart/2005/8/layout/vList5"/>
    <dgm:cxn modelId="{541622FB-D02E-43F1-BF22-7FF5B4CEF9F0}" srcId="{CD82F53E-B07C-4631-A618-A128D8B91FE7}" destId="{B36BD06E-C663-4339-BCCB-AAF39AAB3102}" srcOrd="8" destOrd="0" parTransId="{9899D34A-5C7A-4CB7-BF39-7AFDC9FFB281}" sibTransId="{7F7BCB26-0F44-4912-85BA-6B67FCB71260}"/>
    <dgm:cxn modelId="{2AB3BE97-C7BB-423A-A25C-BBED8CFB9599}" type="presParOf" srcId="{9AA13325-6DAA-4013-BB01-B39354ED2B5C}" destId="{115C2B6F-40DD-471B-A86A-84D7659405BC}" srcOrd="0" destOrd="0" presId="urn:microsoft.com/office/officeart/2005/8/layout/vList5"/>
    <dgm:cxn modelId="{B98AB78E-51DC-461E-A3BC-622E12623776}" type="presParOf" srcId="{115C2B6F-40DD-471B-A86A-84D7659405BC}" destId="{F968A26A-5265-47E0-A59D-C04AF4AB22A7}" srcOrd="0" destOrd="0" presId="urn:microsoft.com/office/officeart/2005/8/layout/vList5"/>
    <dgm:cxn modelId="{FEDEEA52-42CE-4157-9985-82761FAC90FC}" type="presParOf" srcId="{115C2B6F-40DD-471B-A86A-84D7659405BC}" destId="{E5A99BC6-915B-4895-8190-5C7DCD79896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B831A6-1174-4CE1-BE8C-75AE58003E31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07255C1-825A-419E-9C9C-1A74957C9F0D}">
      <dgm:prSet/>
      <dgm:spPr/>
      <dgm:t>
        <a:bodyPr/>
        <a:lstStyle/>
        <a:p>
          <a:r>
            <a:rPr lang="en-US" dirty="0"/>
            <a:t>The </a:t>
          </a:r>
          <a:r>
            <a:rPr lang="en-US" dirty="0" err="1"/>
            <a:t>HelloApplication</a:t>
          </a:r>
          <a:r>
            <a:rPr lang="en-US" dirty="0"/>
            <a:t> Class</a:t>
          </a:r>
        </a:p>
      </dgm:t>
    </dgm:pt>
    <dgm:pt modelId="{CEAEDCEB-D4EF-47BE-8B5F-C2AB16D178DB}" type="parTrans" cxnId="{02F3B122-74EE-415B-A62C-D717A418A9C3}">
      <dgm:prSet/>
      <dgm:spPr/>
      <dgm:t>
        <a:bodyPr/>
        <a:lstStyle/>
        <a:p>
          <a:endParaRPr lang="en-US"/>
        </a:p>
      </dgm:t>
    </dgm:pt>
    <dgm:pt modelId="{164CB0DF-A94B-4E58-8F79-B3835FDDFC72}" type="sibTrans" cxnId="{02F3B122-74EE-415B-A62C-D717A418A9C3}">
      <dgm:prSet/>
      <dgm:spPr/>
      <dgm:t>
        <a:bodyPr/>
        <a:lstStyle/>
        <a:p>
          <a:endParaRPr lang="en-US"/>
        </a:p>
      </dgm:t>
    </dgm:pt>
    <dgm:pt modelId="{4254BBF5-86F3-4D57-94A6-9664A4ECF6FD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Each JavaFX class extends Application.</a:t>
          </a:r>
        </a:p>
      </dgm:t>
    </dgm:pt>
    <dgm:pt modelId="{7EB827C0-7A55-4658-B529-1607BB46851E}" type="parTrans" cxnId="{B334DE33-F69E-4E8D-9BD7-47F91FEDDFF5}">
      <dgm:prSet/>
      <dgm:spPr/>
      <dgm:t>
        <a:bodyPr/>
        <a:lstStyle/>
        <a:p>
          <a:endParaRPr lang="en-US"/>
        </a:p>
      </dgm:t>
    </dgm:pt>
    <dgm:pt modelId="{1C47F2C1-5E21-434F-BCA3-DB3FA28320B5}" type="sibTrans" cxnId="{B334DE33-F69E-4E8D-9BD7-47F91FEDDFF5}">
      <dgm:prSet/>
      <dgm:spPr/>
      <dgm:t>
        <a:bodyPr/>
        <a:lstStyle/>
        <a:p>
          <a:endParaRPr lang="en-US"/>
        </a:p>
      </dgm:t>
    </dgm:pt>
    <dgm:pt modelId="{1A32693B-B2DE-496F-AA0E-A140F3CC29C3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It also contains the main method and the start() method.</a:t>
          </a:r>
        </a:p>
      </dgm:t>
    </dgm:pt>
    <dgm:pt modelId="{8B2D0F2D-5154-4318-980F-89F99EBCD476}" type="parTrans" cxnId="{0343F7BD-1BD4-4C02-AA75-554B449D2780}">
      <dgm:prSet/>
      <dgm:spPr/>
      <dgm:t>
        <a:bodyPr/>
        <a:lstStyle/>
        <a:p>
          <a:endParaRPr lang="en-US"/>
        </a:p>
      </dgm:t>
    </dgm:pt>
    <dgm:pt modelId="{520018CF-F370-46A8-BFB6-A7BF3CF35E4D}" type="sibTrans" cxnId="{0343F7BD-1BD4-4C02-AA75-554B449D2780}">
      <dgm:prSet/>
      <dgm:spPr/>
      <dgm:t>
        <a:bodyPr/>
        <a:lstStyle/>
        <a:p>
          <a:endParaRPr lang="en-US"/>
        </a:p>
      </dgm:t>
    </dgm:pt>
    <dgm:pt modelId="{9187712F-8E68-41F3-8ADA-726EDB399FB5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main() method contains only a call to launch();</a:t>
          </a:r>
        </a:p>
      </dgm:t>
    </dgm:pt>
    <dgm:pt modelId="{ADB578C9-CA10-4F22-92FF-05BB28D3DAEF}" type="parTrans" cxnId="{B123900A-CF77-4B53-AB1A-0D88443E7179}">
      <dgm:prSet/>
      <dgm:spPr/>
      <dgm:t>
        <a:bodyPr/>
        <a:lstStyle/>
        <a:p>
          <a:endParaRPr lang="en-US"/>
        </a:p>
      </dgm:t>
    </dgm:pt>
    <dgm:pt modelId="{7C80615D-E1F2-406C-931F-A1EABCDE5C1C}" type="sibTrans" cxnId="{B123900A-CF77-4B53-AB1A-0D88443E7179}">
      <dgm:prSet/>
      <dgm:spPr/>
      <dgm:t>
        <a:bodyPr/>
        <a:lstStyle/>
        <a:p>
          <a:endParaRPr lang="en-US"/>
        </a:p>
      </dgm:t>
    </dgm:pt>
    <dgm:pt modelId="{1913BE1A-0A60-4D33-8B7E-2BB8F798099D}" type="pres">
      <dgm:prSet presAssocID="{D8B831A6-1174-4CE1-BE8C-75AE58003E31}" presName="Name0" presStyleCnt="0">
        <dgm:presLayoutVars>
          <dgm:dir/>
          <dgm:animLvl val="lvl"/>
          <dgm:resizeHandles val="exact"/>
        </dgm:presLayoutVars>
      </dgm:prSet>
      <dgm:spPr/>
    </dgm:pt>
    <dgm:pt modelId="{19776457-7F39-40FD-84BE-C1D14F70E24B}" type="pres">
      <dgm:prSet presAssocID="{F07255C1-825A-419E-9C9C-1A74957C9F0D}" presName="linNode" presStyleCnt="0"/>
      <dgm:spPr/>
    </dgm:pt>
    <dgm:pt modelId="{51E411D3-48D5-43D5-9305-0C2C1CB840A5}" type="pres">
      <dgm:prSet presAssocID="{F07255C1-825A-419E-9C9C-1A74957C9F0D}" presName="parentText" presStyleLbl="node1" presStyleIdx="0" presStyleCnt="1" custFlipHor="1" custScaleX="1090">
        <dgm:presLayoutVars>
          <dgm:chMax val="1"/>
          <dgm:bulletEnabled val="1"/>
        </dgm:presLayoutVars>
      </dgm:prSet>
      <dgm:spPr/>
    </dgm:pt>
    <dgm:pt modelId="{0FABC67F-0180-4EA4-BB36-ED8757ACC1F6}" type="pres">
      <dgm:prSet presAssocID="{F07255C1-825A-419E-9C9C-1A74957C9F0D}" presName="descendantText" presStyleLbl="alignAccFollowNode1" presStyleIdx="0" presStyleCnt="1" custScaleX="117790">
        <dgm:presLayoutVars>
          <dgm:bulletEnabled val="1"/>
        </dgm:presLayoutVars>
      </dgm:prSet>
      <dgm:spPr/>
    </dgm:pt>
  </dgm:ptLst>
  <dgm:cxnLst>
    <dgm:cxn modelId="{B123900A-CF77-4B53-AB1A-0D88443E7179}" srcId="{F07255C1-825A-419E-9C9C-1A74957C9F0D}" destId="{9187712F-8E68-41F3-8ADA-726EDB399FB5}" srcOrd="2" destOrd="0" parTransId="{ADB578C9-CA10-4F22-92FF-05BB28D3DAEF}" sibTransId="{7C80615D-E1F2-406C-931F-A1EABCDE5C1C}"/>
    <dgm:cxn modelId="{E9DAB10B-8443-47F1-809D-6037F0B23ADC}" type="presOf" srcId="{1A32693B-B2DE-496F-AA0E-A140F3CC29C3}" destId="{0FABC67F-0180-4EA4-BB36-ED8757ACC1F6}" srcOrd="0" destOrd="1" presId="urn:microsoft.com/office/officeart/2005/8/layout/vList5"/>
    <dgm:cxn modelId="{02F3B122-74EE-415B-A62C-D717A418A9C3}" srcId="{D8B831A6-1174-4CE1-BE8C-75AE58003E31}" destId="{F07255C1-825A-419E-9C9C-1A74957C9F0D}" srcOrd="0" destOrd="0" parTransId="{CEAEDCEB-D4EF-47BE-8B5F-C2AB16D178DB}" sibTransId="{164CB0DF-A94B-4E58-8F79-B3835FDDFC72}"/>
    <dgm:cxn modelId="{B334DE33-F69E-4E8D-9BD7-47F91FEDDFF5}" srcId="{F07255C1-825A-419E-9C9C-1A74957C9F0D}" destId="{4254BBF5-86F3-4D57-94A6-9664A4ECF6FD}" srcOrd="0" destOrd="0" parTransId="{7EB827C0-7A55-4658-B529-1607BB46851E}" sibTransId="{1C47F2C1-5E21-434F-BCA3-DB3FA28320B5}"/>
    <dgm:cxn modelId="{F7A5DD63-3D2A-48E7-AA2E-AC91D899C539}" type="presOf" srcId="{9187712F-8E68-41F3-8ADA-726EDB399FB5}" destId="{0FABC67F-0180-4EA4-BB36-ED8757ACC1F6}" srcOrd="0" destOrd="2" presId="urn:microsoft.com/office/officeart/2005/8/layout/vList5"/>
    <dgm:cxn modelId="{0343F7BD-1BD4-4C02-AA75-554B449D2780}" srcId="{F07255C1-825A-419E-9C9C-1A74957C9F0D}" destId="{1A32693B-B2DE-496F-AA0E-A140F3CC29C3}" srcOrd="1" destOrd="0" parTransId="{8B2D0F2D-5154-4318-980F-89F99EBCD476}" sibTransId="{520018CF-F370-46A8-BFB6-A7BF3CF35E4D}"/>
    <dgm:cxn modelId="{006DFBD7-8AB0-40F2-AF95-4C90FCAEC9FE}" type="presOf" srcId="{F07255C1-825A-419E-9C9C-1A74957C9F0D}" destId="{51E411D3-48D5-43D5-9305-0C2C1CB840A5}" srcOrd="0" destOrd="0" presId="urn:microsoft.com/office/officeart/2005/8/layout/vList5"/>
    <dgm:cxn modelId="{3FB5D5DD-6814-48DF-AE27-B7693E28E027}" type="presOf" srcId="{D8B831A6-1174-4CE1-BE8C-75AE58003E31}" destId="{1913BE1A-0A60-4D33-8B7E-2BB8F798099D}" srcOrd="0" destOrd="0" presId="urn:microsoft.com/office/officeart/2005/8/layout/vList5"/>
    <dgm:cxn modelId="{9F2FFAFD-984F-41C8-B0E0-FB13BB26C221}" type="presOf" srcId="{4254BBF5-86F3-4D57-94A6-9664A4ECF6FD}" destId="{0FABC67F-0180-4EA4-BB36-ED8757ACC1F6}" srcOrd="0" destOrd="0" presId="urn:microsoft.com/office/officeart/2005/8/layout/vList5"/>
    <dgm:cxn modelId="{98C5ED13-274E-44DB-8939-EACA1176532E}" type="presParOf" srcId="{1913BE1A-0A60-4D33-8B7E-2BB8F798099D}" destId="{19776457-7F39-40FD-84BE-C1D14F70E24B}" srcOrd="0" destOrd="0" presId="urn:microsoft.com/office/officeart/2005/8/layout/vList5"/>
    <dgm:cxn modelId="{EAA804B2-E876-4281-9251-CB78DABE6A23}" type="presParOf" srcId="{19776457-7F39-40FD-84BE-C1D14F70E24B}" destId="{51E411D3-48D5-43D5-9305-0C2C1CB840A5}" srcOrd="0" destOrd="0" presId="urn:microsoft.com/office/officeart/2005/8/layout/vList5"/>
    <dgm:cxn modelId="{0CBEF61E-D471-41CF-99DC-0C4CBFA24476}" type="presParOf" srcId="{19776457-7F39-40FD-84BE-C1D14F70E24B}" destId="{0FABC67F-0180-4EA4-BB36-ED8757ACC1F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2FC583-ACD4-4B38-8DE1-1AAE9163E63C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EBEE475-39A6-4964-AE27-AA03C5EFA8A1}">
      <dgm:prSet/>
      <dgm:spPr/>
      <dgm:t>
        <a:bodyPr/>
        <a:lstStyle/>
        <a:p>
          <a:r>
            <a:rPr lang="en-US" dirty="0"/>
            <a:t>The launch( ) method </a:t>
          </a:r>
        </a:p>
      </dgm:t>
    </dgm:pt>
    <dgm:pt modelId="{A06E18B7-029A-473F-92C4-0CD118285856}" type="parTrans" cxnId="{9A39CF21-3BE0-422B-AE1F-7CB5E8B79BD8}">
      <dgm:prSet/>
      <dgm:spPr/>
      <dgm:t>
        <a:bodyPr/>
        <a:lstStyle/>
        <a:p>
          <a:endParaRPr lang="en-US"/>
        </a:p>
      </dgm:t>
    </dgm:pt>
    <dgm:pt modelId="{F06D7057-481C-476D-BC98-CA6EB736C730}" type="sibTrans" cxnId="{9A39CF21-3BE0-422B-AE1F-7CB5E8B79BD8}">
      <dgm:prSet/>
      <dgm:spPr/>
      <dgm:t>
        <a:bodyPr/>
        <a:lstStyle/>
        <a:p>
          <a:endParaRPr lang="en-US"/>
        </a:p>
      </dgm:t>
    </dgm:pt>
    <dgm:pt modelId="{63BF8998-DEB4-4421-A462-87E6A9F57CF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looks for your Main class </a:t>
          </a:r>
        </a:p>
      </dgm:t>
    </dgm:pt>
    <dgm:pt modelId="{C31D0A94-F8D2-4FCB-AF0E-0B6239EFB1F4}" type="parTrans" cxnId="{2784BDF6-9BEA-48BC-9D88-A7561436C3A1}">
      <dgm:prSet/>
      <dgm:spPr/>
      <dgm:t>
        <a:bodyPr/>
        <a:lstStyle/>
        <a:p>
          <a:endParaRPr lang="en-US"/>
        </a:p>
      </dgm:t>
    </dgm:pt>
    <dgm:pt modelId="{E4875608-6B7B-40A5-AC78-0A70A65828DC}" type="sibTrans" cxnId="{2784BDF6-9BEA-48BC-9D88-A7561436C3A1}">
      <dgm:prSet/>
      <dgm:spPr/>
      <dgm:t>
        <a:bodyPr/>
        <a:lstStyle/>
        <a:p>
          <a:endParaRPr lang="en-US"/>
        </a:p>
      </dgm:t>
    </dgm:pt>
    <dgm:pt modelId="{65B8C8AA-7366-47C6-A0AB-860AD0ED986A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ensures that it extends Application</a:t>
          </a:r>
        </a:p>
      </dgm:t>
    </dgm:pt>
    <dgm:pt modelId="{1ABEACBC-79E8-4148-BD85-CD025F523165}" type="parTrans" cxnId="{340871F8-836B-4B05-B81F-EF872BADC112}">
      <dgm:prSet/>
      <dgm:spPr/>
      <dgm:t>
        <a:bodyPr/>
        <a:lstStyle/>
        <a:p>
          <a:endParaRPr lang="en-US"/>
        </a:p>
      </dgm:t>
    </dgm:pt>
    <dgm:pt modelId="{9BBD8204-344B-4492-82D0-DB50D667DFE2}" type="sibTrans" cxnId="{340871F8-836B-4B05-B81F-EF872BADC112}">
      <dgm:prSet/>
      <dgm:spPr/>
      <dgm:t>
        <a:bodyPr/>
        <a:lstStyle/>
        <a:p>
          <a:endParaRPr lang="en-US"/>
        </a:p>
      </dgm:t>
    </dgm:pt>
    <dgm:pt modelId="{3FAF15EE-27D3-4CAD-B504-CDC23E4F2FD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attempts to call the start( ) method, which Main inherits from Application</a:t>
          </a:r>
        </a:p>
      </dgm:t>
    </dgm:pt>
    <dgm:pt modelId="{E8C67912-C3C9-4D6C-8E21-CB8AA7A4F226}" type="parTrans" cxnId="{43353870-76FD-462D-BD9B-4EB6E1278F2B}">
      <dgm:prSet/>
      <dgm:spPr/>
      <dgm:t>
        <a:bodyPr/>
        <a:lstStyle/>
        <a:p>
          <a:endParaRPr lang="en-US"/>
        </a:p>
      </dgm:t>
    </dgm:pt>
    <dgm:pt modelId="{4B17B5D3-8A02-4FD8-8911-523AB58E6980}" type="sibTrans" cxnId="{43353870-76FD-462D-BD9B-4EB6E1278F2B}">
      <dgm:prSet/>
      <dgm:spPr/>
      <dgm:t>
        <a:bodyPr/>
        <a:lstStyle/>
        <a:p>
          <a:endParaRPr lang="en-US"/>
        </a:p>
      </dgm:t>
    </dgm:pt>
    <dgm:pt modelId="{7CC2601A-360A-42FA-A797-E322B12B8474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Main must override the start( ) method to execute any code you want to run.</a:t>
          </a:r>
        </a:p>
      </dgm:t>
    </dgm:pt>
    <dgm:pt modelId="{E34E3F09-94A9-4F1F-87C8-64606C60DDDA}" type="parTrans" cxnId="{60C4E4AD-F15A-4DFF-8F9C-79A67C82FD30}">
      <dgm:prSet/>
      <dgm:spPr/>
      <dgm:t>
        <a:bodyPr/>
        <a:lstStyle/>
        <a:p>
          <a:endParaRPr lang="en-US"/>
        </a:p>
      </dgm:t>
    </dgm:pt>
    <dgm:pt modelId="{A860A6B9-E74F-48A8-B263-35C353E2810F}" type="sibTrans" cxnId="{60C4E4AD-F15A-4DFF-8F9C-79A67C82FD30}">
      <dgm:prSet/>
      <dgm:spPr/>
      <dgm:t>
        <a:bodyPr/>
        <a:lstStyle/>
        <a:p>
          <a:endParaRPr lang="en-US"/>
        </a:p>
      </dgm:t>
    </dgm:pt>
    <dgm:pt modelId="{EA9B3DAF-D245-4F49-9D6A-B1E0ECD26DED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launch( ) method </a:t>
          </a:r>
        </a:p>
      </dgm:t>
    </dgm:pt>
    <dgm:pt modelId="{57B1FA11-FED3-4FC0-9EBB-E5BBBC1ABC0F}" type="parTrans" cxnId="{AE926D5D-D3E9-4EAC-8EE1-9B86364B27FC}">
      <dgm:prSet/>
      <dgm:spPr/>
      <dgm:t>
        <a:bodyPr/>
        <a:lstStyle/>
        <a:p>
          <a:endParaRPr lang="en-US"/>
        </a:p>
      </dgm:t>
    </dgm:pt>
    <dgm:pt modelId="{5BF10AA4-211E-48DA-9F12-B40937FC65FD}" type="sibTrans" cxnId="{AE926D5D-D3E9-4EAC-8EE1-9B86364B27FC}">
      <dgm:prSet/>
      <dgm:spPr/>
      <dgm:t>
        <a:bodyPr/>
        <a:lstStyle/>
        <a:p>
          <a:endParaRPr lang="en-US"/>
        </a:p>
      </dgm:t>
    </dgm:pt>
    <dgm:pt modelId="{3BCCCAD5-A642-418C-B54D-E84C70BE2219}" type="pres">
      <dgm:prSet presAssocID="{D42FC583-ACD4-4B38-8DE1-1AAE9163E63C}" presName="Name0" presStyleCnt="0">
        <dgm:presLayoutVars>
          <dgm:dir/>
          <dgm:animLvl val="lvl"/>
          <dgm:resizeHandles val="exact"/>
        </dgm:presLayoutVars>
      </dgm:prSet>
      <dgm:spPr/>
    </dgm:pt>
    <dgm:pt modelId="{ADEBD096-3D39-47C7-B37E-2A5E22B7005B}" type="pres">
      <dgm:prSet presAssocID="{6EBEE475-39A6-4964-AE27-AA03C5EFA8A1}" presName="linNode" presStyleCnt="0"/>
      <dgm:spPr/>
    </dgm:pt>
    <dgm:pt modelId="{C7C32A41-D592-49D3-A75B-092C000590DD}" type="pres">
      <dgm:prSet presAssocID="{6EBEE475-39A6-4964-AE27-AA03C5EFA8A1}" presName="parentText" presStyleLbl="node1" presStyleIdx="0" presStyleCnt="1" custFlipHor="1" custScaleX="1116">
        <dgm:presLayoutVars>
          <dgm:chMax val="1"/>
          <dgm:bulletEnabled val="1"/>
        </dgm:presLayoutVars>
      </dgm:prSet>
      <dgm:spPr/>
    </dgm:pt>
    <dgm:pt modelId="{366E9976-AF54-4394-ACDD-08949BBED992}" type="pres">
      <dgm:prSet presAssocID="{6EBEE475-39A6-4964-AE27-AA03C5EFA8A1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9A39CF21-3BE0-422B-AE1F-7CB5E8B79BD8}" srcId="{D42FC583-ACD4-4B38-8DE1-1AAE9163E63C}" destId="{6EBEE475-39A6-4964-AE27-AA03C5EFA8A1}" srcOrd="0" destOrd="0" parTransId="{A06E18B7-029A-473F-92C4-0CD118285856}" sibTransId="{F06D7057-481C-476D-BC98-CA6EB736C730}"/>
    <dgm:cxn modelId="{613D7025-B587-42DD-B2F6-1D4E97AD0793}" type="presOf" srcId="{3FAF15EE-27D3-4CAD-B504-CDC23E4F2FD2}" destId="{366E9976-AF54-4394-ACDD-08949BBED992}" srcOrd="0" destOrd="3" presId="urn:microsoft.com/office/officeart/2005/8/layout/vList5"/>
    <dgm:cxn modelId="{37311436-C2DF-43D1-861F-DF8B555DB853}" type="presOf" srcId="{6EBEE475-39A6-4964-AE27-AA03C5EFA8A1}" destId="{C7C32A41-D592-49D3-A75B-092C000590DD}" srcOrd="0" destOrd="0" presId="urn:microsoft.com/office/officeart/2005/8/layout/vList5"/>
    <dgm:cxn modelId="{AE926D5D-D3E9-4EAC-8EE1-9B86364B27FC}" srcId="{6EBEE475-39A6-4964-AE27-AA03C5EFA8A1}" destId="{EA9B3DAF-D245-4F49-9D6A-B1E0ECD26DED}" srcOrd="0" destOrd="0" parTransId="{57B1FA11-FED3-4FC0-9EBB-E5BBBC1ABC0F}" sibTransId="{5BF10AA4-211E-48DA-9F12-B40937FC65FD}"/>
    <dgm:cxn modelId="{43353870-76FD-462D-BD9B-4EB6E1278F2B}" srcId="{6EBEE475-39A6-4964-AE27-AA03C5EFA8A1}" destId="{3FAF15EE-27D3-4CAD-B504-CDC23E4F2FD2}" srcOrd="3" destOrd="0" parTransId="{E8C67912-C3C9-4D6C-8E21-CB8AA7A4F226}" sibTransId="{4B17B5D3-8A02-4FD8-8911-523AB58E6980}"/>
    <dgm:cxn modelId="{95A50952-4785-4364-9B5C-580086B5F0C7}" type="presOf" srcId="{65B8C8AA-7366-47C6-A0AB-860AD0ED986A}" destId="{366E9976-AF54-4394-ACDD-08949BBED992}" srcOrd="0" destOrd="2" presId="urn:microsoft.com/office/officeart/2005/8/layout/vList5"/>
    <dgm:cxn modelId="{0C5EBAAC-88DC-4392-8CB4-7E8B1CDE1556}" type="presOf" srcId="{63BF8998-DEB4-4421-A462-87E6A9F57CF2}" destId="{366E9976-AF54-4394-ACDD-08949BBED992}" srcOrd="0" destOrd="1" presId="urn:microsoft.com/office/officeart/2005/8/layout/vList5"/>
    <dgm:cxn modelId="{60C4E4AD-F15A-4DFF-8F9C-79A67C82FD30}" srcId="{6EBEE475-39A6-4964-AE27-AA03C5EFA8A1}" destId="{7CC2601A-360A-42FA-A797-E322B12B8474}" srcOrd="4" destOrd="0" parTransId="{E34E3F09-94A9-4F1F-87C8-64606C60DDDA}" sibTransId="{A860A6B9-E74F-48A8-B263-35C353E2810F}"/>
    <dgm:cxn modelId="{88E60AB5-C943-453D-B81C-F758109B816C}" type="presOf" srcId="{7CC2601A-360A-42FA-A797-E322B12B8474}" destId="{366E9976-AF54-4394-ACDD-08949BBED992}" srcOrd="0" destOrd="4" presId="urn:microsoft.com/office/officeart/2005/8/layout/vList5"/>
    <dgm:cxn modelId="{BC54C2BA-9668-4905-A816-4970F9EC041E}" type="presOf" srcId="{D42FC583-ACD4-4B38-8DE1-1AAE9163E63C}" destId="{3BCCCAD5-A642-418C-B54D-E84C70BE2219}" srcOrd="0" destOrd="0" presId="urn:microsoft.com/office/officeart/2005/8/layout/vList5"/>
    <dgm:cxn modelId="{2784BDF6-9BEA-48BC-9D88-A7561436C3A1}" srcId="{6EBEE475-39A6-4964-AE27-AA03C5EFA8A1}" destId="{63BF8998-DEB4-4421-A462-87E6A9F57CF2}" srcOrd="1" destOrd="0" parTransId="{C31D0A94-F8D2-4FCB-AF0E-0B6239EFB1F4}" sibTransId="{E4875608-6B7B-40A5-AC78-0A70A65828DC}"/>
    <dgm:cxn modelId="{340871F8-836B-4B05-B81F-EF872BADC112}" srcId="{6EBEE475-39A6-4964-AE27-AA03C5EFA8A1}" destId="{65B8C8AA-7366-47C6-A0AB-860AD0ED986A}" srcOrd="2" destOrd="0" parTransId="{1ABEACBC-79E8-4148-BD85-CD025F523165}" sibTransId="{9BBD8204-344B-4492-82D0-DB50D667DFE2}"/>
    <dgm:cxn modelId="{3F747FF8-FA9B-466F-82A3-35B9B1C89E69}" type="presOf" srcId="{EA9B3DAF-D245-4F49-9D6A-B1E0ECD26DED}" destId="{366E9976-AF54-4394-ACDD-08949BBED992}" srcOrd="0" destOrd="0" presId="urn:microsoft.com/office/officeart/2005/8/layout/vList5"/>
    <dgm:cxn modelId="{419C9217-D216-4F14-A004-87CD973BD3C5}" type="presParOf" srcId="{3BCCCAD5-A642-418C-B54D-E84C70BE2219}" destId="{ADEBD096-3D39-47C7-B37E-2A5E22B7005B}" srcOrd="0" destOrd="0" presId="urn:microsoft.com/office/officeart/2005/8/layout/vList5"/>
    <dgm:cxn modelId="{6AD4AA95-662F-406C-ADD3-BD65B1BABAE2}" type="presParOf" srcId="{ADEBD096-3D39-47C7-B37E-2A5E22B7005B}" destId="{C7C32A41-D592-49D3-A75B-092C000590DD}" srcOrd="0" destOrd="0" presId="urn:microsoft.com/office/officeart/2005/8/layout/vList5"/>
    <dgm:cxn modelId="{7C5371F3-80A3-4285-B3B7-4541EE788EDB}" type="presParOf" srcId="{ADEBD096-3D39-47C7-B37E-2A5E22B7005B}" destId="{366E9976-AF54-4394-ACDD-08949BBED9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5D7F52-1A01-4D0B-BCC1-4866592AC1CC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F69FEF0-C27A-4510-B155-45B3F2A76C2B}">
      <dgm:prSet/>
      <dgm:spPr/>
      <dgm:t>
        <a:bodyPr/>
        <a:lstStyle/>
        <a:p>
          <a:r>
            <a:rPr lang="en-US" dirty="0"/>
            <a:t>In JavaFX, all the world’s a stage!</a:t>
          </a:r>
        </a:p>
      </dgm:t>
    </dgm:pt>
    <dgm:pt modelId="{D6B07460-1CF1-45AA-9F60-CDFA105F93AE}" type="parTrans" cxnId="{E80B5D3E-44E9-417B-AA7D-D51D9D41E880}">
      <dgm:prSet/>
      <dgm:spPr/>
      <dgm:t>
        <a:bodyPr/>
        <a:lstStyle/>
        <a:p>
          <a:endParaRPr lang="en-US"/>
        </a:p>
      </dgm:t>
    </dgm:pt>
    <dgm:pt modelId="{03F3974B-CDDA-4AA0-AFE1-F35E15A7E54B}" type="sibTrans" cxnId="{E80B5D3E-44E9-417B-AA7D-D51D9D41E880}">
      <dgm:prSet/>
      <dgm:spPr/>
      <dgm:t>
        <a:bodyPr/>
        <a:lstStyle/>
        <a:p>
          <a:endParaRPr lang="en-US"/>
        </a:p>
      </dgm:t>
    </dgm:pt>
    <dgm:pt modelId="{FBDDF763-391A-4C90-B0EE-A33A9C3E98CF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All JavaFX applications are built on a Stage.  </a:t>
          </a:r>
        </a:p>
      </dgm:t>
    </dgm:pt>
    <dgm:pt modelId="{EC565FB4-7F06-4BF4-AFE7-F8BF1A742113}" type="parTrans" cxnId="{904B69C7-9864-4F70-8E96-A324D5FDDEB2}">
      <dgm:prSet/>
      <dgm:spPr/>
      <dgm:t>
        <a:bodyPr/>
        <a:lstStyle/>
        <a:p>
          <a:endParaRPr lang="en-US"/>
        </a:p>
      </dgm:t>
    </dgm:pt>
    <dgm:pt modelId="{4DD728B3-70BB-4DF7-ACB7-E7363D3D169E}" type="sibTrans" cxnId="{904B69C7-9864-4F70-8E96-A324D5FDDEB2}">
      <dgm:prSet/>
      <dgm:spPr/>
      <dgm:t>
        <a:bodyPr/>
        <a:lstStyle/>
        <a:p>
          <a:endParaRPr lang="en-US"/>
        </a:p>
      </dgm:t>
    </dgm:pt>
    <dgm:pt modelId="{18C883EE-11B4-4AC5-9A3B-DDF8B13E23A4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It is the foundation for the rest of the application’s objects.</a:t>
          </a:r>
        </a:p>
      </dgm:t>
    </dgm:pt>
    <dgm:pt modelId="{5F70DD6C-00AD-4AA8-B5BC-26F5E819D3F7}" type="parTrans" cxnId="{CAAFDDAA-2D4E-4A25-AD14-002B8C73A9F3}">
      <dgm:prSet/>
      <dgm:spPr/>
      <dgm:t>
        <a:bodyPr/>
        <a:lstStyle/>
        <a:p>
          <a:endParaRPr lang="en-US"/>
        </a:p>
      </dgm:t>
    </dgm:pt>
    <dgm:pt modelId="{57F30365-DAED-489D-AAE7-5E5822C6C1CF}" type="sibTrans" cxnId="{CAAFDDAA-2D4E-4A25-AD14-002B8C73A9F3}">
      <dgm:prSet/>
      <dgm:spPr/>
      <dgm:t>
        <a:bodyPr/>
        <a:lstStyle/>
        <a:p>
          <a:endParaRPr lang="en-US"/>
        </a:p>
      </dgm:t>
    </dgm:pt>
    <dgm:pt modelId="{4EB2AFF7-0F9A-443E-9C3B-0D3C6784D4D0}" type="pres">
      <dgm:prSet presAssocID="{875D7F52-1A01-4D0B-BCC1-4866592AC1CC}" presName="Name0" presStyleCnt="0">
        <dgm:presLayoutVars>
          <dgm:dir/>
          <dgm:animLvl val="lvl"/>
          <dgm:resizeHandles val="exact"/>
        </dgm:presLayoutVars>
      </dgm:prSet>
      <dgm:spPr/>
    </dgm:pt>
    <dgm:pt modelId="{1F5A2BB1-F4E9-4979-A6ED-9507CB8F632B}" type="pres">
      <dgm:prSet presAssocID="{6F69FEF0-C27A-4510-B155-45B3F2A76C2B}" presName="linNode" presStyleCnt="0"/>
      <dgm:spPr/>
    </dgm:pt>
    <dgm:pt modelId="{A498B0A2-626B-4631-BCB1-4E1367162B75}" type="pres">
      <dgm:prSet presAssocID="{6F69FEF0-C27A-4510-B155-45B3F2A76C2B}" presName="parentText" presStyleLbl="node1" presStyleIdx="0" presStyleCnt="1" custScaleX="1155">
        <dgm:presLayoutVars>
          <dgm:chMax val="1"/>
          <dgm:bulletEnabled val="1"/>
        </dgm:presLayoutVars>
      </dgm:prSet>
      <dgm:spPr/>
    </dgm:pt>
    <dgm:pt modelId="{9CD7BEBA-D97E-4D51-8AEB-CDFF6E06BA71}" type="pres">
      <dgm:prSet presAssocID="{6F69FEF0-C27A-4510-B155-45B3F2A76C2B}" presName="descendantText" presStyleLbl="alignAccFollowNode1" presStyleIdx="0" presStyleCnt="1" custLinFactNeighborX="2678" custLinFactNeighborY="250">
        <dgm:presLayoutVars>
          <dgm:bulletEnabled val="1"/>
        </dgm:presLayoutVars>
      </dgm:prSet>
      <dgm:spPr/>
    </dgm:pt>
  </dgm:ptLst>
  <dgm:cxnLst>
    <dgm:cxn modelId="{EEBC1D06-25C4-416A-97AC-363B8667AC55}" type="presOf" srcId="{875D7F52-1A01-4D0B-BCC1-4866592AC1CC}" destId="{4EB2AFF7-0F9A-443E-9C3B-0D3C6784D4D0}" srcOrd="0" destOrd="0" presId="urn:microsoft.com/office/officeart/2005/8/layout/vList5"/>
    <dgm:cxn modelId="{E80B5D3E-44E9-417B-AA7D-D51D9D41E880}" srcId="{875D7F52-1A01-4D0B-BCC1-4866592AC1CC}" destId="{6F69FEF0-C27A-4510-B155-45B3F2A76C2B}" srcOrd="0" destOrd="0" parTransId="{D6B07460-1CF1-45AA-9F60-CDFA105F93AE}" sibTransId="{03F3974B-CDDA-4AA0-AFE1-F35E15A7E54B}"/>
    <dgm:cxn modelId="{357A2966-6ADA-4E8A-99B4-D45B6800A0E1}" type="presOf" srcId="{18C883EE-11B4-4AC5-9A3B-DDF8B13E23A4}" destId="{9CD7BEBA-D97E-4D51-8AEB-CDFF6E06BA71}" srcOrd="0" destOrd="1" presId="urn:microsoft.com/office/officeart/2005/8/layout/vList5"/>
    <dgm:cxn modelId="{7E4BB573-D351-4DCE-8F65-3F108E7E7399}" type="presOf" srcId="{6F69FEF0-C27A-4510-B155-45B3F2A76C2B}" destId="{A498B0A2-626B-4631-BCB1-4E1367162B75}" srcOrd="0" destOrd="0" presId="urn:microsoft.com/office/officeart/2005/8/layout/vList5"/>
    <dgm:cxn modelId="{55EEB559-265E-4F48-92DA-D82FABB953FD}" type="presOf" srcId="{FBDDF763-391A-4C90-B0EE-A33A9C3E98CF}" destId="{9CD7BEBA-D97E-4D51-8AEB-CDFF6E06BA71}" srcOrd="0" destOrd="0" presId="urn:microsoft.com/office/officeart/2005/8/layout/vList5"/>
    <dgm:cxn modelId="{CAAFDDAA-2D4E-4A25-AD14-002B8C73A9F3}" srcId="{6F69FEF0-C27A-4510-B155-45B3F2A76C2B}" destId="{18C883EE-11B4-4AC5-9A3B-DDF8B13E23A4}" srcOrd="1" destOrd="0" parTransId="{5F70DD6C-00AD-4AA8-B5BC-26F5E819D3F7}" sibTransId="{57F30365-DAED-489D-AAE7-5E5822C6C1CF}"/>
    <dgm:cxn modelId="{904B69C7-9864-4F70-8E96-A324D5FDDEB2}" srcId="{6F69FEF0-C27A-4510-B155-45B3F2A76C2B}" destId="{FBDDF763-391A-4C90-B0EE-A33A9C3E98CF}" srcOrd="0" destOrd="0" parTransId="{EC565FB4-7F06-4BF4-AFE7-F8BF1A742113}" sibTransId="{4DD728B3-70BB-4DF7-ACB7-E7363D3D169E}"/>
    <dgm:cxn modelId="{F7F8A99B-56F7-457E-9A69-C5E349EEBAD5}" type="presParOf" srcId="{4EB2AFF7-0F9A-443E-9C3B-0D3C6784D4D0}" destId="{1F5A2BB1-F4E9-4979-A6ED-9507CB8F632B}" srcOrd="0" destOrd="0" presId="urn:microsoft.com/office/officeart/2005/8/layout/vList5"/>
    <dgm:cxn modelId="{2736AE36-99B5-4CD4-83AA-012F0D1A0038}" type="presParOf" srcId="{1F5A2BB1-F4E9-4979-A6ED-9507CB8F632B}" destId="{A498B0A2-626B-4631-BCB1-4E1367162B75}" srcOrd="0" destOrd="0" presId="urn:microsoft.com/office/officeart/2005/8/layout/vList5"/>
    <dgm:cxn modelId="{E86CBEC6-13DB-44FE-91C4-B4CFF8E53E34}" type="presParOf" srcId="{1F5A2BB1-F4E9-4979-A6ED-9507CB8F632B}" destId="{9CD7BEBA-D97E-4D51-8AEB-CDFF6E06BA7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410D8D-0DE2-4540-88B3-42295E339B60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956C8D9-82D5-47D7-9B0C-7EDF14F1A1EC}">
      <dgm:prSet/>
      <dgm:spPr/>
      <dgm:t>
        <a:bodyPr/>
        <a:lstStyle/>
        <a:p>
          <a:r>
            <a:rPr lang="en-US" dirty="0"/>
            <a:t>The start(Stage </a:t>
          </a:r>
          <a:r>
            <a:rPr lang="en-US" dirty="0" err="1"/>
            <a:t>stage</a:t>
          </a:r>
          <a:r>
            <a:rPr lang="en-US" dirty="0"/>
            <a:t> ) method</a:t>
          </a:r>
        </a:p>
      </dgm:t>
    </dgm:pt>
    <dgm:pt modelId="{95D0AC96-58B7-42B6-B9C0-E49FA535E16A}" type="parTrans" cxnId="{DDDB691E-07AA-4AD6-82C8-230D321DB869}">
      <dgm:prSet/>
      <dgm:spPr/>
      <dgm:t>
        <a:bodyPr/>
        <a:lstStyle/>
        <a:p>
          <a:endParaRPr lang="en-US"/>
        </a:p>
      </dgm:t>
    </dgm:pt>
    <dgm:pt modelId="{CC82F222-CBCF-4D80-AA82-C1D8EA354E9F}" type="sibTrans" cxnId="{DDDB691E-07AA-4AD6-82C8-230D321DB869}">
      <dgm:prSet/>
      <dgm:spPr/>
      <dgm:t>
        <a:bodyPr/>
        <a:lstStyle/>
        <a:p>
          <a:endParaRPr lang="en-US"/>
        </a:p>
      </dgm:t>
    </dgm:pt>
    <dgm:pt modelId="{70736A6D-6350-48D2-A783-81075826809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file hello-</a:t>
          </a:r>
          <a:r>
            <a:rPr lang="en-US" dirty="0" err="1"/>
            <a:t>view.fxml</a:t>
          </a:r>
          <a:r>
            <a:rPr lang="en-US" dirty="0"/>
            <a:t> is loaded</a:t>
          </a:r>
        </a:p>
      </dgm:t>
    </dgm:pt>
    <dgm:pt modelId="{829E4272-8157-474D-8651-77CFB3E76435}" type="parTrans" cxnId="{680D91BC-88B1-443C-9D79-E42AC34E4E80}">
      <dgm:prSet/>
      <dgm:spPr/>
      <dgm:t>
        <a:bodyPr/>
        <a:lstStyle/>
        <a:p>
          <a:endParaRPr lang="en-US"/>
        </a:p>
      </dgm:t>
    </dgm:pt>
    <dgm:pt modelId="{18799008-FA58-40D7-8E83-799E0E324A4E}" type="sibTrans" cxnId="{680D91BC-88B1-443C-9D79-E42AC34E4E80}">
      <dgm:prSet/>
      <dgm:spPr/>
      <dgm:t>
        <a:bodyPr/>
        <a:lstStyle/>
        <a:p>
          <a:endParaRPr lang="en-US"/>
        </a:p>
      </dgm:t>
    </dgm:pt>
    <dgm:pt modelId="{4E1C6A72-844B-48E6-B074-5799111D71D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scene is set on the stage.</a:t>
          </a:r>
        </a:p>
      </dgm:t>
    </dgm:pt>
    <dgm:pt modelId="{77DE9F74-70A9-44D2-ACF2-6B4D91D87740}" type="parTrans" cxnId="{9BD11D5F-9F92-4DBE-879A-B15891E384EC}">
      <dgm:prSet/>
      <dgm:spPr/>
      <dgm:t>
        <a:bodyPr/>
        <a:lstStyle/>
        <a:p>
          <a:endParaRPr lang="en-US"/>
        </a:p>
      </dgm:t>
    </dgm:pt>
    <dgm:pt modelId="{852ADFFC-9D52-4E19-8BE7-401E98972508}" type="sibTrans" cxnId="{9BD11D5F-9F92-4DBE-879A-B15891E384EC}">
      <dgm:prSet/>
      <dgm:spPr/>
      <dgm:t>
        <a:bodyPr/>
        <a:lstStyle/>
        <a:p>
          <a:endParaRPr lang="en-US"/>
        </a:p>
      </dgm:t>
    </dgm:pt>
    <dgm:pt modelId="{18D854F2-C0BB-44FE-A257-566A16E5858D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stage is shown to the world.</a:t>
          </a:r>
        </a:p>
      </dgm:t>
    </dgm:pt>
    <dgm:pt modelId="{5148D73A-7A37-4C56-9C3F-216A5418F4E1}" type="parTrans" cxnId="{197208C4-5D68-4690-B5E2-BA9BE42E127B}">
      <dgm:prSet/>
      <dgm:spPr/>
      <dgm:t>
        <a:bodyPr/>
        <a:lstStyle/>
        <a:p>
          <a:endParaRPr lang="en-US"/>
        </a:p>
      </dgm:t>
    </dgm:pt>
    <dgm:pt modelId="{B7648BFC-5153-4BF1-B97F-FCD732563842}" type="sibTrans" cxnId="{197208C4-5D68-4690-B5E2-BA9BE42E127B}">
      <dgm:prSet/>
      <dgm:spPr/>
      <dgm:t>
        <a:bodyPr/>
        <a:lstStyle/>
        <a:p>
          <a:endParaRPr lang="en-US"/>
        </a:p>
      </dgm:t>
    </dgm:pt>
    <dgm:pt modelId="{366D32C9-8C9F-46F2-BC4E-1BB4350A92E7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stage is a window that can display scenes that contain nodes.</a:t>
          </a:r>
        </a:p>
      </dgm:t>
    </dgm:pt>
    <dgm:pt modelId="{4562384A-58F6-47F5-9317-B39F25376B9A}" type="parTrans" cxnId="{B22BC093-5B8A-4AD9-87F3-908DB89B9BEE}">
      <dgm:prSet/>
      <dgm:spPr/>
      <dgm:t>
        <a:bodyPr/>
        <a:lstStyle/>
        <a:p>
          <a:endParaRPr lang="en-US"/>
        </a:p>
      </dgm:t>
    </dgm:pt>
    <dgm:pt modelId="{A59D07CA-3DA8-40D0-8CA8-817F6C389E9B}" type="sibTrans" cxnId="{B22BC093-5B8A-4AD9-87F3-908DB89B9BEE}">
      <dgm:prSet/>
      <dgm:spPr/>
      <dgm:t>
        <a:bodyPr/>
        <a:lstStyle/>
        <a:p>
          <a:endParaRPr lang="en-US"/>
        </a:p>
      </dgm:t>
    </dgm:pt>
    <dgm:pt modelId="{7E4670BF-90AA-42FE-B392-1132AEA6CBC5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Stage forms the Window’s outer frame and provides standard Windows features.</a:t>
          </a:r>
        </a:p>
      </dgm:t>
    </dgm:pt>
    <dgm:pt modelId="{99DB8D24-182B-41BF-B2A0-121D12DA2BB5}" type="parTrans" cxnId="{0C8D11B9-A206-488D-B825-FCB7F72D9926}">
      <dgm:prSet/>
      <dgm:spPr/>
      <dgm:t>
        <a:bodyPr/>
        <a:lstStyle/>
        <a:p>
          <a:endParaRPr lang="en-US"/>
        </a:p>
      </dgm:t>
    </dgm:pt>
    <dgm:pt modelId="{04986E1A-D766-4A49-B7F4-9EF735AC243B}" type="sibTrans" cxnId="{0C8D11B9-A206-488D-B825-FCB7F72D9926}">
      <dgm:prSet/>
      <dgm:spPr/>
      <dgm:t>
        <a:bodyPr/>
        <a:lstStyle/>
        <a:p>
          <a:endParaRPr lang="en-US"/>
        </a:p>
      </dgm:t>
    </dgm:pt>
    <dgm:pt modelId="{68AC91ED-1FD7-4216-9C1F-FC91166781E8}" type="pres">
      <dgm:prSet presAssocID="{27410D8D-0DE2-4540-88B3-42295E339B60}" presName="Name0" presStyleCnt="0">
        <dgm:presLayoutVars>
          <dgm:dir/>
          <dgm:animLvl val="lvl"/>
          <dgm:resizeHandles val="exact"/>
        </dgm:presLayoutVars>
      </dgm:prSet>
      <dgm:spPr/>
    </dgm:pt>
    <dgm:pt modelId="{E6010BA3-BE14-4080-BC06-B70EE6A21F01}" type="pres">
      <dgm:prSet presAssocID="{1956C8D9-82D5-47D7-9B0C-7EDF14F1A1EC}" presName="linNode" presStyleCnt="0"/>
      <dgm:spPr/>
    </dgm:pt>
    <dgm:pt modelId="{C9A794D8-AD3A-4624-8D5A-519C8EA87CFA}" type="pres">
      <dgm:prSet presAssocID="{1956C8D9-82D5-47D7-9B0C-7EDF14F1A1EC}" presName="parentText" presStyleLbl="node1" presStyleIdx="0" presStyleCnt="1" custScaleX="1208">
        <dgm:presLayoutVars>
          <dgm:chMax val="1"/>
          <dgm:bulletEnabled val="1"/>
        </dgm:presLayoutVars>
      </dgm:prSet>
      <dgm:spPr/>
    </dgm:pt>
    <dgm:pt modelId="{C565A6CB-E795-47DD-8120-C04B7265D40E}" type="pres">
      <dgm:prSet presAssocID="{1956C8D9-82D5-47D7-9B0C-7EDF14F1A1EC}" presName="descendantText" presStyleLbl="alignAccFollowNode1" presStyleIdx="0" presStyleCnt="1" custScaleY="117571">
        <dgm:presLayoutVars>
          <dgm:bulletEnabled val="1"/>
        </dgm:presLayoutVars>
      </dgm:prSet>
      <dgm:spPr/>
    </dgm:pt>
  </dgm:ptLst>
  <dgm:cxnLst>
    <dgm:cxn modelId="{285F5913-41D5-4E46-A452-18F932F66211}" type="presOf" srcId="{7E4670BF-90AA-42FE-B392-1132AEA6CBC5}" destId="{C565A6CB-E795-47DD-8120-C04B7265D40E}" srcOrd="0" destOrd="4" presId="urn:microsoft.com/office/officeart/2005/8/layout/vList5"/>
    <dgm:cxn modelId="{DDDB691E-07AA-4AD6-82C8-230D321DB869}" srcId="{27410D8D-0DE2-4540-88B3-42295E339B60}" destId="{1956C8D9-82D5-47D7-9B0C-7EDF14F1A1EC}" srcOrd="0" destOrd="0" parTransId="{95D0AC96-58B7-42B6-B9C0-E49FA535E16A}" sibTransId="{CC82F222-CBCF-4D80-AA82-C1D8EA354E9F}"/>
    <dgm:cxn modelId="{9BD11D5F-9F92-4DBE-879A-B15891E384EC}" srcId="{1956C8D9-82D5-47D7-9B0C-7EDF14F1A1EC}" destId="{4E1C6A72-844B-48E6-B074-5799111D71D0}" srcOrd="1" destOrd="0" parTransId="{77DE9F74-70A9-44D2-ACF2-6B4D91D87740}" sibTransId="{852ADFFC-9D52-4E19-8BE7-401E98972508}"/>
    <dgm:cxn modelId="{D8DBE74C-9992-4AB5-A90D-733DE1B3017D}" type="presOf" srcId="{366D32C9-8C9F-46F2-BC4E-1BB4350A92E7}" destId="{C565A6CB-E795-47DD-8120-C04B7265D40E}" srcOrd="0" destOrd="3" presId="urn:microsoft.com/office/officeart/2005/8/layout/vList5"/>
    <dgm:cxn modelId="{C3281D5A-D234-4186-A09C-837D766EB53F}" type="presOf" srcId="{1956C8D9-82D5-47D7-9B0C-7EDF14F1A1EC}" destId="{C9A794D8-AD3A-4624-8D5A-519C8EA87CFA}" srcOrd="0" destOrd="0" presId="urn:microsoft.com/office/officeart/2005/8/layout/vList5"/>
    <dgm:cxn modelId="{C4F95A8D-50AF-442D-BB45-7E417EB5AF71}" type="presOf" srcId="{18D854F2-C0BB-44FE-A257-566A16E5858D}" destId="{C565A6CB-E795-47DD-8120-C04B7265D40E}" srcOrd="0" destOrd="2" presId="urn:microsoft.com/office/officeart/2005/8/layout/vList5"/>
    <dgm:cxn modelId="{B22BC093-5B8A-4AD9-87F3-908DB89B9BEE}" srcId="{1956C8D9-82D5-47D7-9B0C-7EDF14F1A1EC}" destId="{366D32C9-8C9F-46F2-BC4E-1BB4350A92E7}" srcOrd="3" destOrd="0" parTransId="{4562384A-58F6-47F5-9317-B39F25376B9A}" sibTransId="{A59D07CA-3DA8-40D0-8CA8-817F6C389E9B}"/>
    <dgm:cxn modelId="{6521E899-4474-43F6-9325-73B755E1ED79}" type="presOf" srcId="{4E1C6A72-844B-48E6-B074-5799111D71D0}" destId="{C565A6CB-E795-47DD-8120-C04B7265D40E}" srcOrd="0" destOrd="1" presId="urn:microsoft.com/office/officeart/2005/8/layout/vList5"/>
    <dgm:cxn modelId="{D7237FA1-2BF8-42AC-94A6-955045C1988E}" type="presOf" srcId="{70736A6D-6350-48D2-A783-810758268091}" destId="{C565A6CB-E795-47DD-8120-C04B7265D40E}" srcOrd="0" destOrd="0" presId="urn:microsoft.com/office/officeart/2005/8/layout/vList5"/>
    <dgm:cxn modelId="{4C3B76AE-8572-4A21-AE07-A7F16270B742}" type="presOf" srcId="{27410D8D-0DE2-4540-88B3-42295E339B60}" destId="{68AC91ED-1FD7-4216-9C1F-FC91166781E8}" srcOrd="0" destOrd="0" presId="urn:microsoft.com/office/officeart/2005/8/layout/vList5"/>
    <dgm:cxn modelId="{0C8D11B9-A206-488D-B825-FCB7F72D9926}" srcId="{1956C8D9-82D5-47D7-9B0C-7EDF14F1A1EC}" destId="{7E4670BF-90AA-42FE-B392-1132AEA6CBC5}" srcOrd="4" destOrd="0" parTransId="{99DB8D24-182B-41BF-B2A0-121D12DA2BB5}" sibTransId="{04986E1A-D766-4A49-B7F4-9EF735AC243B}"/>
    <dgm:cxn modelId="{680D91BC-88B1-443C-9D79-E42AC34E4E80}" srcId="{1956C8D9-82D5-47D7-9B0C-7EDF14F1A1EC}" destId="{70736A6D-6350-48D2-A783-810758268091}" srcOrd="0" destOrd="0" parTransId="{829E4272-8157-474D-8651-77CFB3E76435}" sibTransId="{18799008-FA58-40D7-8E83-799E0E324A4E}"/>
    <dgm:cxn modelId="{197208C4-5D68-4690-B5E2-BA9BE42E127B}" srcId="{1956C8D9-82D5-47D7-9B0C-7EDF14F1A1EC}" destId="{18D854F2-C0BB-44FE-A257-566A16E5858D}" srcOrd="2" destOrd="0" parTransId="{5148D73A-7A37-4C56-9C3F-216A5418F4E1}" sibTransId="{B7648BFC-5153-4BF1-B97F-FCD732563842}"/>
    <dgm:cxn modelId="{1FF3353D-70A8-433B-9326-42195CC17B7A}" type="presParOf" srcId="{68AC91ED-1FD7-4216-9C1F-FC91166781E8}" destId="{E6010BA3-BE14-4080-BC06-B70EE6A21F01}" srcOrd="0" destOrd="0" presId="urn:microsoft.com/office/officeart/2005/8/layout/vList5"/>
    <dgm:cxn modelId="{56893849-F658-4D10-BB13-DB8876842288}" type="presParOf" srcId="{E6010BA3-BE14-4080-BC06-B70EE6A21F01}" destId="{C9A794D8-AD3A-4624-8D5A-519C8EA87CFA}" srcOrd="0" destOrd="0" presId="urn:microsoft.com/office/officeart/2005/8/layout/vList5"/>
    <dgm:cxn modelId="{A7CE8522-7B2F-4009-81F4-29E5A5B290CD}" type="presParOf" srcId="{E6010BA3-BE14-4080-BC06-B70EE6A21F01}" destId="{C565A6CB-E795-47DD-8120-C04B7265D40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2ED5D7-6521-4CB1-AAFE-FEF6C4D684F1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A7E7B75D-66D3-429D-A668-E5FA36067A8E}">
      <dgm:prSet/>
      <dgm:spPr/>
      <dgm:t>
        <a:bodyPr/>
        <a:lstStyle/>
        <a:p>
          <a:r>
            <a:rPr lang="en-US" dirty="0"/>
            <a:t>The Scene Class</a:t>
          </a:r>
        </a:p>
      </dgm:t>
    </dgm:pt>
    <dgm:pt modelId="{099C40F2-F5E9-46F8-8577-A27C2F287612}" type="parTrans" cxnId="{84F24540-55AA-41AE-9DEF-C741937F3D33}">
      <dgm:prSet/>
      <dgm:spPr/>
      <dgm:t>
        <a:bodyPr/>
        <a:lstStyle/>
        <a:p>
          <a:endParaRPr lang="en-US"/>
        </a:p>
      </dgm:t>
    </dgm:pt>
    <dgm:pt modelId="{A835B98E-9CEA-4865-986D-2C616168A359}" type="sibTrans" cxnId="{84F24540-55AA-41AE-9DEF-C741937F3D33}">
      <dgm:prSet/>
      <dgm:spPr/>
      <dgm:t>
        <a:bodyPr/>
        <a:lstStyle/>
        <a:p>
          <a:endParaRPr lang="en-US"/>
        </a:p>
      </dgm:t>
    </dgm:pt>
    <dgm:pt modelId="{32C790D7-1248-415A-87A9-F569B4F5DB97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Scene class holds a container for organizing multiple  components that are displayed on the Stage.</a:t>
          </a:r>
        </a:p>
      </dgm:t>
    </dgm:pt>
    <dgm:pt modelId="{E9B41E6B-694E-454D-8C54-C217122FECB5}" type="parTrans" cxnId="{AB09748F-6384-41D8-A9C8-83285DECE540}">
      <dgm:prSet/>
      <dgm:spPr/>
      <dgm:t>
        <a:bodyPr/>
        <a:lstStyle/>
        <a:p>
          <a:endParaRPr lang="en-US"/>
        </a:p>
      </dgm:t>
    </dgm:pt>
    <dgm:pt modelId="{F82883DD-7EB6-405D-B89F-EF312DFCE0DF}" type="sibTrans" cxnId="{AB09748F-6384-41D8-A9C8-83285DECE540}">
      <dgm:prSet/>
      <dgm:spPr/>
      <dgm:t>
        <a:bodyPr/>
        <a:lstStyle/>
        <a:p>
          <a:endParaRPr lang="en-US"/>
        </a:p>
      </dgm:t>
    </dgm:pt>
    <dgm:pt modelId="{8806723D-FDC7-4E3F-A79D-9D79B8055C43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Scene is a compositional tree, also called a scene graph.</a:t>
          </a:r>
        </a:p>
      </dgm:t>
    </dgm:pt>
    <dgm:pt modelId="{FE0FFCCD-3AAD-477B-852A-AA96248031EC}" type="parTrans" cxnId="{4B4C2C0F-2DDB-4205-A4C9-C8CF530A8535}">
      <dgm:prSet/>
      <dgm:spPr/>
      <dgm:t>
        <a:bodyPr/>
        <a:lstStyle/>
        <a:p>
          <a:endParaRPr lang="en-US"/>
        </a:p>
      </dgm:t>
    </dgm:pt>
    <dgm:pt modelId="{DBF3F3C1-128B-4419-8829-DF9CDFC326A6}" type="sibTrans" cxnId="{4B4C2C0F-2DDB-4205-A4C9-C8CF530A8535}">
      <dgm:prSet/>
      <dgm:spPr/>
      <dgm:t>
        <a:bodyPr/>
        <a:lstStyle/>
        <a:p>
          <a:endParaRPr lang="en-US"/>
        </a:p>
      </dgm:t>
    </dgm:pt>
    <dgm:pt modelId="{2BA1FA92-36CF-4EB2-9EC9-2A34CE3B1F26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root of the scene is the container that holds the components.</a:t>
          </a:r>
        </a:p>
      </dgm:t>
    </dgm:pt>
    <dgm:pt modelId="{5FAA31DD-4EA4-439A-9D78-E383B268FE0A}" type="parTrans" cxnId="{F4D94DBE-5ED7-4986-802E-EA3C1A36F4CE}">
      <dgm:prSet/>
      <dgm:spPr/>
      <dgm:t>
        <a:bodyPr/>
        <a:lstStyle/>
        <a:p>
          <a:endParaRPr lang="en-US"/>
        </a:p>
      </dgm:t>
    </dgm:pt>
    <dgm:pt modelId="{B4FDC96A-05CC-4213-A67A-A79926DCD140}" type="sibTrans" cxnId="{F4D94DBE-5ED7-4986-802E-EA3C1A36F4CE}">
      <dgm:prSet/>
      <dgm:spPr/>
      <dgm:t>
        <a:bodyPr/>
        <a:lstStyle/>
        <a:p>
          <a:endParaRPr lang="en-US"/>
        </a:p>
      </dgm:t>
    </dgm:pt>
    <dgm:pt modelId="{A98CD0C7-A806-4DF7-A3FE-F4BE936B0C0C}" type="pres">
      <dgm:prSet presAssocID="{762ED5D7-6521-4CB1-AAFE-FEF6C4D684F1}" presName="Name0" presStyleCnt="0">
        <dgm:presLayoutVars>
          <dgm:dir/>
          <dgm:animLvl val="lvl"/>
          <dgm:resizeHandles val="exact"/>
        </dgm:presLayoutVars>
      </dgm:prSet>
      <dgm:spPr/>
    </dgm:pt>
    <dgm:pt modelId="{970088AF-C622-4B60-AC71-B2736E9F34B0}" type="pres">
      <dgm:prSet presAssocID="{A7E7B75D-66D3-429D-A668-E5FA36067A8E}" presName="linNode" presStyleCnt="0"/>
      <dgm:spPr/>
    </dgm:pt>
    <dgm:pt modelId="{EE2E6F7D-8758-4307-945A-A95DF8BEAEF0}" type="pres">
      <dgm:prSet presAssocID="{A7E7B75D-66D3-429D-A668-E5FA36067A8E}" presName="parentText" presStyleLbl="node1" presStyleIdx="0" presStyleCnt="1" custFlipHor="1" custScaleX="1172">
        <dgm:presLayoutVars>
          <dgm:chMax val="1"/>
          <dgm:bulletEnabled val="1"/>
        </dgm:presLayoutVars>
      </dgm:prSet>
      <dgm:spPr/>
    </dgm:pt>
    <dgm:pt modelId="{796330A9-50B0-4B7A-A300-E460FD8A806A}" type="pres">
      <dgm:prSet presAssocID="{A7E7B75D-66D3-429D-A668-E5FA36067A8E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4B4C2C0F-2DDB-4205-A4C9-C8CF530A8535}" srcId="{A7E7B75D-66D3-429D-A668-E5FA36067A8E}" destId="{8806723D-FDC7-4E3F-A79D-9D79B8055C43}" srcOrd="1" destOrd="0" parTransId="{FE0FFCCD-3AAD-477B-852A-AA96248031EC}" sibTransId="{DBF3F3C1-128B-4419-8829-DF9CDFC326A6}"/>
    <dgm:cxn modelId="{F540B932-38CD-4A83-BA01-CC0F37CC7397}" type="presOf" srcId="{2BA1FA92-36CF-4EB2-9EC9-2A34CE3B1F26}" destId="{796330A9-50B0-4B7A-A300-E460FD8A806A}" srcOrd="0" destOrd="2" presId="urn:microsoft.com/office/officeart/2005/8/layout/vList5"/>
    <dgm:cxn modelId="{84F24540-55AA-41AE-9DEF-C741937F3D33}" srcId="{762ED5D7-6521-4CB1-AAFE-FEF6C4D684F1}" destId="{A7E7B75D-66D3-429D-A668-E5FA36067A8E}" srcOrd="0" destOrd="0" parTransId="{099C40F2-F5E9-46F8-8577-A27C2F287612}" sibTransId="{A835B98E-9CEA-4865-986D-2C616168A359}"/>
    <dgm:cxn modelId="{AB09748F-6384-41D8-A9C8-83285DECE540}" srcId="{A7E7B75D-66D3-429D-A668-E5FA36067A8E}" destId="{32C790D7-1248-415A-87A9-F569B4F5DB97}" srcOrd="0" destOrd="0" parTransId="{E9B41E6B-694E-454D-8C54-C217122FECB5}" sibTransId="{F82883DD-7EB6-405D-B89F-EF312DFCE0DF}"/>
    <dgm:cxn modelId="{81811190-2558-407F-92C1-14A89DB8BEE9}" type="presOf" srcId="{A7E7B75D-66D3-429D-A668-E5FA36067A8E}" destId="{EE2E6F7D-8758-4307-945A-A95DF8BEAEF0}" srcOrd="0" destOrd="0" presId="urn:microsoft.com/office/officeart/2005/8/layout/vList5"/>
    <dgm:cxn modelId="{F4D94DBE-5ED7-4986-802E-EA3C1A36F4CE}" srcId="{A7E7B75D-66D3-429D-A668-E5FA36067A8E}" destId="{2BA1FA92-36CF-4EB2-9EC9-2A34CE3B1F26}" srcOrd="2" destOrd="0" parTransId="{5FAA31DD-4EA4-439A-9D78-E383B268FE0A}" sibTransId="{B4FDC96A-05CC-4213-A67A-A79926DCD140}"/>
    <dgm:cxn modelId="{4AE31EDE-EEA5-4129-A810-FCE8851E5A77}" type="presOf" srcId="{762ED5D7-6521-4CB1-AAFE-FEF6C4D684F1}" destId="{A98CD0C7-A806-4DF7-A3FE-F4BE936B0C0C}" srcOrd="0" destOrd="0" presId="urn:microsoft.com/office/officeart/2005/8/layout/vList5"/>
    <dgm:cxn modelId="{714F87EC-8048-4012-AEC6-655E10F89AD1}" type="presOf" srcId="{32C790D7-1248-415A-87A9-F569B4F5DB97}" destId="{796330A9-50B0-4B7A-A300-E460FD8A806A}" srcOrd="0" destOrd="0" presId="urn:microsoft.com/office/officeart/2005/8/layout/vList5"/>
    <dgm:cxn modelId="{AC98E1F7-D301-4252-B606-8A5BCF1CFA7F}" type="presOf" srcId="{8806723D-FDC7-4E3F-A79D-9D79B8055C43}" destId="{796330A9-50B0-4B7A-A300-E460FD8A806A}" srcOrd="0" destOrd="1" presId="urn:microsoft.com/office/officeart/2005/8/layout/vList5"/>
    <dgm:cxn modelId="{ACC21311-C2DD-4966-9C9D-A772578E1A39}" type="presParOf" srcId="{A98CD0C7-A806-4DF7-A3FE-F4BE936B0C0C}" destId="{970088AF-C622-4B60-AC71-B2736E9F34B0}" srcOrd="0" destOrd="0" presId="urn:microsoft.com/office/officeart/2005/8/layout/vList5"/>
    <dgm:cxn modelId="{7CA3DADB-BB24-48D3-93BD-DE92B5192445}" type="presParOf" srcId="{970088AF-C622-4B60-AC71-B2736E9F34B0}" destId="{EE2E6F7D-8758-4307-945A-A95DF8BEAEF0}" srcOrd="0" destOrd="0" presId="urn:microsoft.com/office/officeart/2005/8/layout/vList5"/>
    <dgm:cxn modelId="{1BBC964D-B0DD-453F-8398-6082CEFB661E}" type="presParOf" srcId="{970088AF-C622-4B60-AC71-B2736E9F34B0}" destId="{796330A9-50B0-4B7A-A300-E460FD8A806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3A240A2-B871-4705-8B67-2D532CEFC42A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51D8027-8011-4B2C-BE20-144DD23FF490}">
      <dgm:prSet/>
      <dgm:spPr/>
      <dgm:t>
        <a:bodyPr/>
        <a:lstStyle/>
        <a:p>
          <a:r>
            <a:rPr lang="en-US" dirty="0"/>
            <a:t>Nodes</a:t>
          </a:r>
        </a:p>
      </dgm:t>
    </dgm:pt>
    <dgm:pt modelId="{C2640BC6-6F22-43F8-A046-2122B66601A3}" type="parTrans" cxnId="{FCF486A9-CF16-4530-B2FA-0E3A02484FF3}">
      <dgm:prSet/>
      <dgm:spPr/>
      <dgm:t>
        <a:bodyPr/>
        <a:lstStyle/>
        <a:p>
          <a:endParaRPr lang="en-US"/>
        </a:p>
      </dgm:t>
    </dgm:pt>
    <dgm:pt modelId="{C9EE6EFD-C843-4F61-BE43-77DAB1F225A4}" type="sibTrans" cxnId="{FCF486A9-CF16-4530-B2FA-0E3A02484FF3}">
      <dgm:prSet/>
      <dgm:spPr/>
      <dgm:t>
        <a:bodyPr/>
        <a:lstStyle/>
        <a:p>
          <a:endParaRPr lang="en-US"/>
        </a:p>
      </dgm:t>
    </dgm:pt>
    <dgm:pt modelId="{9355ACA3-7EA8-49A9-A708-38748CBB58A8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most general type of thing you can put into a Scene is a Node.  </a:t>
          </a:r>
        </a:p>
      </dgm:t>
    </dgm:pt>
    <dgm:pt modelId="{F069E47D-98BF-4407-8680-893C47A6E3BB}" type="parTrans" cxnId="{4CACB5D3-638B-44F3-AF63-68D68A7AF12C}">
      <dgm:prSet/>
      <dgm:spPr/>
      <dgm:t>
        <a:bodyPr/>
        <a:lstStyle/>
        <a:p>
          <a:endParaRPr lang="en-US"/>
        </a:p>
      </dgm:t>
    </dgm:pt>
    <dgm:pt modelId="{8C6135AD-3AF3-4C56-9C79-6270267CF424}" type="sibTrans" cxnId="{4CACB5D3-638B-44F3-AF63-68D68A7AF12C}">
      <dgm:prSet/>
      <dgm:spPr/>
      <dgm:t>
        <a:bodyPr/>
        <a:lstStyle/>
        <a:p>
          <a:endParaRPr lang="en-US"/>
        </a:p>
      </dgm:t>
    </dgm:pt>
    <dgm:pt modelId="{FAF3595C-11D6-45A6-B9C0-70AED0320F55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components are all Nodes.</a:t>
          </a:r>
        </a:p>
      </dgm:t>
    </dgm:pt>
    <dgm:pt modelId="{F6B5FC79-D85F-44C8-8077-D6963B70C450}" type="parTrans" cxnId="{34F2F4FE-9E18-49A1-A9C1-CEB1ECAC6322}">
      <dgm:prSet/>
      <dgm:spPr/>
      <dgm:t>
        <a:bodyPr/>
        <a:lstStyle/>
        <a:p>
          <a:endParaRPr lang="en-US"/>
        </a:p>
      </dgm:t>
    </dgm:pt>
    <dgm:pt modelId="{0B3F1AAB-A2D3-4FCC-B5C3-9DACEDFC8DF8}" type="sibTrans" cxnId="{34F2F4FE-9E18-49A1-A9C1-CEB1ECAC6322}">
      <dgm:prSet/>
      <dgm:spPr/>
      <dgm:t>
        <a:bodyPr/>
        <a:lstStyle/>
        <a:p>
          <a:endParaRPr lang="en-US"/>
        </a:p>
      </dgm:t>
    </dgm:pt>
    <dgm:pt modelId="{67179E92-2DC6-41F6-83B2-9D4C3605BBDE}" type="pres">
      <dgm:prSet presAssocID="{D3A240A2-B871-4705-8B67-2D532CEFC42A}" presName="Name0" presStyleCnt="0">
        <dgm:presLayoutVars>
          <dgm:dir/>
          <dgm:animLvl val="lvl"/>
          <dgm:resizeHandles val="exact"/>
        </dgm:presLayoutVars>
      </dgm:prSet>
      <dgm:spPr/>
    </dgm:pt>
    <dgm:pt modelId="{7BDE8566-9BBF-43D9-AC47-1C4709B10021}" type="pres">
      <dgm:prSet presAssocID="{B51D8027-8011-4B2C-BE20-144DD23FF490}" presName="linNode" presStyleCnt="0"/>
      <dgm:spPr/>
    </dgm:pt>
    <dgm:pt modelId="{61401541-81FD-4F0C-858E-1DE737748902}" type="pres">
      <dgm:prSet presAssocID="{B51D8027-8011-4B2C-BE20-144DD23FF490}" presName="parentText" presStyleLbl="node1" presStyleIdx="0" presStyleCnt="1" custFlipHor="1" custScaleX="1184">
        <dgm:presLayoutVars>
          <dgm:chMax val="1"/>
          <dgm:bulletEnabled val="1"/>
        </dgm:presLayoutVars>
      </dgm:prSet>
      <dgm:spPr/>
    </dgm:pt>
    <dgm:pt modelId="{10B5B3DA-F75B-437E-B89E-7BD6A7CEB9FC}" type="pres">
      <dgm:prSet presAssocID="{B51D8027-8011-4B2C-BE20-144DD23FF490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2C9C011A-00CF-4291-8962-5BD2A103E1D6}" type="presOf" srcId="{9355ACA3-7EA8-49A9-A708-38748CBB58A8}" destId="{10B5B3DA-F75B-437E-B89E-7BD6A7CEB9FC}" srcOrd="0" destOrd="0" presId="urn:microsoft.com/office/officeart/2005/8/layout/vList5"/>
    <dgm:cxn modelId="{A627DB5D-93A5-4C86-B668-7F9178DA9328}" type="presOf" srcId="{B51D8027-8011-4B2C-BE20-144DD23FF490}" destId="{61401541-81FD-4F0C-858E-1DE737748902}" srcOrd="0" destOrd="0" presId="urn:microsoft.com/office/officeart/2005/8/layout/vList5"/>
    <dgm:cxn modelId="{FCF486A9-CF16-4530-B2FA-0E3A02484FF3}" srcId="{D3A240A2-B871-4705-8B67-2D532CEFC42A}" destId="{B51D8027-8011-4B2C-BE20-144DD23FF490}" srcOrd="0" destOrd="0" parTransId="{C2640BC6-6F22-43F8-A046-2122B66601A3}" sibTransId="{C9EE6EFD-C843-4F61-BE43-77DAB1F225A4}"/>
    <dgm:cxn modelId="{EFF8C1AC-BA61-4C1D-80DA-3598769D6D45}" type="presOf" srcId="{D3A240A2-B871-4705-8B67-2D532CEFC42A}" destId="{67179E92-2DC6-41F6-83B2-9D4C3605BBDE}" srcOrd="0" destOrd="0" presId="urn:microsoft.com/office/officeart/2005/8/layout/vList5"/>
    <dgm:cxn modelId="{60AED8BF-0BD7-4178-8DBE-7A8648A33CAB}" type="presOf" srcId="{FAF3595C-11D6-45A6-B9C0-70AED0320F55}" destId="{10B5B3DA-F75B-437E-B89E-7BD6A7CEB9FC}" srcOrd="0" destOrd="1" presId="urn:microsoft.com/office/officeart/2005/8/layout/vList5"/>
    <dgm:cxn modelId="{4CACB5D3-638B-44F3-AF63-68D68A7AF12C}" srcId="{B51D8027-8011-4B2C-BE20-144DD23FF490}" destId="{9355ACA3-7EA8-49A9-A708-38748CBB58A8}" srcOrd="0" destOrd="0" parTransId="{F069E47D-98BF-4407-8680-893C47A6E3BB}" sibTransId="{8C6135AD-3AF3-4C56-9C79-6270267CF424}"/>
    <dgm:cxn modelId="{34F2F4FE-9E18-49A1-A9C1-CEB1ECAC6322}" srcId="{B51D8027-8011-4B2C-BE20-144DD23FF490}" destId="{FAF3595C-11D6-45A6-B9C0-70AED0320F55}" srcOrd="1" destOrd="0" parTransId="{F6B5FC79-D85F-44C8-8077-D6963B70C450}" sibTransId="{0B3F1AAB-A2D3-4FCC-B5C3-9DACEDFC8DF8}"/>
    <dgm:cxn modelId="{69136D6F-B27B-429E-AD63-FCF97E2449BB}" type="presParOf" srcId="{67179E92-2DC6-41F6-83B2-9D4C3605BBDE}" destId="{7BDE8566-9BBF-43D9-AC47-1C4709B10021}" srcOrd="0" destOrd="0" presId="urn:microsoft.com/office/officeart/2005/8/layout/vList5"/>
    <dgm:cxn modelId="{F7295741-18EA-453B-9903-DDD80D57624A}" type="presParOf" srcId="{7BDE8566-9BBF-43D9-AC47-1C4709B10021}" destId="{61401541-81FD-4F0C-858E-1DE737748902}" srcOrd="0" destOrd="0" presId="urn:microsoft.com/office/officeart/2005/8/layout/vList5"/>
    <dgm:cxn modelId="{8214E1CF-824A-4C02-A4E4-6017C96836A7}" type="presParOf" srcId="{7BDE8566-9BBF-43D9-AC47-1C4709B10021}" destId="{10B5B3DA-F75B-437E-B89E-7BD6A7CEB9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60DBA7-CBA7-44E6-80F2-024A5B8E0FD2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0707C4C-D7F8-42E2-A187-3712606F802F}">
      <dgm:prSet/>
      <dgm:spPr/>
      <dgm:t>
        <a:bodyPr/>
        <a:lstStyle/>
        <a:p>
          <a:r>
            <a:rPr lang="en-US" dirty="0"/>
            <a:t>What is FXML?</a:t>
          </a:r>
        </a:p>
      </dgm:t>
    </dgm:pt>
    <dgm:pt modelId="{26099439-2857-4BBF-A2B8-5BFFD2F4ACDA}" type="parTrans" cxnId="{8228F997-1799-467C-B3BD-799B07C3ED5E}">
      <dgm:prSet/>
      <dgm:spPr/>
      <dgm:t>
        <a:bodyPr/>
        <a:lstStyle/>
        <a:p>
          <a:endParaRPr lang="en-US"/>
        </a:p>
      </dgm:t>
    </dgm:pt>
    <dgm:pt modelId="{62DE8048-168B-4F76-9F0C-07E733F0785A}" type="sibTrans" cxnId="{8228F997-1799-467C-B3BD-799B07C3ED5E}">
      <dgm:prSet/>
      <dgm:spPr/>
      <dgm:t>
        <a:bodyPr/>
        <a:lstStyle/>
        <a:p>
          <a:endParaRPr lang="en-US"/>
        </a:p>
      </dgm:t>
    </dgm:pt>
    <dgm:pt modelId="{BB7113B6-D31F-49A1-9EC1-625F25ADF27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FXML is a user interface markup language based on XML.</a:t>
          </a:r>
        </a:p>
      </dgm:t>
    </dgm:pt>
    <dgm:pt modelId="{77F3CED6-9C06-41A7-BCAE-F32F77965857}" type="parTrans" cxnId="{2EE78CDE-015B-48A4-851A-F2D2CA28EE49}">
      <dgm:prSet/>
      <dgm:spPr/>
      <dgm:t>
        <a:bodyPr/>
        <a:lstStyle/>
        <a:p>
          <a:endParaRPr lang="en-US"/>
        </a:p>
      </dgm:t>
    </dgm:pt>
    <dgm:pt modelId="{553B0A22-3215-45B9-A608-E925E96044B4}" type="sibTrans" cxnId="{2EE78CDE-015B-48A4-851A-F2D2CA28EE49}">
      <dgm:prSet/>
      <dgm:spPr/>
      <dgm:t>
        <a:bodyPr/>
        <a:lstStyle/>
        <a:p>
          <a:endParaRPr lang="en-US"/>
        </a:p>
      </dgm:t>
    </dgm:pt>
    <dgm:pt modelId="{F73A971C-DC28-4A46-A2DA-F9E910CD5BAC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It is a great language for creating easy, quick, and flexible UI’s.</a:t>
          </a:r>
        </a:p>
      </dgm:t>
    </dgm:pt>
    <dgm:pt modelId="{D46580E2-1B64-44C3-9F86-2BF47183B887}" type="parTrans" cxnId="{7DC4B665-51BA-440F-A73A-5B15A667A74A}">
      <dgm:prSet/>
      <dgm:spPr/>
      <dgm:t>
        <a:bodyPr/>
        <a:lstStyle/>
        <a:p>
          <a:endParaRPr lang="en-US"/>
        </a:p>
      </dgm:t>
    </dgm:pt>
    <dgm:pt modelId="{E08B9C31-C89D-4310-B0AF-5303F4363F69}" type="sibTrans" cxnId="{7DC4B665-51BA-440F-A73A-5B15A667A74A}">
      <dgm:prSet/>
      <dgm:spPr/>
      <dgm:t>
        <a:bodyPr/>
        <a:lstStyle/>
        <a:p>
          <a:endParaRPr lang="en-US"/>
        </a:p>
      </dgm:t>
    </dgm:pt>
    <dgm:pt modelId="{F2D47213-E1D0-42D3-80C0-791EF220C408}" type="pres">
      <dgm:prSet presAssocID="{5C60DBA7-CBA7-44E6-80F2-024A5B8E0FD2}" presName="Name0" presStyleCnt="0">
        <dgm:presLayoutVars>
          <dgm:dir/>
          <dgm:animLvl val="lvl"/>
          <dgm:resizeHandles val="exact"/>
        </dgm:presLayoutVars>
      </dgm:prSet>
      <dgm:spPr/>
    </dgm:pt>
    <dgm:pt modelId="{C4EDA713-4429-48A8-9629-94768D8E932C}" type="pres">
      <dgm:prSet presAssocID="{80707C4C-D7F8-42E2-A187-3712606F802F}" presName="linNode" presStyleCnt="0"/>
      <dgm:spPr/>
    </dgm:pt>
    <dgm:pt modelId="{5587875B-4030-4269-8A82-00981B72C4B2}" type="pres">
      <dgm:prSet presAssocID="{80707C4C-D7F8-42E2-A187-3712606F802F}" presName="parentText" presStyleLbl="node1" presStyleIdx="0" presStyleCnt="1" custFlipHor="1" custScaleX="1335" custLinFactNeighborX="688" custLinFactNeighborY="-266">
        <dgm:presLayoutVars>
          <dgm:chMax val="1"/>
          <dgm:bulletEnabled val="1"/>
        </dgm:presLayoutVars>
      </dgm:prSet>
      <dgm:spPr/>
    </dgm:pt>
    <dgm:pt modelId="{DABDC73A-57C9-4C0C-88F7-23D1DBEB3CB4}" type="pres">
      <dgm:prSet presAssocID="{80707C4C-D7F8-42E2-A187-3712606F802F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F07E0208-341E-46C1-80DE-32437F822BEB}" type="presOf" srcId="{5C60DBA7-CBA7-44E6-80F2-024A5B8E0FD2}" destId="{F2D47213-E1D0-42D3-80C0-791EF220C408}" srcOrd="0" destOrd="0" presId="urn:microsoft.com/office/officeart/2005/8/layout/vList5"/>
    <dgm:cxn modelId="{8507D916-0B14-4DB5-96DC-4D675C567CAC}" type="presOf" srcId="{80707C4C-D7F8-42E2-A187-3712606F802F}" destId="{5587875B-4030-4269-8A82-00981B72C4B2}" srcOrd="0" destOrd="0" presId="urn:microsoft.com/office/officeart/2005/8/layout/vList5"/>
    <dgm:cxn modelId="{7DC4B665-51BA-440F-A73A-5B15A667A74A}" srcId="{80707C4C-D7F8-42E2-A187-3712606F802F}" destId="{F73A971C-DC28-4A46-A2DA-F9E910CD5BAC}" srcOrd="1" destOrd="0" parTransId="{D46580E2-1B64-44C3-9F86-2BF47183B887}" sibTransId="{E08B9C31-C89D-4310-B0AF-5303F4363F69}"/>
    <dgm:cxn modelId="{D209536E-9AE4-4A95-993D-BB71A32BAE6C}" type="presOf" srcId="{F73A971C-DC28-4A46-A2DA-F9E910CD5BAC}" destId="{DABDC73A-57C9-4C0C-88F7-23D1DBEB3CB4}" srcOrd="0" destOrd="1" presId="urn:microsoft.com/office/officeart/2005/8/layout/vList5"/>
    <dgm:cxn modelId="{DA134959-A7E3-41F4-AA05-6A4CD295F42E}" type="presOf" srcId="{BB7113B6-D31F-49A1-9EC1-625F25ADF271}" destId="{DABDC73A-57C9-4C0C-88F7-23D1DBEB3CB4}" srcOrd="0" destOrd="0" presId="urn:microsoft.com/office/officeart/2005/8/layout/vList5"/>
    <dgm:cxn modelId="{8228F997-1799-467C-B3BD-799B07C3ED5E}" srcId="{5C60DBA7-CBA7-44E6-80F2-024A5B8E0FD2}" destId="{80707C4C-D7F8-42E2-A187-3712606F802F}" srcOrd="0" destOrd="0" parTransId="{26099439-2857-4BBF-A2B8-5BFFD2F4ACDA}" sibTransId="{62DE8048-168B-4F76-9F0C-07E733F0785A}"/>
    <dgm:cxn modelId="{2EE78CDE-015B-48A4-851A-F2D2CA28EE49}" srcId="{80707C4C-D7F8-42E2-A187-3712606F802F}" destId="{BB7113B6-D31F-49A1-9EC1-625F25ADF271}" srcOrd="0" destOrd="0" parTransId="{77F3CED6-9C06-41A7-BCAE-F32F77965857}" sibTransId="{553B0A22-3215-45B9-A608-E925E96044B4}"/>
    <dgm:cxn modelId="{5267AE26-7465-40A4-A9E6-9D13E5546076}" type="presParOf" srcId="{F2D47213-E1D0-42D3-80C0-791EF220C408}" destId="{C4EDA713-4429-48A8-9629-94768D8E932C}" srcOrd="0" destOrd="0" presId="urn:microsoft.com/office/officeart/2005/8/layout/vList5"/>
    <dgm:cxn modelId="{8D3F53F5-2B69-4FCC-BBCF-59937C81D385}" type="presParOf" srcId="{C4EDA713-4429-48A8-9629-94768D8E932C}" destId="{5587875B-4030-4269-8A82-00981B72C4B2}" srcOrd="0" destOrd="0" presId="urn:microsoft.com/office/officeart/2005/8/layout/vList5"/>
    <dgm:cxn modelId="{6795E7D5-C91F-463D-B8F7-94FCC089EBCE}" type="presParOf" srcId="{C4EDA713-4429-48A8-9629-94768D8E932C}" destId="{DABDC73A-57C9-4C0C-88F7-23D1DBEB3CB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6EDD76F-BBD9-412F-AE25-942FB64B9F98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FB2D4E4-645A-4B05-B86E-1D0CA8F67577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It provides a 3X1 grid layout.</a:t>
          </a:r>
        </a:p>
      </dgm:t>
    </dgm:pt>
    <dgm:pt modelId="{DE7D9B30-40FA-471E-AF7C-178C5E92F9ED}" type="parTrans" cxnId="{BDD866BF-8E7D-4929-AEC9-C9BCA82E22E4}">
      <dgm:prSet/>
      <dgm:spPr/>
      <dgm:t>
        <a:bodyPr/>
        <a:lstStyle/>
        <a:p>
          <a:endParaRPr lang="en-US"/>
        </a:p>
      </dgm:t>
    </dgm:pt>
    <dgm:pt modelId="{E1968554-7ECC-4AC5-A1DE-C78569F007D2}" type="sibTrans" cxnId="{BDD866BF-8E7D-4929-AEC9-C9BCA82E22E4}">
      <dgm:prSet/>
      <dgm:spPr/>
      <dgm:t>
        <a:bodyPr/>
        <a:lstStyle/>
        <a:p>
          <a:endParaRPr lang="en-US"/>
        </a:p>
      </dgm:t>
    </dgm:pt>
    <dgm:pt modelId="{A65EF633-E973-4821-9E1C-F76D0F6E2F86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You can change it in </a:t>
          </a:r>
          <a:r>
            <a:rPr lang="en-US" sz="2400" dirty="0" err="1"/>
            <a:t>Scenebuilder</a:t>
          </a:r>
          <a:endParaRPr lang="en-US" sz="2400" dirty="0"/>
        </a:p>
      </dgm:t>
    </dgm:pt>
    <dgm:pt modelId="{B2933B77-7B77-4435-B591-DFF5DE4A47AB}" type="parTrans" cxnId="{16E93707-5961-477B-BE0E-BB00C363352D}">
      <dgm:prSet/>
      <dgm:spPr/>
      <dgm:t>
        <a:bodyPr/>
        <a:lstStyle/>
        <a:p>
          <a:endParaRPr lang="en-US"/>
        </a:p>
      </dgm:t>
    </dgm:pt>
    <dgm:pt modelId="{BAF04C36-9D94-44CF-B02E-97CD7BA05F53}" type="sibTrans" cxnId="{16E93707-5961-477B-BE0E-BB00C363352D}">
      <dgm:prSet/>
      <dgm:spPr/>
      <dgm:t>
        <a:bodyPr/>
        <a:lstStyle/>
        <a:p>
          <a:endParaRPr lang="en-US"/>
        </a:p>
      </dgm:t>
    </dgm:pt>
    <dgm:pt modelId="{DECEAB5C-D80F-483F-90E4-8DEE156FA431}">
      <dgm:prSet/>
      <dgm:spPr/>
      <dgm:t>
        <a:bodyPr/>
        <a:lstStyle/>
        <a:p>
          <a:r>
            <a:rPr lang="en-US" dirty="0"/>
            <a:t>The </a:t>
          </a:r>
          <a:r>
            <a:rPr lang="en-US" dirty="0" err="1"/>
            <a:t>VBox</a:t>
          </a:r>
          <a:r>
            <a:rPr lang="en-US" dirty="0"/>
            <a:t> is a handy layout manager for the window.  </a:t>
          </a:r>
        </a:p>
      </dgm:t>
    </dgm:pt>
    <dgm:pt modelId="{22747404-E235-4816-ACAE-B236851240D7}" type="sibTrans" cxnId="{8A025007-BA8B-40E5-A628-327E1EE719CE}">
      <dgm:prSet/>
      <dgm:spPr/>
      <dgm:t>
        <a:bodyPr/>
        <a:lstStyle/>
        <a:p>
          <a:endParaRPr lang="en-US"/>
        </a:p>
      </dgm:t>
    </dgm:pt>
    <dgm:pt modelId="{FF0A350C-5C67-436E-9E8D-BCCBFA12389D}" type="parTrans" cxnId="{8A025007-BA8B-40E5-A628-327E1EE719CE}">
      <dgm:prSet/>
      <dgm:spPr/>
      <dgm:t>
        <a:bodyPr/>
        <a:lstStyle/>
        <a:p>
          <a:endParaRPr lang="en-US"/>
        </a:p>
      </dgm:t>
    </dgm:pt>
    <dgm:pt modelId="{D685BCEC-FF88-4057-BB2A-BEA309A1746E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400" dirty="0"/>
            <a:t>The </a:t>
          </a:r>
          <a:r>
            <a:rPr lang="en-US" sz="2400" dirty="0" err="1"/>
            <a:t>VBox</a:t>
          </a:r>
          <a:r>
            <a:rPr lang="en-US" sz="2400" dirty="0"/>
            <a:t> is a handy layout manager for the window. </a:t>
          </a:r>
        </a:p>
      </dgm:t>
    </dgm:pt>
    <dgm:pt modelId="{F635DF8F-D09A-48B7-A8F7-7A7AFEBE0C70}" type="parTrans" cxnId="{028C6C2A-3466-498B-9A74-F2F2D069AE67}">
      <dgm:prSet/>
      <dgm:spPr/>
      <dgm:t>
        <a:bodyPr/>
        <a:lstStyle/>
        <a:p>
          <a:endParaRPr lang="en-US"/>
        </a:p>
      </dgm:t>
    </dgm:pt>
    <dgm:pt modelId="{A73502E5-2F09-4A26-91A7-D2AC54751548}" type="sibTrans" cxnId="{028C6C2A-3466-498B-9A74-F2F2D069AE67}">
      <dgm:prSet/>
      <dgm:spPr/>
      <dgm:t>
        <a:bodyPr/>
        <a:lstStyle/>
        <a:p>
          <a:endParaRPr lang="en-US"/>
        </a:p>
      </dgm:t>
    </dgm:pt>
    <dgm:pt modelId="{95D96E0E-1C9C-4607-9FA7-2AAEAA1B3FF5}" type="pres">
      <dgm:prSet presAssocID="{86EDD76F-BBD9-412F-AE25-942FB64B9F98}" presName="Name0" presStyleCnt="0">
        <dgm:presLayoutVars>
          <dgm:dir/>
          <dgm:animLvl val="lvl"/>
          <dgm:resizeHandles val="exact"/>
        </dgm:presLayoutVars>
      </dgm:prSet>
      <dgm:spPr/>
    </dgm:pt>
    <dgm:pt modelId="{83F02F66-4493-4471-BB38-A8C845F4697D}" type="pres">
      <dgm:prSet presAssocID="{DECEAB5C-D80F-483F-90E4-8DEE156FA431}" presName="linNode" presStyleCnt="0"/>
      <dgm:spPr/>
    </dgm:pt>
    <dgm:pt modelId="{4E35DF34-FF61-4092-BB72-B5D3C474A547}" type="pres">
      <dgm:prSet presAssocID="{DECEAB5C-D80F-483F-90E4-8DEE156FA431}" presName="parentText" presStyleLbl="node1" presStyleIdx="0" presStyleCnt="1" custScaleX="1348">
        <dgm:presLayoutVars>
          <dgm:chMax val="1"/>
          <dgm:bulletEnabled val="1"/>
        </dgm:presLayoutVars>
      </dgm:prSet>
      <dgm:spPr/>
    </dgm:pt>
    <dgm:pt modelId="{609F2A5D-9326-4284-BF10-EBB46492F0FF}" type="pres">
      <dgm:prSet presAssocID="{DECEAB5C-D80F-483F-90E4-8DEE156FA431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16E93707-5961-477B-BE0E-BB00C363352D}" srcId="{DECEAB5C-D80F-483F-90E4-8DEE156FA431}" destId="{A65EF633-E973-4821-9E1C-F76D0F6E2F86}" srcOrd="2" destOrd="0" parTransId="{B2933B77-7B77-4435-B591-DFF5DE4A47AB}" sibTransId="{BAF04C36-9D94-44CF-B02E-97CD7BA05F53}"/>
    <dgm:cxn modelId="{8A025007-BA8B-40E5-A628-327E1EE719CE}" srcId="{86EDD76F-BBD9-412F-AE25-942FB64B9F98}" destId="{DECEAB5C-D80F-483F-90E4-8DEE156FA431}" srcOrd="0" destOrd="0" parTransId="{FF0A350C-5C67-436E-9E8D-BCCBFA12389D}" sibTransId="{22747404-E235-4816-ACAE-B236851240D7}"/>
    <dgm:cxn modelId="{79AD750C-8100-4485-94BE-2B425E884751}" type="presOf" srcId="{D685BCEC-FF88-4057-BB2A-BEA309A1746E}" destId="{609F2A5D-9326-4284-BF10-EBB46492F0FF}" srcOrd="0" destOrd="0" presId="urn:microsoft.com/office/officeart/2005/8/layout/vList5"/>
    <dgm:cxn modelId="{028C6C2A-3466-498B-9A74-F2F2D069AE67}" srcId="{DECEAB5C-D80F-483F-90E4-8DEE156FA431}" destId="{D685BCEC-FF88-4057-BB2A-BEA309A1746E}" srcOrd="0" destOrd="0" parTransId="{F635DF8F-D09A-48B7-A8F7-7A7AFEBE0C70}" sibTransId="{A73502E5-2F09-4A26-91A7-D2AC54751548}"/>
    <dgm:cxn modelId="{FCFA8A35-2056-41B8-A48C-467889DAD345}" type="presOf" srcId="{A65EF633-E973-4821-9E1C-F76D0F6E2F86}" destId="{609F2A5D-9326-4284-BF10-EBB46492F0FF}" srcOrd="0" destOrd="2" presId="urn:microsoft.com/office/officeart/2005/8/layout/vList5"/>
    <dgm:cxn modelId="{BDD866BF-8E7D-4929-AEC9-C9BCA82E22E4}" srcId="{DECEAB5C-D80F-483F-90E4-8DEE156FA431}" destId="{7FB2D4E4-645A-4B05-B86E-1D0CA8F67577}" srcOrd="1" destOrd="0" parTransId="{DE7D9B30-40FA-471E-AF7C-178C5E92F9ED}" sibTransId="{E1968554-7ECC-4AC5-A1DE-C78569F007D2}"/>
    <dgm:cxn modelId="{C061DBEB-ADBE-4A8D-9513-B032A11F7E4D}" type="presOf" srcId="{7FB2D4E4-645A-4B05-B86E-1D0CA8F67577}" destId="{609F2A5D-9326-4284-BF10-EBB46492F0FF}" srcOrd="0" destOrd="1" presId="urn:microsoft.com/office/officeart/2005/8/layout/vList5"/>
    <dgm:cxn modelId="{93B1E2EC-B7F4-4207-89B0-D7EB89C345D0}" type="presOf" srcId="{86EDD76F-BBD9-412F-AE25-942FB64B9F98}" destId="{95D96E0E-1C9C-4607-9FA7-2AAEAA1B3FF5}" srcOrd="0" destOrd="0" presId="urn:microsoft.com/office/officeart/2005/8/layout/vList5"/>
    <dgm:cxn modelId="{A7E0DEEF-F000-402A-8A42-6421C8DF9C3C}" type="presOf" srcId="{DECEAB5C-D80F-483F-90E4-8DEE156FA431}" destId="{4E35DF34-FF61-4092-BB72-B5D3C474A547}" srcOrd="0" destOrd="0" presId="urn:microsoft.com/office/officeart/2005/8/layout/vList5"/>
    <dgm:cxn modelId="{AE89A2A6-8509-43B0-BE0D-36F4CDCB4386}" type="presParOf" srcId="{95D96E0E-1C9C-4607-9FA7-2AAEAA1B3FF5}" destId="{83F02F66-4493-4471-BB38-A8C845F4697D}" srcOrd="0" destOrd="0" presId="urn:microsoft.com/office/officeart/2005/8/layout/vList5"/>
    <dgm:cxn modelId="{6675BF3C-1737-42F6-AEA6-A838EE2188A3}" type="presParOf" srcId="{83F02F66-4493-4471-BB38-A8C845F4697D}" destId="{4E35DF34-FF61-4092-BB72-B5D3C474A547}" srcOrd="0" destOrd="0" presId="urn:microsoft.com/office/officeart/2005/8/layout/vList5"/>
    <dgm:cxn modelId="{A3680B43-6FC3-4B9C-ADA1-528EA4BEBEAE}" type="presParOf" srcId="{83F02F66-4493-4471-BB38-A8C845F4697D}" destId="{609F2A5D-9326-4284-BF10-EBB46492F0F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688D579-9582-4710-AC02-9051037EEB5F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ED1E574-3CC5-4499-8CF2-292B80B7A214}">
      <dgm:prSet/>
      <dgm:spPr/>
      <dgm:t>
        <a:bodyPr/>
        <a:lstStyle/>
        <a:p>
          <a:r>
            <a:rPr lang="en-US" b="1" i="0" baseline="0" dirty="0"/>
            <a:t>public class </a:t>
          </a:r>
          <a:r>
            <a:rPr lang="en-US" b="1" i="0" baseline="0" dirty="0" err="1"/>
            <a:t>Hello</a:t>
          </a:r>
          <a:r>
            <a:rPr lang="en-US" b="0" i="0" baseline="0" dirty="0" err="1"/>
            <a:t>Controller</a:t>
          </a:r>
          <a:r>
            <a:rPr lang="en-US" b="0" i="0" baseline="0" dirty="0"/>
            <a:t> {}</a:t>
          </a:r>
          <a:endParaRPr lang="en-US" dirty="0"/>
        </a:p>
      </dgm:t>
    </dgm:pt>
    <dgm:pt modelId="{FFC529FF-5E49-41BB-80F4-68973BD12B51}" type="parTrans" cxnId="{8146CE40-330A-428B-99E0-AEAA3BBDD6EB}">
      <dgm:prSet/>
      <dgm:spPr/>
      <dgm:t>
        <a:bodyPr/>
        <a:lstStyle/>
        <a:p>
          <a:endParaRPr lang="en-US"/>
        </a:p>
      </dgm:t>
    </dgm:pt>
    <dgm:pt modelId="{8E066224-2D7B-4C3F-9B10-AB028B4D1C8F}" type="sibTrans" cxnId="{8146CE40-330A-428B-99E0-AEAA3BBDD6EB}">
      <dgm:prSet/>
      <dgm:spPr/>
      <dgm:t>
        <a:bodyPr/>
        <a:lstStyle/>
        <a:p>
          <a:endParaRPr lang="en-US"/>
        </a:p>
      </dgm:t>
    </dgm:pt>
    <dgm:pt modelId="{99CEC614-29E4-45F3-937E-0B0D760F6061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</a:t>
          </a:r>
          <a:r>
            <a:rPr lang="en-US" dirty="0" err="1"/>
            <a:t>HelloController</a:t>
          </a:r>
          <a:r>
            <a:rPr lang="en-US" dirty="0"/>
            <a:t> file Initially displays the label and an event handler to set text in the label when the button is pushed.  We won’t need this code.</a:t>
          </a:r>
        </a:p>
      </dgm:t>
    </dgm:pt>
    <dgm:pt modelId="{E567A3BB-1AD5-42AF-91BC-E4AAF84A24AD}" type="parTrans" cxnId="{09E0B83A-7A62-4EFA-9B4B-796AF62177B5}">
      <dgm:prSet/>
      <dgm:spPr/>
      <dgm:t>
        <a:bodyPr/>
        <a:lstStyle/>
        <a:p>
          <a:endParaRPr lang="en-US"/>
        </a:p>
      </dgm:t>
    </dgm:pt>
    <dgm:pt modelId="{40601D84-0D6A-40DF-B365-929A29513FCD}" type="sibTrans" cxnId="{09E0B83A-7A62-4EFA-9B4B-796AF62177B5}">
      <dgm:prSet/>
      <dgm:spPr/>
      <dgm:t>
        <a:bodyPr/>
        <a:lstStyle/>
        <a:p>
          <a:endParaRPr lang="en-US"/>
        </a:p>
      </dgm:t>
    </dgm:pt>
    <dgm:pt modelId="{92847DC6-814C-4388-939D-C50DB9DA7F5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The controller class may implement the   </a:t>
          </a:r>
          <a:r>
            <a:rPr lang="en-US" dirty="0" err="1"/>
            <a:t>Initializable</a:t>
          </a:r>
          <a:r>
            <a:rPr lang="en-US" dirty="0"/>
            <a:t> interface, which provides one method:</a:t>
          </a:r>
        </a:p>
      </dgm:t>
    </dgm:pt>
    <dgm:pt modelId="{C96921AE-D8A4-4F9B-AFF9-BB87100E77ED}" type="parTrans" cxnId="{E30C292F-8DA2-4B66-802B-716F8A718E49}">
      <dgm:prSet/>
      <dgm:spPr/>
      <dgm:t>
        <a:bodyPr/>
        <a:lstStyle/>
        <a:p>
          <a:endParaRPr lang="en-US"/>
        </a:p>
      </dgm:t>
    </dgm:pt>
    <dgm:pt modelId="{B041FE95-69AC-42FC-A3FB-4BC293957B28}" type="sibTrans" cxnId="{E30C292F-8DA2-4B66-802B-716F8A718E49}">
      <dgm:prSet/>
      <dgm:spPr/>
      <dgm:t>
        <a:bodyPr/>
        <a:lstStyle/>
        <a:p>
          <a:endParaRPr lang="en-US"/>
        </a:p>
      </dgm:t>
    </dgm:pt>
    <dgm:pt modelId="{26E42C78-02DD-42C8-8D76-F46E18B7CDD3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public void initialize(URL </a:t>
          </a:r>
          <a:r>
            <a:rPr lang="en-US" dirty="0" err="1"/>
            <a:t>url</a:t>
          </a:r>
          <a:r>
            <a:rPr lang="en-US" dirty="0"/>
            <a:t>, </a:t>
          </a:r>
          <a:r>
            <a:rPr lang="en-US" dirty="0" err="1"/>
            <a:t>ResourceBundle</a:t>
          </a:r>
          <a:r>
            <a:rPr lang="en-US" dirty="0"/>
            <a:t> </a:t>
          </a:r>
          <a:r>
            <a:rPr lang="en-US" dirty="0" err="1"/>
            <a:t>rb</a:t>
          </a:r>
          <a:r>
            <a:rPr lang="en-US" dirty="0"/>
            <a:t>)</a:t>
          </a:r>
        </a:p>
      </dgm:t>
    </dgm:pt>
    <dgm:pt modelId="{566EA771-7C2D-458E-B1FC-9E70AE309930}" type="parTrans" cxnId="{378B1BE5-641D-4051-B0CA-44B1661897F7}">
      <dgm:prSet/>
      <dgm:spPr/>
      <dgm:t>
        <a:bodyPr/>
        <a:lstStyle/>
        <a:p>
          <a:endParaRPr lang="en-US"/>
        </a:p>
      </dgm:t>
    </dgm:pt>
    <dgm:pt modelId="{69F35D13-69FD-473F-9FBE-F302941E29E8}" type="sibTrans" cxnId="{378B1BE5-641D-4051-B0CA-44B1661897F7}">
      <dgm:prSet/>
      <dgm:spPr/>
      <dgm:t>
        <a:bodyPr/>
        <a:lstStyle/>
        <a:p>
          <a:endParaRPr lang="en-US"/>
        </a:p>
      </dgm:t>
    </dgm:pt>
    <dgm:pt modelId="{74960910-7EE6-44CF-88A6-8E10F9B25DCB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b="0" i="0" baseline="0" dirty="0"/>
            <a:t>This is where </a:t>
          </a:r>
          <a:r>
            <a:rPr lang="en-US" dirty="0"/>
            <a:t>you will code the logic and event handlers for running the program</a:t>
          </a:r>
        </a:p>
      </dgm:t>
    </dgm:pt>
    <dgm:pt modelId="{F52A9833-3D5F-402F-B55F-098C1C84F7D1}" type="parTrans" cxnId="{7FAAD3CB-EBA5-48D2-8A0A-CEB4C2B76829}">
      <dgm:prSet/>
      <dgm:spPr/>
    </dgm:pt>
    <dgm:pt modelId="{51274E32-495A-4EC8-8408-7F85B67C47BE}" type="sibTrans" cxnId="{7FAAD3CB-EBA5-48D2-8A0A-CEB4C2B76829}">
      <dgm:prSet/>
      <dgm:spPr/>
    </dgm:pt>
    <dgm:pt modelId="{1EDE9296-AF81-4758-AFA0-518141E53675}" type="pres">
      <dgm:prSet presAssocID="{6688D579-9582-4710-AC02-9051037EEB5F}" presName="Name0" presStyleCnt="0">
        <dgm:presLayoutVars>
          <dgm:dir/>
          <dgm:animLvl val="lvl"/>
          <dgm:resizeHandles val="exact"/>
        </dgm:presLayoutVars>
      </dgm:prSet>
      <dgm:spPr/>
    </dgm:pt>
    <dgm:pt modelId="{E9B44DCA-C5FF-4690-A064-7D7DBEAE51B6}" type="pres">
      <dgm:prSet presAssocID="{6ED1E574-3CC5-4499-8CF2-292B80B7A214}" presName="linNode" presStyleCnt="0"/>
      <dgm:spPr/>
    </dgm:pt>
    <dgm:pt modelId="{59FBBF5A-8B9E-40C2-B8A6-6853D6218B49}" type="pres">
      <dgm:prSet presAssocID="{6ED1E574-3CC5-4499-8CF2-292B80B7A214}" presName="parentText" presStyleLbl="node1" presStyleIdx="0" presStyleCnt="1" custFlipHor="1" custScaleX="1256">
        <dgm:presLayoutVars>
          <dgm:chMax val="1"/>
          <dgm:bulletEnabled val="1"/>
        </dgm:presLayoutVars>
      </dgm:prSet>
      <dgm:spPr/>
    </dgm:pt>
    <dgm:pt modelId="{9C271B62-903D-4AC9-9BD2-C59BF1F175F8}" type="pres">
      <dgm:prSet presAssocID="{6ED1E574-3CC5-4499-8CF2-292B80B7A214}" presName="descendantText" presStyleLbl="alignAccFollowNode1" presStyleIdx="0" presStyleCnt="1" custScaleY="123309">
        <dgm:presLayoutVars>
          <dgm:bulletEnabled val="1"/>
        </dgm:presLayoutVars>
      </dgm:prSet>
      <dgm:spPr/>
    </dgm:pt>
  </dgm:ptLst>
  <dgm:cxnLst>
    <dgm:cxn modelId="{11E4670F-52D6-40C8-88DF-85BB47786276}" type="presOf" srcId="{26E42C78-02DD-42C8-8D76-F46E18B7CDD3}" destId="{9C271B62-903D-4AC9-9BD2-C59BF1F175F8}" srcOrd="0" destOrd="3" presId="urn:microsoft.com/office/officeart/2005/8/layout/vList5"/>
    <dgm:cxn modelId="{056AE010-DCC2-49DA-AF34-CE6892CBAC2A}" type="presOf" srcId="{74960910-7EE6-44CF-88A6-8E10F9B25DCB}" destId="{9C271B62-903D-4AC9-9BD2-C59BF1F175F8}" srcOrd="0" destOrd="1" presId="urn:microsoft.com/office/officeart/2005/8/layout/vList5"/>
    <dgm:cxn modelId="{C9B9451D-4457-44CA-B843-E44B9DDE2965}" type="presOf" srcId="{6ED1E574-3CC5-4499-8CF2-292B80B7A214}" destId="{59FBBF5A-8B9E-40C2-B8A6-6853D6218B49}" srcOrd="0" destOrd="0" presId="urn:microsoft.com/office/officeart/2005/8/layout/vList5"/>
    <dgm:cxn modelId="{75EAFC29-C92D-4CCF-B947-14EA47DA6F7E}" type="presOf" srcId="{99CEC614-29E4-45F3-937E-0B0D760F6061}" destId="{9C271B62-903D-4AC9-9BD2-C59BF1F175F8}" srcOrd="0" destOrd="0" presId="urn:microsoft.com/office/officeart/2005/8/layout/vList5"/>
    <dgm:cxn modelId="{E30C292F-8DA2-4B66-802B-716F8A718E49}" srcId="{6ED1E574-3CC5-4499-8CF2-292B80B7A214}" destId="{92847DC6-814C-4388-939D-C50DB9DA7F50}" srcOrd="2" destOrd="0" parTransId="{C96921AE-D8A4-4F9B-AFF9-BB87100E77ED}" sibTransId="{B041FE95-69AC-42FC-A3FB-4BC293957B28}"/>
    <dgm:cxn modelId="{09E0B83A-7A62-4EFA-9B4B-796AF62177B5}" srcId="{6ED1E574-3CC5-4499-8CF2-292B80B7A214}" destId="{99CEC614-29E4-45F3-937E-0B0D760F6061}" srcOrd="0" destOrd="0" parTransId="{E567A3BB-1AD5-42AF-91BC-E4AAF84A24AD}" sibTransId="{40601D84-0D6A-40DF-B365-929A29513FCD}"/>
    <dgm:cxn modelId="{8146CE40-330A-428B-99E0-AEAA3BBDD6EB}" srcId="{6688D579-9582-4710-AC02-9051037EEB5F}" destId="{6ED1E574-3CC5-4499-8CF2-292B80B7A214}" srcOrd="0" destOrd="0" parTransId="{FFC529FF-5E49-41BB-80F4-68973BD12B51}" sibTransId="{8E066224-2D7B-4C3F-9B10-AB028B4D1C8F}"/>
    <dgm:cxn modelId="{07296D41-F0AB-4717-ADAC-6042ABF49C35}" type="presOf" srcId="{92847DC6-814C-4388-939D-C50DB9DA7F50}" destId="{9C271B62-903D-4AC9-9BD2-C59BF1F175F8}" srcOrd="0" destOrd="2" presId="urn:microsoft.com/office/officeart/2005/8/layout/vList5"/>
    <dgm:cxn modelId="{7FAAD3CB-EBA5-48D2-8A0A-CEB4C2B76829}" srcId="{6ED1E574-3CC5-4499-8CF2-292B80B7A214}" destId="{74960910-7EE6-44CF-88A6-8E10F9B25DCB}" srcOrd="1" destOrd="0" parTransId="{F52A9833-3D5F-402F-B55F-098C1C84F7D1}" sibTransId="{51274E32-495A-4EC8-8408-7F85B67C47BE}"/>
    <dgm:cxn modelId="{378B1BE5-641D-4051-B0CA-44B1661897F7}" srcId="{6ED1E574-3CC5-4499-8CF2-292B80B7A214}" destId="{26E42C78-02DD-42C8-8D76-F46E18B7CDD3}" srcOrd="3" destOrd="0" parTransId="{566EA771-7C2D-458E-B1FC-9E70AE309930}" sibTransId="{69F35D13-69FD-473F-9FBE-F302941E29E8}"/>
    <dgm:cxn modelId="{94B234EB-45C2-4AB6-BAEC-5F04D4F65B18}" type="presOf" srcId="{6688D579-9582-4710-AC02-9051037EEB5F}" destId="{1EDE9296-AF81-4758-AFA0-518141E53675}" srcOrd="0" destOrd="0" presId="urn:microsoft.com/office/officeart/2005/8/layout/vList5"/>
    <dgm:cxn modelId="{9E860C41-5FC4-4871-A6ED-533E91221CF1}" type="presParOf" srcId="{1EDE9296-AF81-4758-AFA0-518141E53675}" destId="{E9B44DCA-C5FF-4690-A064-7D7DBEAE51B6}" srcOrd="0" destOrd="0" presId="urn:microsoft.com/office/officeart/2005/8/layout/vList5"/>
    <dgm:cxn modelId="{8424307C-0694-486D-8792-5F589B8FFE4A}" type="presParOf" srcId="{E9B44DCA-C5FF-4690-A064-7D7DBEAE51B6}" destId="{59FBBF5A-8B9E-40C2-B8A6-6853D6218B49}" srcOrd="0" destOrd="0" presId="urn:microsoft.com/office/officeart/2005/8/layout/vList5"/>
    <dgm:cxn modelId="{1C031441-76BC-4229-8F79-E33B33EF38A2}" type="presParOf" srcId="{E9B44DCA-C5FF-4690-A064-7D7DBEAE51B6}" destId="{9C271B62-903D-4AC9-9BD2-C59BF1F175F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8906A85-A0D0-42E0-9E7C-47D894A850B4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AAD428D-3E40-4A51-A928-F05BCB354E0F}">
      <dgm:prSet/>
      <dgm:spPr/>
      <dgm:t>
        <a:bodyPr/>
        <a:lstStyle/>
        <a:p>
          <a:r>
            <a:rPr lang="en-US" dirty="0"/>
            <a:t>Model-View Controller</a:t>
          </a:r>
        </a:p>
      </dgm:t>
    </dgm:pt>
    <dgm:pt modelId="{DBCCBE55-8027-495B-A42C-8E08AC1969F9}" type="parTrans" cxnId="{D83B8955-6CCE-435B-98F7-73AE0D7033B9}">
      <dgm:prSet/>
      <dgm:spPr/>
      <dgm:t>
        <a:bodyPr/>
        <a:lstStyle/>
        <a:p>
          <a:endParaRPr lang="en-US"/>
        </a:p>
      </dgm:t>
    </dgm:pt>
    <dgm:pt modelId="{6C53CE54-7956-4E48-870D-6BAEA65C32C3}" type="sibTrans" cxnId="{D83B8955-6CCE-435B-98F7-73AE0D7033B9}">
      <dgm:prSet/>
      <dgm:spPr/>
      <dgm:t>
        <a:bodyPr/>
        <a:lstStyle/>
        <a:p>
          <a:endParaRPr lang="en-US"/>
        </a:p>
      </dgm:t>
    </dgm:pt>
    <dgm:pt modelId="{1AB2DA13-055C-4C97-A608-64F07A25D9F7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JavaFX is designed to implement MVC:</a:t>
          </a:r>
        </a:p>
      </dgm:t>
    </dgm:pt>
    <dgm:pt modelId="{9269A982-8846-45B0-8CA9-4F6637326948}" type="parTrans" cxnId="{E56A7C12-646F-4B2F-B495-EA6EA925D2B0}">
      <dgm:prSet/>
      <dgm:spPr/>
      <dgm:t>
        <a:bodyPr/>
        <a:lstStyle/>
        <a:p>
          <a:endParaRPr lang="en-US"/>
        </a:p>
      </dgm:t>
    </dgm:pt>
    <dgm:pt modelId="{0D899773-F76A-4807-94BB-7D95D9285280}" type="sibTrans" cxnId="{E56A7C12-646F-4B2F-B495-EA6EA925D2B0}">
      <dgm:prSet/>
      <dgm:spPr/>
      <dgm:t>
        <a:bodyPr/>
        <a:lstStyle/>
        <a:p>
          <a:endParaRPr lang="en-US"/>
        </a:p>
      </dgm:t>
    </dgm:pt>
    <dgm:pt modelId="{BB5E19D7-F30B-4B61-9469-D8035F9F04C0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Controllers: activities which connect the Views to the Models with logic.  They include event handlers.</a:t>
          </a:r>
        </a:p>
      </dgm:t>
    </dgm:pt>
    <dgm:pt modelId="{67362899-E95A-4972-957B-66F49C958D09}" type="parTrans" cxnId="{C4AF661F-922D-49C4-8AF7-BE81B7A35835}">
      <dgm:prSet/>
      <dgm:spPr/>
      <dgm:t>
        <a:bodyPr/>
        <a:lstStyle/>
        <a:p>
          <a:endParaRPr lang="en-US"/>
        </a:p>
      </dgm:t>
    </dgm:pt>
    <dgm:pt modelId="{9C716EDA-63CF-4918-8D4A-AB8C0A98AA60}" type="sibTrans" cxnId="{C4AF661F-922D-49C4-8AF7-BE81B7A35835}">
      <dgm:prSet/>
      <dgm:spPr/>
      <dgm:t>
        <a:bodyPr/>
        <a:lstStyle/>
        <a:p>
          <a:endParaRPr lang="en-US"/>
        </a:p>
      </dgm:t>
    </dgm:pt>
    <dgm:pt modelId="{DC1BAEF8-CCA3-4A28-AD4C-052434D4F1B2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Views: the user interface,  They are provided in fxml layouts, and may include menus, scrollable lists and widgets like buttons</a:t>
          </a:r>
        </a:p>
      </dgm:t>
    </dgm:pt>
    <dgm:pt modelId="{29325F9A-BA2B-4801-9B40-871B9FA73451}" type="parTrans" cxnId="{3732D947-7FE9-4C3F-A7DB-7764E7E3BCBD}">
      <dgm:prSet/>
      <dgm:spPr/>
      <dgm:t>
        <a:bodyPr/>
        <a:lstStyle/>
        <a:p>
          <a:endParaRPr lang="en-US"/>
        </a:p>
      </dgm:t>
    </dgm:pt>
    <dgm:pt modelId="{2DE11F13-A44A-452D-B2A7-640D2FF30A79}" type="sibTrans" cxnId="{3732D947-7FE9-4C3F-A7DB-7764E7E3BCBD}">
      <dgm:prSet/>
      <dgm:spPr/>
      <dgm:t>
        <a:bodyPr/>
        <a:lstStyle/>
        <a:p>
          <a:endParaRPr lang="en-US"/>
        </a:p>
      </dgm:t>
    </dgm:pt>
    <dgm:pt modelId="{C5EE992B-A263-4F7C-86A4-17E6903D1ADC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Models: the raw information or access to the raw information (our Java classes)</a:t>
          </a:r>
        </a:p>
      </dgm:t>
    </dgm:pt>
    <dgm:pt modelId="{CDCEC2D7-7D8F-4A1C-ABC5-BE36138B15D0}" type="parTrans" cxnId="{FBAF765C-3DCB-48A3-8C82-A41BC9755C54}">
      <dgm:prSet/>
      <dgm:spPr/>
      <dgm:t>
        <a:bodyPr/>
        <a:lstStyle/>
        <a:p>
          <a:endParaRPr lang="en-US"/>
        </a:p>
      </dgm:t>
    </dgm:pt>
    <dgm:pt modelId="{B224F9D7-DB7A-4F3B-BDFC-366DF04523D9}" type="sibTrans" cxnId="{FBAF765C-3DCB-48A3-8C82-A41BC9755C54}">
      <dgm:prSet/>
      <dgm:spPr/>
      <dgm:t>
        <a:bodyPr/>
        <a:lstStyle/>
        <a:p>
          <a:endParaRPr lang="en-US"/>
        </a:p>
      </dgm:t>
    </dgm:pt>
    <dgm:pt modelId="{530235A6-BC76-469F-BD05-0E28E89D323A}" type="pres">
      <dgm:prSet presAssocID="{68906A85-A0D0-42E0-9E7C-47D894A850B4}" presName="Name0" presStyleCnt="0">
        <dgm:presLayoutVars>
          <dgm:dir/>
          <dgm:animLvl val="lvl"/>
          <dgm:resizeHandles val="exact"/>
        </dgm:presLayoutVars>
      </dgm:prSet>
      <dgm:spPr/>
    </dgm:pt>
    <dgm:pt modelId="{023463C8-D11D-47F9-BBB7-03120E239FE3}" type="pres">
      <dgm:prSet presAssocID="{6AAD428D-3E40-4A51-A928-F05BCB354E0F}" presName="linNode" presStyleCnt="0"/>
      <dgm:spPr/>
    </dgm:pt>
    <dgm:pt modelId="{093E050E-5A26-4A86-9DB2-1C43F19CBE3D}" type="pres">
      <dgm:prSet presAssocID="{6AAD428D-3E40-4A51-A928-F05BCB354E0F}" presName="parentText" presStyleLbl="node1" presStyleIdx="0" presStyleCnt="1" custFlipHor="1" custScaleX="1129" custLinFactNeighborX="688">
        <dgm:presLayoutVars>
          <dgm:chMax val="1"/>
          <dgm:bulletEnabled val="1"/>
        </dgm:presLayoutVars>
      </dgm:prSet>
      <dgm:spPr/>
    </dgm:pt>
    <dgm:pt modelId="{CC913E5E-6381-4F4B-9956-EFC4D5861D51}" type="pres">
      <dgm:prSet presAssocID="{6AAD428D-3E40-4A51-A928-F05BCB354E0F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F2F7506-6EF5-4756-A810-F3BEB2A0D79A}" type="presOf" srcId="{6AAD428D-3E40-4A51-A928-F05BCB354E0F}" destId="{093E050E-5A26-4A86-9DB2-1C43F19CBE3D}" srcOrd="0" destOrd="0" presId="urn:microsoft.com/office/officeart/2005/8/layout/vList5"/>
    <dgm:cxn modelId="{E56A7C12-646F-4B2F-B495-EA6EA925D2B0}" srcId="{6AAD428D-3E40-4A51-A928-F05BCB354E0F}" destId="{1AB2DA13-055C-4C97-A608-64F07A25D9F7}" srcOrd="0" destOrd="0" parTransId="{9269A982-8846-45B0-8CA9-4F6637326948}" sibTransId="{0D899773-F76A-4807-94BB-7D95D9285280}"/>
    <dgm:cxn modelId="{C4AF661F-922D-49C4-8AF7-BE81B7A35835}" srcId="{6AAD428D-3E40-4A51-A928-F05BCB354E0F}" destId="{BB5E19D7-F30B-4B61-9469-D8035F9F04C0}" srcOrd="1" destOrd="0" parTransId="{67362899-E95A-4972-957B-66F49C958D09}" sibTransId="{9C716EDA-63CF-4918-8D4A-AB8C0A98AA60}"/>
    <dgm:cxn modelId="{A52CF62A-31A4-4B19-A4C8-A10411056F39}" type="presOf" srcId="{BB5E19D7-F30B-4B61-9469-D8035F9F04C0}" destId="{CC913E5E-6381-4F4B-9956-EFC4D5861D51}" srcOrd="0" destOrd="1" presId="urn:microsoft.com/office/officeart/2005/8/layout/vList5"/>
    <dgm:cxn modelId="{20E47E33-A895-4488-8488-E729B6CE7C8E}" type="presOf" srcId="{C5EE992B-A263-4F7C-86A4-17E6903D1ADC}" destId="{CC913E5E-6381-4F4B-9956-EFC4D5861D51}" srcOrd="0" destOrd="3" presId="urn:microsoft.com/office/officeart/2005/8/layout/vList5"/>
    <dgm:cxn modelId="{FBAF765C-3DCB-48A3-8C82-A41BC9755C54}" srcId="{6AAD428D-3E40-4A51-A928-F05BCB354E0F}" destId="{C5EE992B-A263-4F7C-86A4-17E6903D1ADC}" srcOrd="3" destOrd="0" parTransId="{CDCEC2D7-7D8F-4A1C-ABC5-BE36138B15D0}" sibTransId="{B224F9D7-DB7A-4F3B-BDFC-366DF04523D9}"/>
    <dgm:cxn modelId="{A8029841-E789-46F1-8138-227D529D5BBA}" type="presOf" srcId="{68906A85-A0D0-42E0-9E7C-47D894A850B4}" destId="{530235A6-BC76-469F-BD05-0E28E89D323A}" srcOrd="0" destOrd="0" presId="urn:microsoft.com/office/officeart/2005/8/layout/vList5"/>
    <dgm:cxn modelId="{3732D947-7FE9-4C3F-A7DB-7764E7E3BCBD}" srcId="{6AAD428D-3E40-4A51-A928-F05BCB354E0F}" destId="{DC1BAEF8-CCA3-4A28-AD4C-052434D4F1B2}" srcOrd="2" destOrd="0" parTransId="{29325F9A-BA2B-4801-9B40-871B9FA73451}" sibTransId="{2DE11F13-A44A-452D-B2A7-640D2FF30A79}"/>
    <dgm:cxn modelId="{D83B8955-6CCE-435B-98F7-73AE0D7033B9}" srcId="{68906A85-A0D0-42E0-9E7C-47D894A850B4}" destId="{6AAD428D-3E40-4A51-A928-F05BCB354E0F}" srcOrd="0" destOrd="0" parTransId="{DBCCBE55-8027-495B-A42C-8E08AC1969F9}" sibTransId="{6C53CE54-7956-4E48-870D-6BAEA65C32C3}"/>
    <dgm:cxn modelId="{5261369C-36AD-4E9D-ACB2-B7B1A53F4F21}" type="presOf" srcId="{1AB2DA13-055C-4C97-A608-64F07A25D9F7}" destId="{CC913E5E-6381-4F4B-9956-EFC4D5861D51}" srcOrd="0" destOrd="0" presId="urn:microsoft.com/office/officeart/2005/8/layout/vList5"/>
    <dgm:cxn modelId="{F8B5ACC1-2109-486E-84A5-709BA3B5425C}" type="presOf" srcId="{DC1BAEF8-CCA3-4A28-AD4C-052434D4F1B2}" destId="{CC913E5E-6381-4F4B-9956-EFC4D5861D51}" srcOrd="0" destOrd="2" presId="urn:microsoft.com/office/officeart/2005/8/layout/vList5"/>
    <dgm:cxn modelId="{D227787E-42DC-4645-A644-322A1A73A4DD}" type="presParOf" srcId="{530235A6-BC76-469F-BD05-0E28E89D323A}" destId="{023463C8-D11D-47F9-BBB7-03120E239FE3}" srcOrd="0" destOrd="0" presId="urn:microsoft.com/office/officeart/2005/8/layout/vList5"/>
    <dgm:cxn modelId="{A893F216-F5BE-4110-86E0-26B7A72B6F5E}" type="presParOf" srcId="{023463C8-D11D-47F9-BBB7-03120E239FE3}" destId="{093E050E-5A26-4A86-9DB2-1C43F19CBE3D}" srcOrd="0" destOrd="0" presId="urn:microsoft.com/office/officeart/2005/8/layout/vList5"/>
    <dgm:cxn modelId="{50C6CA96-23F7-4894-9F87-9DF973B511E0}" type="presParOf" srcId="{023463C8-D11D-47F9-BBB7-03120E239FE3}" destId="{CC913E5E-6381-4F4B-9956-EFC4D5861D5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45DA4CE-B46F-4E22-864A-8E865CAF4857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CA05FED-784C-43CB-8624-1915B58685A1}">
      <dgm:prSet/>
      <dgm:spPr/>
      <dgm:t>
        <a:bodyPr/>
        <a:lstStyle/>
        <a:p>
          <a:r>
            <a:rPr lang="en-US" dirty="0"/>
            <a:t>Why use MVC?</a:t>
          </a:r>
        </a:p>
      </dgm:t>
    </dgm:pt>
    <dgm:pt modelId="{EC91DC1C-E233-4539-9462-89BE0345A705}" type="parTrans" cxnId="{2305A0EA-833D-401F-BCAF-77368321BBC4}">
      <dgm:prSet/>
      <dgm:spPr/>
      <dgm:t>
        <a:bodyPr/>
        <a:lstStyle/>
        <a:p>
          <a:endParaRPr lang="en-US"/>
        </a:p>
      </dgm:t>
    </dgm:pt>
    <dgm:pt modelId="{BB480A8B-3AC5-4663-A303-46676F2CEC40}" type="sibTrans" cxnId="{2305A0EA-833D-401F-BCAF-77368321BBC4}">
      <dgm:prSet/>
      <dgm:spPr/>
      <dgm:t>
        <a:bodyPr/>
        <a:lstStyle/>
        <a:p>
          <a:endParaRPr lang="en-US"/>
        </a:p>
      </dgm:t>
    </dgm:pt>
    <dgm:pt modelId="{CEF9FF21-8CC8-414D-899C-C95AF555687D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dirty="0"/>
            <a:t>This pattern </a:t>
          </a:r>
          <a:r>
            <a:rPr lang="en-US" b="1" dirty="0"/>
            <a:t>decouples</a:t>
          </a:r>
          <a:r>
            <a:rPr lang="en-US" dirty="0"/>
            <a:t> changes to how data are manipulated from how they are displayed or stored, while unifying the code in each component. </a:t>
          </a:r>
        </a:p>
      </dgm:t>
    </dgm:pt>
    <dgm:pt modelId="{3624A850-923B-4EF9-B409-6C40924C8C41}" type="parTrans" cxnId="{07846F85-1D9A-48D2-B648-83B7A26884D6}">
      <dgm:prSet/>
      <dgm:spPr/>
      <dgm:t>
        <a:bodyPr/>
        <a:lstStyle/>
        <a:p>
          <a:endParaRPr lang="en-US"/>
        </a:p>
      </dgm:t>
    </dgm:pt>
    <dgm:pt modelId="{AA81B45B-B168-4E17-AAE8-FEA329A53D12}" type="sibTrans" cxnId="{07846F85-1D9A-48D2-B648-83B7A26884D6}">
      <dgm:prSet/>
      <dgm:spPr/>
      <dgm:t>
        <a:bodyPr/>
        <a:lstStyle/>
        <a:p>
          <a:endParaRPr lang="en-US"/>
        </a:p>
      </dgm:t>
    </dgm:pt>
    <dgm:pt modelId="{A017ECF5-EEA1-41E6-8411-529171FF6039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In other words, it's a way of developing apps keeping the data (model) used in the program, and the visual (view) component of the program separate from one another, each interacting only with a controller containing the logic of our program. </a:t>
          </a:r>
        </a:p>
      </dgm:t>
    </dgm:pt>
    <dgm:pt modelId="{18D98B4E-7627-40AE-8F4F-B47609AEF6FC}" type="parTrans" cxnId="{A2C09B1D-C5F6-4455-A725-17A29F9A8723}">
      <dgm:prSet/>
      <dgm:spPr/>
      <dgm:t>
        <a:bodyPr/>
        <a:lstStyle/>
        <a:p>
          <a:endParaRPr lang="en-US"/>
        </a:p>
      </dgm:t>
    </dgm:pt>
    <dgm:pt modelId="{49EE8837-4CB5-4010-BC70-23AD29F7043D}" type="sibTrans" cxnId="{A2C09B1D-C5F6-4455-A725-17A29F9A8723}">
      <dgm:prSet/>
      <dgm:spPr/>
      <dgm:t>
        <a:bodyPr/>
        <a:lstStyle/>
        <a:p>
          <a:endParaRPr lang="en-US"/>
        </a:p>
      </dgm:t>
    </dgm:pt>
    <dgm:pt modelId="{831C86BC-66F3-41A9-B4A7-DBFC1EDFCE0B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/>
            <a:t>The view and the model interact only with the controller </a:t>
          </a:r>
          <a:r>
            <a:rPr lang="en-US" b="1"/>
            <a:t>NEVER</a:t>
          </a:r>
          <a:r>
            <a:rPr lang="en-US"/>
            <a:t> with each other.</a:t>
          </a:r>
        </a:p>
      </dgm:t>
    </dgm:pt>
    <dgm:pt modelId="{F209FA17-24FC-4DF2-958E-868D2805885D}" type="parTrans" cxnId="{B01C3994-B568-4B9B-A493-40D6BEA991FB}">
      <dgm:prSet/>
      <dgm:spPr/>
      <dgm:t>
        <a:bodyPr/>
        <a:lstStyle/>
        <a:p>
          <a:endParaRPr lang="en-US"/>
        </a:p>
      </dgm:t>
    </dgm:pt>
    <dgm:pt modelId="{C2DB57D5-F233-4C8C-A55B-5C64FA23430B}" type="sibTrans" cxnId="{B01C3994-B568-4B9B-A493-40D6BEA991FB}">
      <dgm:prSet/>
      <dgm:spPr/>
      <dgm:t>
        <a:bodyPr/>
        <a:lstStyle/>
        <a:p>
          <a:endParaRPr lang="en-US"/>
        </a:p>
      </dgm:t>
    </dgm:pt>
    <dgm:pt modelId="{D03AE76B-F1A9-46F7-9F22-B4241BE1F4EE}" type="pres">
      <dgm:prSet presAssocID="{845DA4CE-B46F-4E22-864A-8E865CAF4857}" presName="Name0" presStyleCnt="0">
        <dgm:presLayoutVars>
          <dgm:dir/>
          <dgm:animLvl val="lvl"/>
          <dgm:resizeHandles val="exact"/>
        </dgm:presLayoutVars>
      </dgm:prSet>
      <dgm:spPr/>
    </dgm:pt>
    <dgm:pt modelId="{C1B0B61F-48B5-460D-944E-31B29BEA5A92}" type="pres">
      <dgm:prSet presAssocID="{FCA05FED-784C-43CB-8624-1915B58685A1}" presName="linNode" presStyleCnt="0"/>
      <dgm:spPr/>
    </dgm:pt>
    <dgm:pt modelId="{DD92AC50-B9D5-4FD6-B1CB-92215460B7D9}" type="pres">
      <dgm:prSet presAssocID="{FCA05FED-784C-43CB-8624-1915B58685A1}" presName="parentText" presStyleLbl="node1" presStyleIdx="0" presStyleCnt="1" custFlipHor="1" custScaleX="1129" custLinFactNeighborX="172" custLinFactNeighborY="-412">
        <dgm:presLayoutVars>
          <dgm:chMax val="1"/>
          <dgm:bulletEnabled val="1"/>
        </dgm:presLayoutVars>
      </dgm:prSet>
      <dgm:spPr/>
    </dgm:pt>
    <dgm:pt modelId="{BC88C31C-1069-425E-8F73-7D360D66BD94}" type="pres">
      <dgm:prSet presAssocID="{FCA05FED-784C-43CB-8624-1915B58685A1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A20C7C13-45C6-4865-8130-2EBEB7AEFF1A}" type="presOf" srcId="{831C86BC-66F3-41A9-B4A7-DBFC1EDFCE0B}" destId="{BC88C31C-1069-425E-8F73-7D360D66BD94}" srcOrd="0" destOrd="2" presId="urn:microsoft.com/office/officeart/2005/8/layout/vList5"/>
    <dgm:cxn modelId="{A2C09B1D-C5F6-4455-A725-17A29F9A8723}" srcId="{FCA05FED-784C-43CB-8624-1915B58685A1}" destId="{A017ECF5-EEA1-41E6-8411-529171FF6039}" srcOrd="1" destOrd="0" parTransId="{18D98B4E-7627-40AE-8F4F-B47609AEF6FC}" sibTransId="{49EE8837-4CB5-4010-BC70-23AD29F7043D}"/>
    <dgm:cxn modelId="{90B96D29-9C9D-4351-9211-E3B3221E138D}" type="presOf" srcId="{A017ECF5-EEA1-41E6-8411-529171FF6039}" destId="{BC88C31C-1069-425E-8F73-7D360D66BD94}" srcOrd="0" destOrd="1" presId="urn:microsoft.com/office/officeart/2005/8/layout/vList5"/>
    <dgm:cxn modelId="{07846F85-1D9A-48D2-B648-83B7A26884D6}" srcId="{FCA05FED-784C-43CB-8624-1915B58685A1}" destId="{CEF9FF21-8CC8-414D-899C-C95AF555687D}" srcOrd="0" destOrd="0" parTransId="{3624A850-923B-4EF9-B409-6C40924C8C41}" sibTransId="{AA81B45B-B168-4E17-AAE8-FEA329A53D12}"/>
    <dgm:cxn modelId="{B01C3994-B568-4B9B-A493-40D6BEA991FB}" srcId="{FCA05FED-784C-43CB-8624-1915B58685A1}" destId="{831C86BC-66F3-41A9-B4A7-DBFC1EDFCE0B}" srcOrd="2" destOrd="0" parTransId="{F209FA17-24FC-4DF2-958E-868D2805885D}" sibTransId="{C2DB57D5-F233-4C8C-A55B-5C64FA23430B}"/>
    <dgm:cxn modelId="{5984FCBE-438B-4AE0-9A0C-8160B2A2488B}" type="presOf" srcId="{845DA4CE-B46F-4E22-864A-8E865CAF4857}" destId="{D03AE76B-F1A9-46F7-9F22-B4241BE1F4EE}" srcOrd="0" destOrd="0" presId="urn:microsoft.com/office/officeart/2005/8/layout/vList5"/>
    <dgm:cxn modelId="{95B6A6CE-3AC8-4388-B0FF-1EAB82424D53}" type="presOf" srcId="{FCA05FED-784C-43CB-8624-1915B58685A1}" destId="{DD92AC50-B9D5-4FD6-B1CB-92215460B7D9}" srcOrd="0" destOrd="0" presId="urn:microsoft.com/office/officeart/2005/8/layout/vList5"/>
    <dgm:cxn modelId="{2305A0EA-833D-401F-BCAF-77368321BBC4}" srcId="{845DA4CE-B46F-4E22-864A-8E865CAF4857}" destId="{FCA05FED-784C-43CB-8624-1915B58685A1}" srcOrd="0" destOrd="0" parTransId="{EC91DC1C-E233-4539-9462-89BE0345A705}" sibTransId="{BB480A8B-3AC5-4663-A303-46676F2CEC40}"/>
    <dgm:cxn modelId="{57E40DFE-5B19-46E3-AC09-75147D99C962}" type="presOf" srcId="{CEF9FF21-8CC8-414D-899C-C95AF555687D}" destId="{BC88C31C-1069-425E-8F73-7D360D66BD94}" srcOrd="0" destOrd="0" presId="urn:microsoft.com/office/officeart/2005/8/layout/vList5"/>
    <dgm:cxn modelId="{957C2ADC-48B6-4A43-B2F2-D53B852BA3D7}" type="presParOf" srcId="{D03AE76B-F1A9-46F7-9F22-B4241BE1F4EE}" destId="{C1B0B61F-48B5-460D-944E-31B29BEA5A92}" srcOrd="0" destOrd="0" presId="urn:microsoft.com/office/officeart/2005/8/layout/vList5"/>
    <dgm:cxn modelId="{7F6B5BB3-6170-4EA5-9891-530ADECF4CF9}" type="presParOf" srcId="{C1B0B61F-48B5-460D-944E-31B29BEA5A92}" destId="{DD92AC50-B9D5-4FD6-B1CB-92215460B7D9}" srcOrd="0" destOrd="0" presId="urn:microsoft.com/office/officeart/2005/8/layout/vList5"/>
    <dgm:cxn modelId="{46E32104-C8A6-4B56-AE10-B8F4370AB687}" type="presParOf" srcId="{C1B0B61F-48B5-460D-944E-31B29BEA5A92}" destId="{BC88C31C-1069-425E-8F73-7D360D66BD9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3D629F0-374C-43F5-B21B-6F9CD52D168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AAF28FF-5DDC-403F-8109-9AF0262EB0E0}">
      <dgm:prSet custT="1"/>
      <dgm:spPr/>
      <dgm:t>
        <a:bodyPr/>
        <a:lstStyle/>
        <a:p>
          <a:pPr algn="ctr"/>
          <a:r>
            <a:rPr lang="en-US" sz="2400" dirty="0"/>
            <a:t>Application</a:t>
          </a:r>
        </a:p>
      </dgm:t>
    </dgm:pt>
    <dgm:pt modelId="{768C1F6B-3019-4488-8224-91F8B90B3274}" type="parTrans" cxnId="{570DC973-5354-472F-9392-9FEFD11B8CDE}">
      <dgm:prSet/>
      <dgm:spPr/>
      <dgm:t>
        <a:bodyPr/>
        <a:lstStyle/>
        <a:p>
          <a:pPr algn="ctr"/>
          <a:endParaRPr lang="en-US" sz="2400"/>
        </a:p>
      </dgm:t>
    </dgm:pt>
    <dgm:pt modelId="{0716C67A-95F4-481D-A6AF-B2E1DE6A3131}" type="sibTrans" cxnId="{570DC973-5354-472F-9392-9FEFD11B8CDE}">
      <dgm:prSet/>
      <dgm:spPr/>
      <dgm:t>
        <a:bodyPr/>
        <a:lstStyle/>
        <a:p>
          <a:pPr algn="ctr"/>
          <a:endParaRPr lang="en-US" sz="2400"/>
        </a:p>
      </dgm:t>
    </dgm:pt>
    <dgm:pt modelId="{7FACB1FD-26FA-4523-A805-4A5C3FA94AD5}">
      <dgm:prSet custT="1"/>
      <dgm:spPr/>
      <dgm:t>
        <a:bodyPr/>
        <a:lstStyle/>
        <a:p>
          <a:pPr algn="ctr"/>
          <a:r>
            <a:rPr lang="en-US" sz="2400" dirty="0"/>
            <a:t>Override the start(Stage) method</a:t>
          </a:r>
        </a:p>
      </dgm:t>
    </dgm:pt>
    <dgm:pt modelId="{6B3E3F9C-DB39-4306-BAC3-473581883BF3}" type="parTrans" cxnId="{AC0C895A-67C6-477E-8512-FC4E402C2A4A}">
      <dgm:prSet/>
      <dgm:spPr/>
      <dgm:t>
        <a:bodyPr/>
        <a:lstStyle/>
        <a:p>
          <a:pPr algn="ctr"/>
          <a:endParaRPr lang="en-US" sz="2400"/>
        </a:p>
      </dgm:t>
    </dgm:pt>
    <dgm:pt modelId="{E57D20EB-2182-4871-BAC8-7C380D15470C}" type="sibTrans" cxnId="{AC0C895A-67C6-477E-8512-FC4E402C2A4A}">
      <dgm:prSet/>
      <dgm:spPr/>
      <dgm:t>
        <a:bodyPr/>
        <a:lstStyle/>
        <a:p>
          <a:pPr algn="ctr"/>
          <a:endParaRPr lang="en-US" sz="2400"/>
        </a:p>
      </dgm:t>
    </dgm:pt>
    <dgm:pt modelId="{089AA1C8-1D2D-47F4-8EAE-E535C29328F4}">
      <dgm:prSet custT="1"/>
      <dgm:spPr/>
      <dgm:t>
        <a:bodyPr/>
        <a:lstStyle/>
        <a:p>
          <a:pPr algn="ctr"/>
          <a:r>
            <a:rPr lang="en-US" sz="2400"/>
            <a:t>Stage, Scene, and Nodes</a:t>
          </a:r>
        </a:p>
      </dgm:t>
    </dgm:pt>
    <dgm:pt modelId="{64ECD3B7-77D2-4CB6-83E4-332182025906}" type="parTrans" cxnId="{FA1B861B-77AF-44E3-B41A-541F82F01B9C}">
      <dgm:prSet/>
      <dgm:spPr/>
      <dgm:t>
        <a:bodyPr/>
        <a:lstStyle/>
        <a:p>
          <a:pPr algn="ctr"/>
          <a:endParaRPr lang="en-US" sz="2400"/>
        </a:p>
      </dgm:t>
    </dgm:pt>
    <dgm:pt modelId="{250355E4-1E34-4E88-9B6A-0715E80FD6FB}" type="sibTrans" cxnId="{FA1B861B-77AF-44E3-B41A-541F82F01B9C}">
      <dgm:prSet/>
      <dgm:spPr/>
      <dgm:t>
        <a:bodyPr/>
        <a:lstStyle/>
        <a:p>
          <a:pPr algn="ctr"/>
          <a:endParaRPr lang="en-US" sz="2400"/>
        </a:p>
      </dgm:t>
    </dgm:pt>
    <dgm:pt modelId="{91311EBC-F9FB-428B-A53E-F16ACE13A287}" type="pres">
      <dgm:prSet presAssocID="{C3D629F0-374C-43F5-B21B-6F9CD52D1688}" presName="linear" presStyleCnt="0">
        <dgm:presLayoutVars>
          <dgm:animLvl val="lvl"/>
          <dgm:resizeHandles val="exact"/>
        </dgm:presLayoutVars>
      </dgm:prSet>
      <dgm:spPr/>
    </dgm:pt>
    <dgm:pt modelId="{31C18D2F-58D9-4C3B-A6F2-3C680F58D6B8}" type="pres">
      <dgm:prSet presAssocID="{6AAF28FF-5DDC-403F-8109-9AF0262EB0E0}" presName="parentText" presStyleLbl="node1" presStyleIdx="0" presStyleCnt="3" custScaleX="26486">
        <dgm:presLayoutVars>
          <dgm:chMax val="0"/>
          <dgm:bulletEnabled val="1"/>
        </dgm:presLayoutVars>
      </dgm:prSet>
      <dgm:spPr/>
    </dgm:pt>
    <dgm:pt modelId="{075DBB39-FBFA-4099-8510-1B555D4248ED}" type="pres">
      <dgm:prSet presAssocID="{0716C67A-95F4-481D-A6AF-B2E1DE6A3131}" presName="spacer" presStyleCnt="0"/>
      <dgm:spPr/>
    </dgm:pt>
    <dgm:pt modelId="{4290B031-9258-4BE4-9677-16FA364A3F9F}" type="pres">
      <dgm:prSet presAssocID="{7FACB1FD-26FA-4523-A805-4A5C3FA94AD5}" presName="parentText" presStyleLbl="node1" presStyleIdx="1" presStyleCnt="3" custScaleX="69747">
        <dgm:presLayoutVars>
          <dgm:chMax val="0"/>
          <dgm:bulletEnabled val="1"/>
        </dgm:presLayoutVars>
      </dgm:prSet>
      <dgm:spPr/>
    </dgm:pt>
    <dgm:pt modelId="{C5CB9D1F-59DD-4164-8AB0-48785DA33158}" type="pres">
      <dgm:prSet presAssocID="{E57D20EB-2182-4871-BAC8-7C380D15470C}" presName="spacer" presStyleCnt="0"/>
      <dgm:spPr/>
    </dgm:pt>
    <dgm:pt modelId="{384965C7-DD23-434B-910C-4421BD365F28}" type="pres">
      <dgm:prSet presAssocID="{089AA1C8-1D2D-47F4-8EAE-E535C29328F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223302-4B66-46D3-BDE1-746130A2427D}" type="presOf" srcId="{7FACB1FD-26FA-4523-A805-4A5C3FA94AD5}" destId="{4290B031-9258-4BE4-9677-16FA364A3F9F}" srcOrd="0" destOrd="0" presId="urn:microsoft.com/office/officeart/2005/8/layout/vList2"/>
    <dgm:cxn modelId="{8EE57B10-716E-498F-8E19-D5748F299FAB}" type="presOf" srcId="{6AAF28FF-5DDC-403F-8109-9AF0262EB0E0}" destId="{31C18D2F-58D9-4C3B-A6F2-3C680F58D6B8}" srcOrd="0" destOrd="0" presId="urn:microsoft.com/office/officeart/2005/8/layout/vList2"/>
    <dgm:cxn modelId="{FA1B861B-77AF-44E3-B41A-541F82F01B9C}" srcId="{C3D629F0-374C-43F5-B21B-6F9CD52D1688}" destId="{089AA1C8-1D2D-47F4-8EAE-E535C29328F4}" srcOrd="2" destOrd="0" parTransId="{64ECD3B7-77D2-4CB6-83E4-332182025906}" sibTransId="{250355E4-1E34-4E88-9B6A-0715E80FD6FB}"/>
    <dgm:cxn modelId="{9929A64B-683E-4543-940A-99D493E48A00}" type="presOf" srcId="{089AA1C8-1D2D-47F4-8EAE-E535C29328F4}" destId="{384965C7-DD23-434B-910C-4421BD365F28}" srcOrd="0" destOrd="0" presId="urn:microsoft.com/office/officeart/2005/8/layout/vList2"/>
    <dgm:cxn modelId="{570DC973-5354-472F-9392-9FEFD11B8CDE}" srcId="{C3D629F0-374C-43F5-B21B-6F9CD52D1688}" destId="{6AAF28FF-5DDC-403F-8109-9AF0262EB0E0}" srcOrd="0" destOrd="0" parTransId="{768C1F6B-3019-4488-8224-91F8B90B3274}" sibTransId="{0716C67A-95F4-481D-A6AF-B2E1DE6A3131}"/>
    <dgm:cxn modelId="{AC0C895A-67C6-477E-8512-FC4E402C2A4A}" srcId="{C3D629F0-374C-43F5-B21B-6F9CD52D1688}" destId="{7FACB1FD-26FA-4523-A805-4A5C3FA94AD5}" srcOrd="1" destOrd="0" parTransId="{6B3E3F9C-DB39-4306-BAC3-473581883BF3}" sibTransId="{E57D20EB-2182-4871-BAC8-7C380D15470C}"/>
    <dgm:cxn modelId="{48C16E87-B65F-4DAB-990B-E7A531C7171D}" type="presOf" srcId="{C3D629F0-374C-43F5-B21B-6F9CD52D1688}" destId="{91311EBC-F9FB-428B-A53E-F16ACE13A287}" srcOrd="0" destOrd="0" presId="urn:microsoft.com/office/officeart/2005/8/layout/vList2"/>
    <dgm:cxn modelId="{55698762-D9EA-4AA4-A71D-404B2ACDD945}" type="presParOf" srcId="{91311EBC-F9FB-428B-A53E-F16ACE13A287}" destId="{31C18D2F-58D9-4C3B-A6F2-3C680F58D6B8}" srcOrd="0" destOrd="0" presId="urn:microsoft.com/office/officeart/2005/8/layout/vList2"/>
    <dgm:cxn modelId="{B8F8ABB4-4B2B-4964-9BF3-9A7BD0AAEAA9}" type="presParOf" srcId="{91311EBC-F9FB-428B-A53E-F16ACE13A287}" destId="{075DBB39-FBFA-4099-8510-1B555D4248ED}" srcOrd="1" destOrd="0" presId="urn:microsoft.com/office/officeart/2005/8/layout/vList2"/>
    <dgm:cxn modelId="{63562291-7278-4A26-B6D8-A60C4CB5A35C}" type="presParOf" srcId="{91311EBC-F9FB-428B-A53E-F16ACE13A287}" destId="{4290B031-9258-4BE4-9677-16FA364A3F9F}" srcOrd="2" destOrd="0" presId="urn:microsoft.com/office/officeart/2005/8/layout/vList2"/>
    <dgm:cxn modelId="{B3C5EE34-5E00-4BF8-9781-41A7F509C3E0}" type="presParOf" srcId="{91311EBC-F9FB-428B-A53E-F16ACE13A287}" destId="{C5CB9D1F-59DD-4164-8AB0-48785DA33158}" srcOrd="3" destOrd="0" presId="urn:microsoft.com/office/officeart/2005/8/layout/vList2"/>
    <dgm:cxn modelId="{AE151425-FBB7-4AEF-BD09-9D699A619AAB}" type="presParOf" srcId="{91311EBC-F9FB-428B-A53E-F16ACE13A287}" destId="{384965C7-DD23-434B-910C-4421BD365F2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E74FC31-C0DA-440D-A2D4-77F8D931F8A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D9A2C74-7659-4B3A-8632-8FEC545B6814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JavaFX uses its own classes instead of AWT or Swing!</a:t>
          </a:r>
        </a:p>
        <a:p>
          <a:r>
            <a:rPr lang="en-US" dirty="0">
              <a:solidFill>
                <a:schemeClr val="tx1"/>
              </a:solidFill>
            </a:rPr>
            <a:t>This means if you are being offered multiple choices for an import , be sure to select the </a:t>
          </a:r>
          <a:r>
            <a:rPr lang="en-US" dirty="0" err="1">
              <a:solidFill>
                <a:schemeClr val="tx1"/>
              </a:solidFill>
            </a:rPr>
            <a:t>fx</a:t>
          </a:r>
          <a:r>
            <a:rPr lang="en-US" dirty="0">
              <a:solidFill>
                <a:schemeClr val="tx1"/>
              </a:solidFill>
            </a:rPr>
            <a:t> version!</a:t>
          </a:r>
        </a:p>
      </dgm:t>
    </dgm:pt>
    <dgm:pt modelId="{EF7078EB-C710-4705-90FF-3ED79632D0DD}" type="parTrans" cxnId="{68171E4E-CAEF-483B-B0BF-885CB4E8E78F}">
      <dgm:prSet/>
      <dgm:spPr/>
      <dgm:t>
        <a:bodyPr/>
        <a:lstStyle/>
        <a:p>
          <a:endParaRPr lang="en-US"/>
        </a:p>
      </dgm:t>
    </dgm:pt>
    <dgm:pt modelId="{F12806AE-F64A-4583-BAC3-DD0579BA6949}" type="sibTrans" cxnId="{68171E4E-CAEF-483B-B0BF-885CB4E8E78F}">
      <dgm:prSet/>
      <dgm:spPr/>
      <dgm:t>
        <a:bodyPr/>
        <a:lstStyle/>
        <a:p>
          <a:endParaRPr lang="en-US"/>
        </a:p>
      </dgm:t>
    </dgm:pt>
    <dgm:pt modelId="{B6A97380-6A01-41CE-A360-FAD77CD35795}" type="pres">
      <dgm:prSet presAssocID="{DE74FC31-C0DA-440D-A2D4-77F8D931F8AE}" presName="linear" presStyleCnt="0">
        <dgm:presLayoutVars>
          <dgm:animLvl val="lvl"/>
          <dgm:resizeHandles val="exact"/>
        </dgm:presLayoutVars>
      </dgm:prSet>
      <dgm:spPr/>
    </dgm:pt>
    <dgm:pt modelId="{D79C50F6-2E11-4FD7-A447-50EF70F27B3C}" type="pres">
      <dgm:prSet presAssocID="{FD9A2C74-7659-4B3A-8632-8FEC545B6814}" presName="parentText" presStyleLbl="node1" presStyleIdx="0" presStyleCnt="1" custScaleY="234345" custLinFactNeighborX="416" custLinFactNeighborY="-18946">
        <dgm:presLayoutVars>
          <dgm:chMax val="0"/>
          <dgm:bulletEnabled val="1"/>
        </dgm:presLayoutVars>
      </dgm:prSet>
      <dgm:spPr/>
    </dgm:pt>
  </dgm:ptLst>
  <dgm:cxnLst>
    <dgm:cxn modelId="{68171E4E-CAEF-483B-B0BF-885CB4E8E78F}" srcId="{DE74FC31-C0DA-440D-A2D4-77F8D931F8AE}" destId="{FD9A2C74-7659-4B3A-8632-8FEC545B6814}" srcOrd="0" destOrd="0" parTransId="{EF7078EB-C710-4705-90FF-3ED79632D0DD}" sibTransId="{F12806AE-F64A-4583-BAC3-DD0579BA6949}"/>
    <dgm:cxn modelId="{C4DAF4D0-5A93-4767-9780-DDBAD560FD06}" type="presOf" srcId="{DE74FC31-C0DA-440D-A2D4-77F8D931F8AE}" destId="{B6A97380-6A01-41CE-A360-FAD77CD35795}" srcOrd="0" destOrd="0" presId="urn:microsoft.com/office/officeart/2005/8/layout/vList2"/>
    <dgm:cxn modelId="{908625E8-4012-47B9-BD7E-9E8B7FCF1F6F}" type="presOf" srcId="{FD9A2C74-7659-4B3A-8632-8FEC545B6814}" destId="{D79C50F6-2E11-4FD7-A447-50EF70F27B3C}" srcOrd="0" destOrd="0" presId="urn:microsoft.com/office/officeart/2005/8/layout/vList2"/>
    <dgm:cxn modelId="{61349188-7D3C-4D56-AE8A-4D9A398F26AD}" type="presParOf" srcId="{B6A97380-6A01-41CE-A360-FAD77CD35795}" destId="{D79C50F6-2E11-4FD7-A447-50EF70F27B3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E49A7-4E45-413B-BA05-F0CD63F99C50}">
      <dsp:nvSpPr>
        <dsp:cNvPr id="0" name=""/>
        <dsp:cNvSpPr/>
      </dsp:nvSpPr>
      <dsp:spPr>
        <a:xfrm rot="5400000">
          <a:off x="3229568" y="-549418"/>
          <a:ext cx="4917601" cy="7251847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 dirty="0"/>
            <a:t>At the left, under </a:t>
          </a:r>
          <a:r>
            <a:rPr lang="en-US" sz="2600" kern="1200" dirty="0" err="1"/>
            <a:t>src</a:t>
          </a:r>
          <a:r>
            <a:rPr lang="en-US" sz="2600" kern="1200" dirty="0"/>
            <a:t> &gt; main &gt; java, the  package is com.cis2235.nelson.demo.javafxdemo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 dirty="0" err="1"/>
            <a:t>javafxdemo</a:t>
          </a:r>
          <a:r>
            <a:rPr lang="en-US" sz="2600" kern="1200" dirty="0"/>
            <a:t> is the name I chose for my project. If you click on the triangle, you will see three files: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/>
            <a:t>HelloApplication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/>
            <a:t>HelloController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 dirty="0"/>
            <a:t>module-info.java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600" kern="1200" dirty="0"/>
            <a:t>Under java, you will also see resources.  Click it open to fine hello-</a:t>
          </a:r>
          <a:r>
            <a:rPr lang="en-US" sz="2600" kern="1200" dirty="0" err="1"/>
            <a:t>view.fxml</a:t>
          </a:r>
          <a:r>
            <a:rPr lang="en-US" sz="2600" kern="1200" dirty="0"/>
            <a:t>.</a:t>
          </a:r>
        </a:p>
      </dsp:txBody>
      <dsp:txXfrm rot="-5400000">
        <a:off x="2062446" y="857761"/>
        <a:ext cx="7011790" cy="4437487"/>
      </dsp:txXfrm>
    </dsp:sp>
    <dsp:sp modelId="{C4ED3F86-5BDE-4A45-B39E-FB835129D7E4}">
      <dsp:nvSpPr>
        <dsp:cNvPr id="0" name=""/>
        <dsp:cNvSpPr/>
      </dsp:nvSpPr>
      <dsp:spPr>
        <a:xfrm>
          <a:off x="2016718" y="3004"/>
          <a:ext cx="45727" cy="614700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Open the Project: </a:t>
          </a:r>
          <a:r>
            <a:rPr lang="en-US" sz="500" kern="1200" dirty="0" err="1"/>
            <a:t>FirstApplication</a:t>
          </a:r>
          <a:r>
            <a:rPr lang="en-US" sz="500" kern="1200" dirty="0"/>
            <a:t> – Hello!</a:t>
          </a:r>
        </a:p>
      </dsp:txBody>
      <dsp:txXfrm>
        <a:off x="2018950" y="5236"/>
        <a:ext cx="41263" cy="61425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99BC6-915B-4895-8190-5C7DCD79896C}">
      <dsp:nvSpPr>
        <dsp:cNvPr id="0" name=""/>
        <dsp:cNvSpPr/>
      </dsp:nvSpPr>
      <dsp:spPr>
        <a:xfrm rot="5400000">
          <a:off x="3259649" y="-521631"/>
          <a:ext cx="5071529" cy="7388871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 dirty="0"/>
            <a:t>When you look at this class, you will see: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 dirty="0"/>
            <a:t>//The package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 dirty="0"/>
            <a:t>package com.cis2235.nelson.demo.javafxdemo;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//The imports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import javafx.application.Application;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import javafx.fxml.FXMLLoader;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import javafx.scene.Scene;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import javafx.stage.Stage;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import java.io.IOException;</a:t>
          </a:r>
        </a:p>
      </dsp:txBody>
      <dsp:txXfrm rot="-5400000">
        <a:off x="2100978" y="884612"/>
        <a:ext cx="7141299" cy="4576385"/>
      </dsp:txXfrm>
    </dsp:sp>
    <dsp:sp modelId="{F968A26A-5265-47E0-A59D-C04AF4AB22A7}">
      <dsp:nvSpPr>
        <dsp:cNvPr id="0" name=""/>
        <dsp:cNvSpPr/>
      </dsp:nvSpPr>
      <dsp:spPr>
        <a:xfrm>
          <a:off x="2055260" y="3098"/>
          <a:ext cx="45718" cy="633941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HelloApplication.java Class</a:t>
          </a:r>
        </a:p>
      </dsp:txBody>
      <dsp:txXfrm>
        <a:off x="2057492" y="5330"/>
        <a:ext cx="41254" cy="633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BC67F-0180-4EA4-BB36-ED8757ACC1F6}">
      <dsp:nvSpPr>
        <dsp:cNvPr id="0" name=""/>
        <dsp:cNvSpPr/>
      </dsp:nvSpPr>
      <dsp:spPr>
        <a:xfrm rot="5400000">
          <a:off x="3363688" y="-1282433"/>
          <a:ext cx="4970461" cy="8784016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100" kern="1200" dirty="0"/>
            <a:t>Each JavaFX class extends Application.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100" kern="1200" dirty="0"/>
            <a:t>It also contains the main method and the start() method.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100" kern="1200" dirty="0"/>
            <a:t>The main() method contains only a call to launch();</a:t>
          </a:r>
        </a:p>
      </dsp:txBody>
      <dsp:txXfrm rot="-5400000">
        <a:off x="1456911" y="866982"/>
        <a:ext cx="8541378" cy="4485185"/>
      </dsp:txXfrm>
    </dsp:sp>
    <dsp:sp modelId="{51E411D3-48D5-43D5-9305-0C2C1CB840A5}">
      <dsp:nvSpPr>
        <dsp:cNvPr id="0" name=""/>
        <dsp:cNvSpPr/>
      </dsp:nvSpPr>
      <dsp:spPr>
        <a:xfrm flipH="1">
          <a:off x="1411187" y="3036"/>
          <a:ext cx="45722" cy="621307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</a:t>
          </a:r>
          <a:r>
            <a:rPr lang="en-US" sz="500" kern="1200" dirty="0" err="1"/>
            <a:t>HelloApplication</a:t>
          </a:r>
          <a:r>
            <a:rPr lang="en-US" sz="500" kern="1200" dirty="0"/>
            <a:t> Class</a:t>
          </a:r>
        </a:p>
      </dsp:txBody>
      <dsp:txXfrm>
        <a:off x="1413419" y="5268"/>
        <a:ext cx="41258" cy="6208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E9976-AF54-4394-ACDD-08949BBED992}">
      <dsp:nvSpPr>
        <dsp:cNvPr id="0" name=""/>
        <dsp:cNvSpPr/>
      </dsp:nvSpPr>
      <dsp:spPr>
        <a:xfrm rot="5400000">
          <a:off x="3308750" y="-632087"/>
          <a:ext cx="4812903" cy="7286185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000" kern="1200" dirty="0"/>
            <a:t>The launch( ) method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kern="1200" dirty="0"/>
            <a:t>looks for your Main class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kern="1200" dirty="0"/>
            <a:t>ensures that it extends Application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kern="1200" dirty="0"/>
            <a:t>attempts to call the start( ) method, which Main inherits from Application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kern="1200" dirty="0"/>
            <a:t>Main must override the start( ) method to execute any code you want to run.</a:t>
          </a:r>
        </a:p>
      </dsp:txBody>
      <dsp:txXfrm rot="-5400000">
        <a:off x="2072110" y="839500"/>
        <a:ext cx="7051238" cy="4343009"/>
      </dsp:txXfrm>
    </dsp:sp>
    <dsp:sp modelId="{C7C32A41-D592-49D3-A75B-092C000590DD}">
      <dsp:nvSpPr>
        <dsp:cNvPr id="0" name=""/>
        <dsp:cNvSpPr/>
      </dsp:nvSpPr>
      <dsp:spPr>
        <a:xfrm flipH="1">
          <a:off x="2026370" y="2940"/>
          <a:ext cx="45739" cy="601612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launch( ) method </a:t>
          </a:r>
        </a:p>
      </dsp:txBody>
      <dsp:txXfrm>
        <a:off x="2028603" y="5173"/>
        <a:ext cx="41273" cy="60116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7BEBA-D97E-4D51-8AEB-CDFF6E06BA71}">
      <dsp:nvSpPr>
        <dsp:cNvPr id="0" name=""/>
        <dsp:cNvSpPr/>
      </dsp:nvSpPr>
      <dsp:spPr>
        <a:xfrm rot="5400000">
          <a:off x="3156875" y="-415147"/>
          <a:ext cx="4942242" cy="7038848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600" kern="1200" dirty="0"/>
            <a:t>All JavaFX applications are built on a Stage.  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600" kern="1200" dirty="0"/>
            <a:t>It is the foundation for the rest of the application’s objects.</a:t>
          </a:r>
        </a:p>
      </dsp:txBody>
      <dsp:txXfrm rot="-5400000">
        <a:off x="2108572" y="874416"/>
        <a:ext cx="6797588" cy="4459722"/>
      </dsp:txXfrm>
    </dsp:sp>
    <dsp:sp modelId="{A498B0A2-626B-4631-BCB1-4E1367162B75}">
      <dsp:nvSpPr>
        <dsp:cNvPr id="0" name=""/>
        <dsp:cNvSpPr/>
      </dsp:nvSpPr>
      <dsp:spPr>
        <a:xfrm>
          <a:off x="1956810" y="3019"/>
          <a:ext cx="45730" cy="61778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In JavaFX, all the world’s a stage!</a:t>
          </a:r>
        </a:p>
      </dsp:txBody>
      <dsp:txXfrm>
        <a:off x="1959042" y="5251"/>
        <a:ext cx="41266" cy="61733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5A6CB-E795-47DD-8120-C04B7265D40E}">
      <dsp:nvSpPr>
        <dsp:cNvPr id="0" name=""/>
        <dsp:cNvSpPr/>
      </dsp:nvSpPr>
      <dsp:spPr>
        <a:xfrm rot="5400000">
          <a:off x="2396995" y="-296113"/>
          <a:ext cx="5767340" cy="6729984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The file hello-</a:t>
          </a:r>
          <a:r>
            <a:rPr lang="en-US" sz="3100" kern="1200" dirty="0" err="1"/>
            <a:t>view.fxml</a:t>
          </a:r>
          <a:r>
            <a:rPr lang="en-US" sz="3100" kern="1200" dirty="0"/>
            <a:t> is loaded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The scene is set on the stage.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The stage is shown to the world.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The stage is a window that can display scenes that contain nodes.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The Stage forms the Window’s outer frame and provides standard Windows features.</a:t>
          </a:r>
        </a:p>
      </dsp:txBody>
      <dsp:txXfrm rot="-5400000">
        <a:off x="1915673" y="466747"/>
        <a:ext cx="6448446" cy="5204264"/>
      </dsp:txXfrm>
    </dsp:sp>
    <dsp:sp modelId="{C9A794D8-AD3A-4624-8D5A-519C8EA87CFA}">
      <dsp:nvSpPr>
        <dsp:cNvPr id="0" name=""/>
        <dsp:cNvSpPr/>
      </dsp:nvSpPr>
      <dsp:spPr>
        <a:xfrm>
          <a:off x="1869942" y="2996"/>
          <a:ext cx="45730" cy="613176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start(Stage </a:t>
          </a:r>
          <a:r>
            <a:rPr lang="en-US" sz="500" kern="1200" dirty="0" err="1"/>
            <a:t>stage</a:t>
          </a:r>
          <a:r>
            <a:rPr lang="en-US" sz="500" kern="1200" dirty="0"/>
            <a:t> ) method</a:t>
          </a:r>
        </a:p>
      </dsp:txBody>
      <dsp:txXfrm>
        <a:off x="1872174" y="5228"/>
        <a:ext cx="41266" cy="61272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330A9-50B0-4B7A-A300-E460FD8A806A}">
      <dsp:nvSpPr>
        <dsp:cNvPr id="0" name=""/>
        <dsp:cNvSpPr/>
      </dsp:nvSpPr>
      <dsp:spPr>
        <a:xfrm rot="5400000">
          <a:off x="3069122" y="-498515"/>
          <a:ext cx="4748149" cy="6938019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The Scene class holds a container for organizing multiple  components that are displayed on the Stage.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The Scene is a compositional tree, also called a scene graph.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The root of the scene is the container that holds the components.</a:t>
          </a:r>
        </a:p>
      </dsp:txBody>
      <dsp:txXfrm rot="-5400000">
        <a:off x="1974187" y="828206"/>
        <a:ext cx="6706233" cy="4284577"/>
      </dsp:txXfrm>
    </dsp:sp>
    <dsp:sp modelId="{EE2E6F7D-8758-4307-945A-A95DF8BEAEF0}">
      <dsp:nvSpPr>
        <dsp:cNvPr id="0" name=""/>
        <dsp:cNvSpPr/>
      </dsp:nvSpPr>
      <dsp:spPr>
        <a:xfrm flipH="1">
          <a:off x="1928448" y="2900"/>
          <a:ext cx="45738" cy="59351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Scene Class</a:t>
          </a:r>
        </a:p>
      </dsp:txBody>
      <dsp:txXfrm>
        <a:off x="1930681" y="5133"/>
        <a:ext cx="41272" cy="59307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5B3DA-F75B-437E-B89E-7BD6A7CEB9FC}">
      <dsp:nvSpPr>
        <dsp:cNvPr id="0" name=""/>
        <dsp:cNvSpPr/>
      </dsp:nvSpPr>
      <dsp:spPr>
        <a:xfrm rot="5400000">
          <a:off x="3367389" y="-907102"/>
          <a:ext cx="4035844" cy="6863941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200" kern="1200"/>
            <a:t>The most general type of thing you can put into a Scene is a Node.  </a:t>
          </a:r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200" kern="1200"/>
            <a:t>The components are all Nodes.</a:t>
          </a:r>
        </a:p>
      </dsp:txBody>
      <dsp:txXfrm rot="-5400000">
        <a:off x="1953341" y="703960"/>
        <a:ext cx="6666927" cy="3641816"/>
      </dsp:txXfrm>
    </dsp:sp>
    <dsp:sp modelId="{61401541-81FD-4F0C-858E-1DE737748902}">
      <dsp:nvSpPr>
        <dsp:cNvPr id="0" name=""/>
        <dsp:cNvSpPr/>
      </dsp:nvSpPr>
      <dsp:spPr>
        <a:xfrm flipH="1">
          <a:off x="1907626" y="2465"/>
          <a:ext cx="45713" cy="50448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Nodes</a:t>
          </a:r>
        </a:p>
      </dsp:txBody>
      <dsp:txXfrm>
        <a:off x="1909858" y="4697"/>
        <a:ext cx="41249" cy="50403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DC73A-57C9-4C0C-88F7-23D1DBEB3CB4}">
      <dsp:nvSpPr>
        <dsp:cNvPr id="0" name=""/>
        <dsp:cNvSpPr/>
      </dsp:nvSpPr>
      <dsp:spPr>
        <a:xfrm rot="5400000">
          <a:off x="3308999" y="-708943"/>
          <a:ext cx="4553883" cy="7115806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400" kern="1200" dirty="0"/>
            <a:t>FXML is a user interface markup language based on XML.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4400" kern="1200"/>
            <a:t>It is a great language for creating easy, quick, and flexible UI’s.</a:t>
          </a:r>
        </a:p>
      </dsp:txBody>
      <dsp:txXfrm rot="-5400000">
        <a:off x="2028038" y="794320"/>
        <a:ext cx="6893504" cy="4109279"/>
      </dsp:txXfrm>
    </dsp:sp>
    <dsp:sp modelId="{5587875B-4030-4269-8A82-00981B72C4B2}">
      <dsp:nvSpPr>
        <dsp:cNvPr id="0" name=""/>
        <dsp:cNvSpPr/>
      </dsp:nvSpPr>
      <dsp:spPr>
        <a:xfrm flipH="1">
          <a:off x="2023559" y="0"/>
          <a:ext cx="53435" cy="56923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What is FXML?</a:t>
          </a:r>
        </a:p>
      </dsp:txBody>
      <dsp:txXfrm>
        <a:off x="2026167" y="2608"/>
        <a:ext cx="48219" cy="56871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F2A5D-9326-4284-BF10-EBB46492F0FF}">
      <dsp:nvSpPr>
        <dsp:cNvPr id="0" name=""/>
        <dsp:cNvSpPr/>
      </dsp:nvSpPr>
      <dsp:spPr>
        <a:xfrm rot="5400000">
          <a:off x="3901194" y="-1973252"/>
          <a:ext cx="1665126" cy="6029947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The </a:t>
          </a:r>
          <a:r>
            <a:rPr lang="en-US" sz="2400" kern="1200" dirty="0" err="1"/>
            <a:t>VBox</a:t>
          </a:r>
          <a:r>
            <a:rPr lang="en-US" sz="2400" kern="1200" dirty="0"/>
            <a:t> is a handy layout manager for the window.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It provides a 3X1 grid layout.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You can change it in </a:t>
          </a:r>
          <a:r>
            <a:rPr lang="en-US" sz="2400" kern="1200" dirty="0" err="1"/>
            <a:t>Scenebuilder</a:t>
          </a:r>
          <a:endParaRPr lang="en-US" sz="2400" kern="1200" dirty="0"/>
        </a:p>
      </dsp:txBody>
      <dsp:txXfrm rot="-5400000">
        <a:off x="1718784" y="290443"/>
        <a:ext cx="5948662" cy="1502556"/>
      </dsp:txXfrm>
    </dsp:sp>
    <dsp:sp modelId="{4E35DF34-FF61-4092-BB72-B5D3C474A547}">
      <dsp:nvSpPr>
        <dsp:cNvPr id="0" name=""/>
        <dsp:cNvSpPr/>
      </dsp:nvSpPr>
      <dsp:spPr>
        <a:xfrm>
          <a:off x="1673061" y="1017"/>
          <a:ext cx="45722" cy="208140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 </a:t>
          </a:r>
          <a:r>
            <a:rPr lang="en-US" sz="500" kern="1200" dirty="0" err="1"/>
            <a:t>VBox</a:t>
          </a:r>
          <a:r>
            <a:rPr lang="en-US" sz="500" kern="1200" dirty="0"/>
            <a:t> is a handy layout manager for the window.  </a:t>
          </a:r>
        </a:p>
      </dsp:txBody>
      <dsp:txXfrm>
        <a:off x="1675293" y="3249"/>
        <a:ext cx="41258" cy="207694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71B62-903D-4AC9-9BD2-C59BF1F175F8}">
      <dsp:nvSpPr>
        <dsp:cNvPr id="0" name=""/>
        <dsp:cNvSpPr/>
      </dsp:nvSpPr>
      <dsp:spPr>
        <a:xfrm rot="5400000">
          <a:off x="2483006" y="-601918"/>
          <a:ext cx="5191157" cy="6471328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The </a:t>
          </a:r>
          <a:r>
            <a:rPr lang="en-US" sz="2500" kern="1200" dirty="0" err="1"/>
            <a:t>HelloController</a:t>
          </a:r>
          <a:r>
            <a:rPr lang="en-US" sz="2500" kern="1200" dirty="0"/>
            <a:t> file Initially displays the label and an event handler to set text in the label when the button is pushed.  We won’t need this code.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b="0" i="0" kern="1200" baseline="0" dirty="0"/>
            <a:t>This is where </a:t>
          </a:r>
          <a:r>
            <a:rPr lang="en-US" sz="2500" kern="1200" dirty="0"/>
            <a:t>you will code the logic and event handlers for running the program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The controller class may implement the   </a:t>
          </a:r>
          <a:r>
            <a:rPr lang="en-US" sz="2500" kern="1200" dirty="0" err="1"/>
            <a:t>Initializable</a:t>
          </a:r>
          <a:r>
            <a:rPr lang="en-US" sz="2500" kern="1200" dirty="0"/>
            <a:t> interface, which provides one method: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 dirty="0"/>
            <a:t>public void initialize(URL </a:t>
          </a:r>
          <a:r>
            <a:rPr lang="en-US" sz="2500" kern="1200" dirty="0" err="1"/>
            <a:t>url</a:t>
          </a:r>
          <a:r>
            <a:rPr lang="en-US" sz="2500" kern="1200" dirty="0"/>
            <a:t>, </a:t>
          </a:r>
          <a:r>
            <a:rPr lang="en-US" sz="2500" kern="1200" dirty="0" err="1"/>
            <a:t>ResourceBundle</a:t>
          </a:r>
          <a:r>
            <a:rPr lang="en-US" sz="2500" kern="1200" dirty="0"/>
            <a:t> </a:t>
          </a:r>
          <a:r>
            <a:rPr lang="en-US" sz="2500" kern="1200" dirty="0" err="1"/>
            <a:t>rb</a:t>
          </a:r>
          <a:r>
            <a:rPr lang="en-US" sz="2500" kern="1200" dirty="0"/>
            <a:t>)</a:t>
          </a:r>
        </a:p>
      </dsp:txBody>
      <dsp:txXfrm rot="-5400000">
        <a:off x="1842921" y="291578"/>
        <a:ext cx="6217917" cy="4684335"/>
      </dsp:txXfrm>
    </dsp:sp>
    <dsp:sp modelId="{59FBBF5A-8B9E-40C2-B8A6-6853D6218B49}">
      <dsp:nvSpPr>
        <dsp:cNvPr id="0" name=""/>
        <dsp:cNvSpPr/>
      </dsp:nvSpPr>
      <dsp:spPr>
        <a:xfrm flipH="1">
          <a:off x="1797201" y="2572"/>
          <a:ext cx="45719" cy="52623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i="0" kern="1200" baseline="0" dirty="0"/>
            <a:t>public class </a:t>
          </a:r>
          <a:r>
            <a:rPr lang="en-US" sz="500" b="1" i="0" kern="1200" baseline="0" dirty="0" err="1"/>
            <a:t>Hello</a:t>
          </a:r>
          <a:r>
            <a:rPr lang="en-US" sz="500" b="0" i="0" kern="1200" baseline="0" dirty="0" err="1"/>
            <a:t>Controller</a:t>
          </a:r>
          <a:r>
            <a:rPr lang="en-US" sz="500" b="0" i="0" kern="1200" baseline="0" dirty="0"/>
            <a:t> {}</a:t>
          </a:r>
          <a:endParaRPr lang="en-US" sz="500" kern="1200" dirty="0"/>
        </a:p>
      </dsp:txBody>
      <dsp:txXfrm>
        <a:off x="1799433" y="4804"/>
        <a:ext cx="41255" cy="525788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13E5E-6381-4F4B-9956-EFC4D5861D51}">
      <dsp:nvSpPr>
        <dsp:cNvPr id="0" name=""/>
        <dsp:cNvSpPr/>
      </dsp:nvSpPr>
      <dsp:spPr>
        <a:xfrm rot="5400000">
          <a:off x="3290165" y="-651301"/>
          <a:ext cx="4711146" cy="7197292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JavaFX is designed to implement MVC: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Controllers: activities which connect the Views to the Models with logic.  They include event handlers.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Views: the user interface,  They are provided in fxml layouts, and may include menus, scrollable lists and widgets like buttons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700" kern="1200"/>
            <a:t>Models: the raw information or access to the raw information (our Java classes)</a:t>
          </a:r>
        </a:p>
      </dsp:txBody>
      <dsp:txXfrm rot="-5400000">
        <a:off x="2047093" y="821750"/>
        <a:ext cx="6967313" cy="4251188"/>
      </dsp:txXfrm>
    </dsp:sp>
    <dsp:sp modelId="{093E050E-5A26-4A86-9DB2-1C43F19CBE3D}">
      <dsp:nvSpPr>
        <dsp:cNvPr id="0" name=""/>
        <dsp:cNvSpPr/>
      </dsp:nvSpPr>
      <dsp:spPr>
        <a:xfrm flipH="1">
          <a:off x="2050902" y="2878"/>
          <a:ext cx="45707" cy="588893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Model-View Controller</a:t>
          </a:r>
        </a:p>
      </dsp:txBody>
      <dsp:txXfrm>
        <a:off x="2053133" y="5109"/>
        <a:ext cx="41245" cy="588447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8C31C-1069-425E-8F73-7D360D66BD94}">
      <dsp:nvSpPr>
        <dsp:cNvPr id="0" name=""/>
        <dsp:cNvSpPr/>
      </dsp:nvSpPr>
      <dsp:spPr>
        <a:xfrm rot="5400000">
          <a:off x="3248537" y="-599215"/>
          <a:ext cx="4794402" cy="7197292"/>
        </a:xfrm>
        <a:prstGeom prst="round2SameRect">
          <a:avLst/>
        </a:prstGeom>
        <a:solidFill>
          <a:schemeClr val="bg1">
            <a:alpha val="9000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This pattern </a:t>
          </a:r>
          <a:r>
            <a:rPr lang="en-US" sz="2400" b="1" kern="1200" dirty="0"/>
            <a:t>decouples</a:t>
          </a:r>
          <a:r>
            <a:rPr lang="en-US" sz="2400" kern="1200" dirty="0"/>
            <a:t> changes to how data are manipulated from how they are displayed or stored, while unifying the code in each component.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/>
            <a:t>In other words, it's a way of developing apps keeping the data (model) used in the program, and the visual (view) component of the program separate from one another, each interacting only with a controller containing the logic of our program.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/>
            <a:t>The view and the model interact only with the controller </a:t>
          </a:r>
          <a:r>
            <a:rPr lang="en-US" sz="2400" b="1" kern="1200"/>
            <a:t>NEVER</a:t>
          </a:r>
          <a:r>
            <a:rPr lang="en-US" sz="2400" kern="1200"/>
            <a:t> with each other.</a:t>
          </a:r>
        </a:p>
      </dsp:txBody>
      <dsp:txXfrm rot="-5400000">
        <a:off x="2047093" y="836272"/>
        <a:ext cx="6963249" cy="4326316"/>
      </dsp:txXfrm>
    </dsp:sp>
    <dsp:sp modelId="{DD92AC50-B9D5-4FD6-B1CB-92215460B7D9}">
      <dsp:nvSpPr>
        <dsp:cNvPr id="0" name=""/>
        <dsp:cNvSpPr/>
      </dsp:nvSpPr>
      <dsp:spPr>
        <a:xfrm flipH="1">
          <a:off x="2013764" y="0"/>
          <a:ext cx="45707" cy="599300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Why use MVC?</a:t>
          </a:r>
        </a:p>
      </dsp:txBody>
      <dsp:txXfrm>
        <a:off x="2015995" y="2231"/>
        <a:ext cx="41245" cy="59885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18D2F-58D9-4C3B-A6F2-3C680F58D6B8}">
      <dsp:nvSpPr>
        <dsp:cNvPr id="0" name=""/>
        <dsp:cNvSpPr/>
      </dsp:nvSpPr>
      <dsp:spPr>
        <a:xfrm>
          <a:off x="3025439" y="4234"/>
          <a:ext cx="2180042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Application</a:t>
          </a:r>
        </a:p>
      </dsp:txBody>
      <dsp:txXfrm>
        <a:off x="3057423" y="36218"/>
        <a:ext cx="2116074" cy="591232"/>
      </dsp:txXfrm>
    </dsp:sp>
    <dsp:sp modelId="{4290B031-9258-4BE4-9677-16FA364A3F9F}">
      <dsp:nvSpPr>
        <dsp:cNvPr id="0" name=""/>
        <dsp:cNvSpPr/>
      </dsp:nvSpPr>
      <dsp:spPr>
        <a:xfrm>
          <a:off x="1245050" y="760234"/>
          <a:ext cx="5740821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Override the start(Stage) method</a:t>
          </a:r>
        </a:p>
      </dsp:txBody>
      <dsp:txXfrm>
        <a:off x="1277034" y="792218"/>
        <a:ext cx="5676853" cy="591232"/>
      </dsp:txXfrm>
    </dsp:sp>
    <dsp:sp modelId="{384965C7-DD23-434B-910C-4421BD365F28}">
      <dsp:nvSpPr>
        <dsp:cNvPr id="0" name=""/>
        <dsp:cNvSpPr/>
      </dsp:nvSpPr>
      <dsp:spPr>
        <a:xfrm>
          <a:off x="0" y="1516234"/>
          <a:ext cx="8230922" cy="65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Stage, Scene, and Nodes</a:t>
          </a:r>
        </a:p>
      </dsp:txBody>
      <dsp:txXfrm>
        <a:off x="31984" y="1548218"/>
        <a:ext cx="8166954" cy="5912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C50F6-2E11-4FD7-A447-50EF70F27B3C}">
      <dsp:nvSpPr>
        <dsp:cNvPr id="0" name=""/>
        <dsp:cNvSpPr/>
      </dsp:nvSpPr>
      <dsp:spPr>
        <a:xfrm>
          <a:off x="0" y="0"/>
          <a:ext cx="8915400" cy="3632933"/>
        </a:xfrm>
        <a:prstGeom prst="roundRect">
          <a:avLst/>
        </a:prstGeom>
        <a:solidFill>
          <a:schemeClr val="bg1"/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JavaFX uses its own classes instead of AWT or Swing!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This means if you are being offered multiple choices for an import , be sure to select the </a:t>
          </a:r>
          <a:r>
            <a:rPr lang="en-US" sz="2500" kern="1200" dirty="0" err="1">
              <a:solidFill>
                <a:schemeClr val="tx1"/>
              </a:solidFill>
            </a:rPr>
            <a:t>fx</a:t>
          </a:r>
          <a:r>
            <a:rPr lang="en-US" sz="2500" kern="1200" dirty="0">
              <a:solidFill>
                <a:schemeClr val="tx1"/>
              </a:solidFill>
            </a:rPr>
            <a:t> version!</a:t>
          </a:r>
        </a:p>
      </dsp:txBody>
      <dsp:txXfrm>
        <a:off x="177345" y="177345"/>
        <a:ext cx="8560710" cy="3278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1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7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4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5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5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9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341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39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2907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5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47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4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05CD-36A8-4B5F-9653-E90978AC52E6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CDB1C97-B3D2-41A0-A6E4-00BD36CAA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0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diagramLayout" Target="../diagrams/layout14.xml"/><Relationship Id="rId7" Type="http://schemas.openxmlformats.org/officeDocument/2006/relationships/oleObject" Target="../embeddings/oleObject1.bin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55397-72C7-4F2B-A108-B2AF5CEF2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103" y="1318591"/>
            <a:ext cx="6233093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en-US" sz="6600" b="1" dirty="0">
                <a:solidFill>
                  <a:schemeClr val="tx2">
                    <a:lumMod val="75000"/>
                  </a:schemeClr>
                </a:solidFill>
              </a:rPr>
              <a:t>JavaFX Basics</a:t>
            </a:r>
            <a:br>
              <a:rPr lang="en-US" altLang="en-US" sz="6600" dirty="0">
                <a:solidFill>
                  <a:schemeClr val="tx2">
                    <a:lumMod val="75000"/>
                  </a:schemeClr>
                </a:solidFill>
              </a:rPr>
            </a:br>
            <a:endParaRPr 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68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8C21-4DC8-A3F1-57E9-C525E885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JavaFX?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BBAE-866B-A123-ACA7-079623931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JavaFX is a new framework for developing Java GUI programs. </a:t>
            </a:r>
          </a:p>
          <a:p>
            <a:pPr marL="0" indent="0">
              <a:buNone/>
            </a:pPr>
            <a:r>
              <a:rPr lang="en-US" sz="2400" dirty="0"/>
              <a:t>JavaFX is similar to  Adobe Flash or Microsoft Silverlight.</a:t>
            </a:r>
          </a:p>
          <a:p>
            <a:pPr marL="0" indent="0">
              <a:buNone/>
            </a:pPr>
            <a:r>
              <a:rPr lang="en-US" sz="2400" dirty="0"/>
              <a:t>The difference?  JavaFX is platform-independent.</a:t>
            </a:r>
          </a:p>
          <a:p>
            <a:pPr marL="0" indent="0">
              <a:buNone/>
            </a:pPr>
            <a:r>
              <a:rPr lang="en-US" sz="2400" dirty="0"/>
              <a:t>Because JavaFX is fully integrated with the Java Runtime, any device that can run Java can also  serve up the JavaFX experience.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394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2176-7BAD-3BDF-52B9-59B92566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Start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003D-78C6-B1DD-CF39-D03BB7974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Tx/>
              <a:buNone/>
            </a:pPr>
            <a:r>
              <a:rPr lang="en-US" sz="2400" dirty="0"/>
              <a:t>Download and install  IntelliJ and </a:t>
            </a:r>
            <a:r>
              <a:rPr lang="en-US" sz="2400" dirty="0" err="1"/>
              <a:t>Scenebuilder</a:t>
            </a:r>
            <a:r>
              <a:rPr lang="en-US" sz="2400" dirty="0"/>
              <a:t> according to the tutorials</a:t>
            </a:r>
          </a:p>
          <a:p>
            <a:pPr lvl="0">
              <a:buFontTx/>
              <a:buNone/>
            </a:pPr>
            <a:r>
              <a:rPr lang="en-US" sz="2400" dirty="0"/>
              <a:t>Create a new project in JavaFX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459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A0852-1FD0-45B9-BA2E-1D60F391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877" y="282516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Start a New Project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1AC29D-6C84-4EEA-9877-F473B1707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991" y="1690688"/>
            <a:ext cx="5880989" cy="4351338"/>
          </a:xfr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BAD6882-DF4D-4687-AC9D-7B1E54CA513C}"/>
              </a:ext>
            </a:extLst>
          </p:cNvPr>
          <p:cNvSpPr/>
          <p:nvPr/>
        </p:nvSpPr>
        <p:spPr>
          <a:xfrm>
            <a:off x="1522777" y="2427006"/>
            <a:ext cx="1557866" cy="406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1CCED1-DA6E-4507-90B4-F7921FEA8C14}"/>
              </a:ext>
            </a:extLst>
          </p:cNvPr>
          <p:cNvSpPr/>
          <p:nvPr/>
        </p:nvSpPr>
        <p:spPr>
          <a:xfrm>
            <a:off x="5181600" y="1788287"/>
            <a:ext cx="914400" cy="6387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C37FC-A54E-4231-93E2-0BB15200B759}"/>
              </a:ext>
            </a:extLst>
          </p:cNvPr>
          <p:cNvSpPr txBox="1"/>
          <p:nvPr/>
        </p:nvSpPr>
        <p:spPr>
          <a:xfrm>
            <a:off x="8246693" y="2059536"/>
            <a:ext cx="26557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This is the IntelliJ start screen.  To create a new Project,</a:t>
            </a:r>
          </a:p>
          <a:p>
            <a:r>
              <a:rPr lang="en-US" sz="3200" dirty="0"/>
              <a:t>click New Project.</a:t>
            </a:r>
          </a:p>
        </p:txBody>
      </p:sp>
    </p:spTree>
    <p:extLst>
      <p:ext uri="{BB962C8B-B14F-4D97-AF65-F5344CB8AC3E}">
        <p14:creationId xmlns:p14="http://schemas.microsoft.com/office/powerpoint/2010/main" val="96049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EFE5-FCDB-4A89-9989-578746F96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006" y="172507"/>
            <a:ext cx="10293102" cy="1325563"/>
          </a:xfrm>
        </p:spPr>
        <p:txBody>
          <a:bodyPr>
            <a:noAutofit/>
          </a:bodyPr>
          <a:lstStyle/>
          <a:p>
            <a:r>
              <a:rPr lang="en-US" b="1" dirty="0"/>
              <a:t>Select JavaFX, name it </a:t>
            </a:r>
            <a:r>
              <a:rPr lang="en-US" b="1" dirty="0" err="1"/>
              <a:t>JavaFXDemo,and</a:t>
            </a:r>
            <a:r>
              <a:rPr lang="en-US" b="1" dirty="0"/>
              <a:t> browse to the location you prefer.  Change the Group to com.cis2235.lastname.demo.  No caps. Press the Next button at bottom right.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ADB8D3-7A21-4AF7-A673-4A138B0BC928}"/>
              </a:ext>
            </a:extLst>
          </p:cNvPr>
          <p:cNvSpPr/>
          <p:nvPr/>
        </p:nvSpPr>
        <p:spPr>
          <a:xfrm>
            <a:off x="1831921" y="3758669"/>
            <a:ext cx="914400" cy="47149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0B2FB6-8DBE-4262-9566-851896B4A613}"/>
              </a:ext>
            </a:extLst>
          </p:cNvPr>
          <p:cNvSpPr/>
          <p:nvPr/>
        </p:nvSpPr>
        <p:spPr>
          <a:xfrm>
            <a:off x="4123785" y="3169626"/>
            <a:ext cx="4251094" cy="51874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40EAF6D-EBCC-4724-85FF-FB9EAE86ACBC}"/>
              </a:ext>
            </a:extLst>
          </p:cNvPr>
          <p:cNvSpPr/>
          <p:nvPr/>
        </p:nvSpPr>
        <p:spPr>
          <a:xfrm>
            <a:off x="1661005" y="3869764"/>
            <a:ext cx="914400" cy="5569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EA29F-5360-4A57-970D-EBE9AC31368D}"/>
              </a:ext>
            </a:extLst>
          </p:cNvPr>
          <p:cNvSpPr/>
          <p:nvPr/>
        </p:nvSpPr>
        <p:spPr>
          <a:xfrm>
            <a:off x="4123784" y="4940266"/>
            <a:ext cx="1789905" cy="5569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69B6535-43FC-4567-84B5-B9DB2A6B7042}"/>
              </a:ext>
            </a:extLst>
          </p:cNvPr>
          <p:cNvSpPr/>
          <p:nvPr/>
        </p:nvSpPr>
        <p:spPr>
          <a:xfrm>
            <a:off x="4264624" y="3289127"/>
            <a:ext cx="2572012" cy="5569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5790173-F914-4CE3-A13F-97214A6E3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508" y="6437208"/>
            <a:ext cx="790575" cy="32385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07FD0A2F-C7C9-4DBD-AA5C-57560E6BE14E}"/>
              </a:ext>
            </a:extLst>
          </p:cNvPr>
          <p:cNvSpPr/>
          <p:nvPr/>
        </p:nvSpPr>
        <p:spPr>
          <a:xfrm>
            <a:off x="8151262" y="6204101"/>
            <a:ext cx="914400" cy="5569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AF49A5-FF58-74E0-676B-29915634D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9427" y="2537596"/>
            <a:ext cx="8059656" cy="3778250"/>
          </a:xfrm>
        </p:spPr>
      </p:pic>
    </p:spTree>
    <p:extLst>
      <p:ext uri="{BB962C8B-B14F-4D97-AF65-F5344CB8AC3E}">
        <p14:creationId xmlns:p14="http://schemas.microsoft.com/office/powerpoint/2010/main" val="271524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7B08-62D6-4B59-B901-A0559D30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993" y="445367"/>
            <a:ext cx="8911687" cy="18997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Select Additional Libraries, although these are additional and you don’t need them for our projects, then click Create.</a:t>
            </a:r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CCD4236E-F907-484B-84DB-439317055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5826" y="1296875"/>
            <a:ext cx="914400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6CE740-5500-4450-9C9D-8FC85F211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266" y="4720798"/>
            <a:ext cx="685800" cy="3048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EA9796-A110-5981-15EB-17CEFF5DF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678928" y="2133600"/>
            <a:ext cx="6735970" cy="3778250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6A73C6A-4593-4200-E290-4AE71E6DE609}"/>
              </a:ext>
            </a:extLst>
          </p:cNvPr>
          <p:cNvSpPr/>
          <p:nvPr/>
        </p:nvSpPr>
        <p:spPr>
          <a:xfrm>
            <a:off x="9153026" y="5454650"/>
            <a:ext cx="914400" cy="5893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7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3B23-8792-4C40-8A01-84DC01DC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Build your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82CC7-228E-4E1C-BD3C-0B658EF09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344" y="182136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can click on the hammer and build your project: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7F5EF-074D-4FE9-B408-B8E9684FF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5130"/>
            <a:ext cx="12192000" cy="164774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F3C4168-532E-450C-889C-4AB5C0661B53}"/>
              </a:ext>
            </a:extLst>
          </p:cNvPr>
          <p:cNvSpPr/>
          <p:nvPr/>
        </p:nvSpPr>
        <p:spPr>
          <a:xfrm>
            <a:off x="9366190" y="2605130"/>
            <a:ext cx="965675" cy="5569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5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3FE3-D67C-41A1-AD60-88D67F61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668"/>
            <a:ext cx="8911687" cy="1280890"/>
          </a:xfrm>
        </p:spPr>
        <p:txBody>
          <a:bodyPr/>
          <a:lstStyle/>
          <a:p>
            <a:r>
              <a:rPr lang="en-US" b="1" dirty="0"/>
              <a:t>Run your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2A053-4455-42CE-B432-281C28A54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824" y="1314869"/>
            <a:ext cx="455419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Right-click on HelloApplication.java (contains main) and select Run ‘</a:t>
            </a:r>
            <a:r>
              <a:rPr lang="en-US" dirty="0" err="1"/>
              <a:t>HelloApplication.main</a:t>
            </a:r>
            <a:r>
              <a:rPr lang="en-US" dirty="0"/>
              <a:t>()’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1D39FAB-3CCE-4080-8682-63C71692B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20" y="804113"/>
            <a:ext cx="6125430" cy="53728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0808343-7075-4815-AE0C-95E1E9CBED1E}"/>
              </a:ext>
            </a:extLst>
          </p:cNvPr>
          <p:cNvSpPr/>
          <p:nvPr/>
        </p:nvSpPr>
        <p:spPr>
          <a:xfrm>
            <a:off x="6460620" y="2032562"/>
            <a:ext cx="965675" cy="5569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7A42FF-D347-4411-8B46-23A258704BE5}"/>
              </a:ext>
            </a:extLst>
          </p:cNvPr>
          <p:cNvSpPr/>
          <p:nvPr/>
        </p:nvSpPr>
        <p:spPr>
          <a:xfrm>
            <a:off x="6836636" y="5595706"/>
            <a:ext cx="3879790" cy="58125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6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1D69-5B4D-4960-AA7A-F5A578A7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185" y="521242"/>
            <a:ext cx="11502639" cy="1325563"/>
          </a:xfrm>
        </p:spPr>
        <p:txBody>
          <a:bodyPr/>
          <a:lstStyle/>
          <a:p>
            <a:r>
              <a:rPr lang="en-US" dirty="0"/>
              <a:t>To get:  Hello!	Press the Hello! Button to get: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6407AE-1F3E-4705-935E-BE2F3CCF7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4561" y="2109787"/>
            <a:ext cx="3057525" cy="2609850"/>
          </a:xfrm>
          <a:ln w="158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2871AB-B7FC-423D-AC18-6D0787D1F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33" y="2138362"/>
            <a:ext cx="3057525" cy="2581275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069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B021E5-513A-4DD1-A813-FBEABE399C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69752"/>
              </p:ext>
            </p:extLst>
          </p:nvPr>
        </p:nvGraphicFramePr>
        <p:xfrm>
          <a:off x="310208" y="704989"/>
          <a:ext cx="11331011" cy="6153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B502D-829E-4E64-BA56-B0CDA9A50BC4}"/>
              </a:ext>
            </a:extLst>
          </p:cNvPr>
          <p:cNvCxnSpPr>
            <a:cxnSpLocks/>
          </p:cNvCxnSpPr>
          <p:nvPr/>
        </p:nvCxnSpPr>
        <p:spPr>
          <a:xfrm>
            <a:off x="5330142" y="667859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2071482-778E-27F2-0D90-79FB03A8443D}"/>
              </a:ext>
            </a:extLst>
          </p:cNvPr>
          <p:cNvSpPr txBox="1"/>
          <p:nvPr/>
        </p:nvSpPr>
        <p:spPr>
          <a:xfrm>
            <a:off x="1952368" y="259492"/>
            <a:ext cx="9424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/>
              <a:t>Open the Project: FirstApplication – Hello!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09672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1D79F6-4D0A-4711-B7E5-26BE07477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429288"/>
              </p:ext>
            </p:extLst>
          </p:nvPr>
        </p:nvGraphicFramePr>
        <p:xfrm>
          <a:off x="323444" y="512391"/>
          <a:ext cx="11545111" cy="634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294E28-69C7-B39B-5800-3D9A4673081D}"/>
              </a:ext>
            </a:extLst>
          </p:cNvPr>
          <p:cNvSpPr txBox="1"/>
          <p:nvPr/>
        </p:nvSpPr>
        <p:spPr>
          <a:xfrm>
            <a:off x="2957960" y="259491"/>
            <a:ext cx="6276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HelloApplication.java Class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92374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10F7E2-4083-4BDC-8AC7-3F8D07CD8D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83284"/>
              </p:ext>
            </p:extLst>
          </p:nvPr>
        </p:nvGraphicFramePr>
        <p:xfrm>
          <a:off x="645368" y="608858"/>
          <a:ext cx="11652115" cy="621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ED8449D-F777-075E-2A8F-9754A064F3F5}"/>
              </a:ext>
            </a:extLst>
          </p:cNvPr>
          <p:cNvSpPr txBox="1"/>
          <p:nvPr/>
        </p:nvSpPr>
        <p:spPr>
          <a:xfrm>
            <a:off x="3435178" y="278927"/>
            <a:ext cx="60724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The </a:t>
            </a:r>
            <a:r>
              <a:rPr lang="en-US" sz="3600" b="1" dirty="0" err="1"/>
              <a:t>HelloApplication</a:t>
            </a:r>
            <a:r>
              <a:rPr lang="en-US" sz="3600" b="1" dirty="0"/>
              <a:t> Class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81056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8A42E5-86A9-4106-A713-B37BD781C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079766"/>
              </p:ext>
            </p:extLst>
          </p:nvPr>
        </p:nvGraphicFramePr>
        <p:xfrm>
          <a:off x="294972" y="835990"/>
          <a:ext cx="11384665" cy="602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18B7CBA-93F2-D2A5-1A88-80D409403CDD}"/>
              </a:ext>
            </a:extLst>
          </p:cNvPr>
          <p:cNvSpPr txBox="1"/>
          <p:nvPr/>
        </p:nvSpPr>
        <p:spPr>
          <a:xfrm>
            <a:off x="3521676" y="420130"/>
            <a:ext cx="5158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The launch( ) method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273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F7A8CF-26C6-4496-8BD8-5C0F3118D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096759"/>
              </p:ext>
            </p:extLst>
          </p:nvPr>
        </p:nvGraphicFramePr>
        <p:xfrm>
          <a:off x="744381" y="554709"/>
          <a:ext cx="10998200" cy="6183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BC13D6F-9DD5-4123-84E7-94F635057AC8}"/>
              </a:ext>
            </a:extLst>
          </p:cNvPr>
          <p:cNvSpPr txBox="1"/>
          <p:nvPr/>
        </p:nvSpPr>
        <p:spPr>
          <a:xfrm>
            <a:off x="2852969" y="259491"/>
            <a:ext cx="67810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In JavaFX, all the world’s a stage!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3995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81A29D-F9DF-4899-989E-609935474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462118"/>
              </p:ext>
            </p:extLst>
          </p:nvPr>
        </p:nvGraphicFramePr>
        <p:xfrm>
          <a:off x="539604" y="720243"/>
          <a:ext cx="10515600" cy="6137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911509C-8324-93C8-8F00-984A77A71937}"/>
              </a:ext>
            </a:extLst>
          </p:cNvPr>
          <p:cNvSpPr txBox="1"/>
          <p:nvPr/>
        </p:nvSpPr>
        <p:spPr>
          <a:xfrm>
            <a:off x="2631989" y="160637"/>
            <a:ext cx="7132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/>
              <a:t>The start(Stage stage ) method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9621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E826A-339F-4369-957F-2BBE5C9E8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897762"/>
              </p:ext>
            </p:extLst>
          </p:nvPr>
        </p:nvGraphicFramePr>
        <p:xfrm>
          <a:off x="504099" y="917012"/>
          <a:ext cx="10840656" cy="594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969B6F2-C3F7-5CD1-1655-63412A799D58}"/>
              </a:ext>
            </a:extLst>
          </p:cNvPr>
          <p:cNvSpPr txBox="1"/>
          <p:nvPr/>
        </p:nvSpPr>
        <p:spPr>
          <a:xfrm>
            <a:off x="3731741" y="531341"/>
            <a:ext cx="3369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200" b="1"/>
              <a:t>The Scene Class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50830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4F0088-14E0-4A27-8E90-C5CA67917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931857"/>
              </p:ext>
            </p:extLst>
          </p:nvPr>
        </p:nvGraphicFramePr>
        <p:xfrm>
          <a:off x="1029807" y="1666863"/>
          <a:ext cx="10724909" cy="5049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306E40-7D24-CF3F-7E07-9ACD51D366BE}"/>
              </a:ext>
            </a:extLst>
          </p:cNvPr>
          <p:cNvSpPr txBox="1"/>
          <p:nvPr/>
        </p:nvSpPr>
        <p:spPr>
          <a:xfrm>
            <a:off x="5189838" y="691978"/>
            <a:ext cx="16241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Nodes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89713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711C60-B864-4337-A7D3-A44F1B78F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2812089"/>
              </p:ext>
            </p:extLst>
          </p:nvPr>
        </p:nvGraphicFramePr>
        <p:xfrm>
          <a:off x="361292" y="1160081"/>
          <a:ext cx="11118448" cy="5697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95A9CA7-49C2-1BBE-A600-314123AF01BE}"/>
              </a:ext>
            </a:extLst>
          </p:cNvPr>
          <p:cNvSpPr txBox="1"/>
          <p:nvPr/>
        </p:nvSpPr>
        <p:spPr>
          <a:xfrm>
            <a:off x="4257240" y="420130"/>
            <a:ext cx="33265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What is FXML?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2558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2535-F3FA-4EC9-8593-F8753581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38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The hello-</a:t>
            </a:r>
            <a:r>
              <a:rPr lang="en-US" sz="4000" b="1" dirty="0" err="1"/>
              <a:t>view.fxml</a:t>
            </a:r>
            <a:r>
              <a:rPr lang="en-US" sz="4000" b="1" dirty="0"/>
              <a:t> File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0ABA3B-FABB-43F6-9518-6FA55812B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0662" y="1080150"/>
            <a:ext cx="10701338" cy="54806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&lt;?xml version= </a:t>
            </a: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"1.0" 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encoding= </a:t>
            </a: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javafx.geometry.Insets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javafx.scene.layout.VBox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javafx.scene.control.Button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javafx.scene.control.Label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Vbox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fx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:controller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 "com.cis2235.nelson.demo.</a:t>
            </a:r>
            <a:r>
              <a:rPr lang="en-US" alt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				</a:t>
            </a:r>
            <a:r>
              <a:rPr lang="en-US" altLang="en-US" sz="2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Hello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xmlns: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fx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="http://javafx.com/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fxml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alignment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="CENTER"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spacing=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 </a:t>
            </a:r>
            <a:r>
              <a:rPr lang="en-US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&lt;padding&gt;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&lt;Insets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bottom=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"20.0"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left=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"20.0"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right=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"20.0"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top=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"20.0 "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/&gt;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&lt;/padding&gt;</a:t>
            </a:r>
            <a:endParaRPr lang="en-US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&lt;Label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fx:id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24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welcomeText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/&gt;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&lt;Button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text=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"Hello!" </a:t>
            </a:r>
            <a:r>
              <a:rPr lang="en-US" alt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onAction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"#</a:t>
            </a:r>
            <a:r>
              <a:rPr lang="en-US" altLang="en-US" sz="24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onHelloButtonClick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/&gt;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06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4C54-9FD4-46AF-9695-679568C5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/>
              <a:t>VBox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C5CA3-C617-467A-AFEB-0DFD0F8CE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902" y="4174632"/>
            <a:ext cx="10983097" cy="2218421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8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VBox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800" b="1" dirty="0" err="1">
                <a:solidFill>
                  <a:srgbClr val="660E7A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:controller</a:t>
            </a:r>
            <a: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="com.cis2235.nelson.demo.HelloController"</a:t>
            </a:r>
            <a:b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xmlns:</a:t>
            </a:r>
            <a:r>
              <a:rPr lang="en-US" altLang="en-US" sz="2800" b="1" dirty="0" err="1">
                <a:solidFill>
                  <a:srgbClr val="660E7A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="http://javafx.com/</a:t>
            </a:r>
            <a:r>
              <a:rPr lang="en-US" altLang="en-US" sz="28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fxml</a:t>
            </a:r>
            <a: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lang="en-US" alt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alignment</a:t>
            </a:r>
            <a:r>
              <a:rPr lang="en-US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="spacing ="20"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&lt;/</a:t>
            </a:r>
            <a:r>
              <a:rPr lang="en-US" altLang="en-US" sz="28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VBox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en-US" altLang="en-US" sz="2800" dirty="0">
              <a:latin typeface="Arial" panose="020B0604020202020204" pitchFamily="34" charset="0"/>
            </a:endParaRPr>
          </a:p>
          <a:p>
            <a:endParaRPr lang="en-US" sz="28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F059ECD-EBB2-45E7-9262-A0F31081E5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059681"/>
              </p:ext>
            </p:extLst>
          </p:nvPr>
        </p:nvGraphicFramePr>
        <p:xfrm>
          <a:off x="2592925" y="1641646"/>
          <a:ext cx="9421793" cy="2083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804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37C6FCC-02CF-4349-8D76-DF2C034868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937473"/>
              </p:ext>
            </p:extLst>
          </p:nvPr>
        </p:nvGraphicFramePr>
        <p:xfrm>
          <a:off x="815833" y="1455679"/>
          <a:ext cx="10111451" cy="5267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B46DF7-E84E-2B56-5876-26850823B841}"/>
              </a:ext>
            </a:extLst>
          </p:cNvPr>
          <p:cNvSpPr txBox="1"/>
          <p:nvPr/>
        </p:nvSpPr>
        <p:spPr>
          <a:xfrm>
            <a:off x="3262184" y="605481"/>
            <a:ext cx="67265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0" baseline="0" dirty="0"/>
              <a:t>public class </a:t>
            </a:r>
            <a:r>
              <a:rPr lang="en-US" sz="3600" b="1" i="0" baseline="0" dirty="0" err="1"/>
              <a:t>HelloController</a:t>
            </a:r>
            <a:r>
              <a:rPr lang="en-US" sz="3600" b="1" i="0" baseline="0" dirty="0"/>
              <a:t> {}</a:t>
            </a:r>
            <a:endParaRPr lang="en-US" sz="3600" b="1" dirty="0"/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26140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24788C-A737-40E8-A26F-FD209EC43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693365"/>
              </p:ext>
            </p:extLst>
          </p:nvPr>
        </p:nvGraphicFramePr>
        <p:xfrm>
          <a:off x="320467" y="963310"/>
          <a:ext cx="11245770" cy="5894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BC7CD3D-B0E4-2FB5-956A-BF5BC78CA65B}"/>
              </a:ext>
            </a:extLst>
          </p:cNvPr>
          <p:cNvSpPr txBox="1"/>
          <p:nvPr/>
        </p:nvSpPr>
        <p:spPr>
          <a:xfrm>
            <a:off x="3781168" y="494270"/>
            <a:ext cx="51876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Model-View Controller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69632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C66CC7-E1D8-4D8E-8C57-E27A4C7817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660290"/>
              </p:ext>
            </p:extLst>
          </p:nvPr>
        </p:nvGraphicFramePr>
        <p:xfrm>
          <a:off x="473115" y="859139"/>
          <a:ext cx="11245770" cy="5998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30B710-DAF8-2C12-B43E-2AA27F72EC16}"/>
              </a:ext>
            </a:extLst>
          </p:cNvPr>
          <p:cNvSpPr txBox="1"/>
          <p:nvPr/>
        </p:nvSpPr>
        <p:spPr>
          <a:xfrm>
            <a:off x="3410465" y="481914"/>
            <a:ext cx="3568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Why use MVC?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602854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0D07-67A8-474D-8F2B-ED47D686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Basic Structure of JavaFX</a:t>
            </a:r>
            <a:endParaRPr lang="en-US" sz="40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5E9EC1-ECCD-4BF1-A677-C18000EB46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213672"/>
              </p:ext>
            </p:extLst>
          </p:nvPr>
        </p:nvGraphicFramePr>
        <p:xfrm>
          <a:off x="2853090" y="1407008"/>
          <a:ext cx="8230922" cy="2175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6B2CA61-E07B-4E46-97CA-9643D7EF1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740986"/>
              </p:ext>
            </p:extLst>
          </p:nvPr>
        </p:nvGraphicFramePr>
        <p:xfrm>
          <a:off x="3992717" y="3842012"/>
          <a:ext cx="3999942" cy="2756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1999971" imgH="1378022" progId="Word.Picture.8">
                  <p:embed/>
                </p:oleObj>
              </mc:Choice>
              <mc:Fallback>
                <p:oleObj name="Picture" r:id="rId7" imgW="1999971" imgH="1378022" progId="Word.Picture.8">
                  <p:embed/>
                  <p:pic>
                    <p:nvPicPr>
                      <p:cNvPr id="32776" name="Object 3">
                        <a:extLst>
                          <a:ext uri="{FF2B5EF4-FFF2-40B4-BE49-F238E27FC236}">
                            <a16:creationId xmlns:a16="http://schemas.microsoft.com/office/drawing/2014/main" id="{02449674-A0F9-4F1B-B280-5FAABF6E09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717" y="3842012"/>
                        <a:ext cx="3999942" cy="2756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0590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8E3B-08D8-4C09-8F5D-0FB82D53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385" y="108650"/>
            <a:ext cx="10480524" cy="1280890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b="1" dirty="0"/>
              <a:t>Panes, UI Controls, and Shapes</a:t>
            </a:r>
            <a:endParaRPr lang="en-US" sz="5400" b="1" dirty="0"/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B5055B8C-C10E-4569-8EC5-283B4933CB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157" y="1513107"/>
            <a:ext cx="8908759" cy="4979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0687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C90332-7EDF-4FF6-A1DC-A7BC37FFB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258365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78B6D4-E3F4-47F3-7C4C-927570A25775}"/>
              </a:ext>
            </a:extLst>
          </p:cNvPr>
          <p:cNvSpPr txBox="1"/>
          <p:nvPr/>
        </p:nvSpPr>
        <p:spPr>
          <a:xfrm>
            <a:off x="3484605" y="827903"/>
            <a:ext cx="5375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Be careful with imports!</a:t>
            </a:r>
          </a:p>
        </p:txBody>
      </p:sp>
    </p:spTree>
    <p:extLst>
      <p:ext uri="{BB962C8B-B14F-4D97-AF65-F5344CB8AC3E}">
        <p14:creationId xmlns:p14="http://schemas.microsoft.com/office/powerpoint/2010/main" val="2523160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F775-2BCE-46CF-9F20-D62C7739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9800" y="37697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The Color Class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6249F62-C516-467F-8DAF-B5DC7D6884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741" y="1657865"/>
            <a:ext cx="8775403" cy="474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2802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057B-FBF4-4FFA-84F6-A104CD2D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The Font Class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FF2365F1-867A-4510-8E60-E4E4BB18BA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25" y="1905000"/>
            <a:ext cx="9236004" cy="466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870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C480-8B51-4711-ACE9-E4DB536D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5400" dirty="0"/>
              <a:t>The Image Class</a:t>
            </a:r>
            <a:endParaRPr lang="en-US" sz="5400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8F24A2BA-DE82-45CC-8098-653D19662B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178" y="2160108"/>
            <a:ext cx="10515600" cy="34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0877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2C4D-930B-4F68-A471-8FC13EB9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The </a:t>
            </a:r>
            <a:r>
              <a:rPr lang="en-US" sz="5400" b="1" dirty="0" err="1"/>
              <a:t>ImageView</a:t>
            </a:r>
            <a:r>
              <a:rPr lang="en-US" sz="5400" b="1" dirty="0"/>
              <a:t> Class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B57AD7E2-6C77-4FAA-9238-128BEB4001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8881"/>
            <a:ext cx="10886954" cy="42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8839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DF6F-26AA-02E9-D35E-F50EA372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LAYOUT PANES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9D7F1-10CB-F550-7874-6B0F6D868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78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9644-5E05-4771-9AD0-69233567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90" y="26201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JavaFX Layout Panes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E3EDD69-EBFB-4E20-BBD4-7A9AE5C17B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23" y="1542905"/>
            <a:ext cx="10967977" cy="4734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178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A280-F09A-40C9-AB9A-3BB87DB3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946" y="409798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b="1" dirty="0" err="1"/>
              <a:t>FlowPane</a:t>
            </a:r>
            <a:endParaRPr lang="en-US" sz="5400" b="1" dirty="0"/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3A208B4-AD24-43BE-AE26-E3799AF6F8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75" y="1690688"/>
            <a:ext cx="10023676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557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57BB-5571-451D-920A-169E4AF41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0482"/>
            <a:ext cx="10515600" cy="118588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/>
              <a:t>GridPane</a:t>
            </a:r>
            <a:endParaRPr lang="en-US" sz="5400" b="1" dirty="0"/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41814A83-807D-4094-9C8D-E94A0026D1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755" y="1192192"/>
            <a:ext cx="8414794" cy="542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350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047F-6390-47A5-93FB-B8B95B5FB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439" y="304843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/>
              <a:t>BorderPane</a:t>
            </a:r>
            <a:endParaRPr lang="en-US" sz="5400" b="1" dirty="0"/>
          </a:p>
        </p:txBody>
      </p:sp>
      <p:pic>
        <p:nvPicPr>
          <p:cNvPr id="4" name="Picture 22">
            <a:extLst>
              <a:ext uri="{FF2B5EF4-FFF2-40B4-BE49-F238E27FC236}">
                <a16:creationId xmlns:a16="http://schemas.microsoft.com/office/drawing/2014/main" id="{4CB5D557-C1CE-470D-BFA8-B0F791DD2E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585733"/>
            <a:ext cx="10794357" cy="444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313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7DF1-FB08-41A1-AB2B-8D5AC003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281" y="41404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b="1" dirty="0" err="1"/>
              <a:t>Hbox</a:t>
            </a:r>
            <a:endParaRPr lang="en-US" sz="5400" b="1" dirty="0"/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68CDA505-F847-4AA1-9286-772DD5D478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56906"/>
            <a:ext cx="11025851" cy="408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891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9472-76D0-4A78-A96B-63DE7F1F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877" y="409798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/>
              <a:t>VBox</a:t>
            </a:r>
            <a:endParaRPr lang="en-US" sz="5400" b="1" dirty="0"/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3F8191C1-28C9-4357-B7A6-6D0E2026E8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643886" cy="408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685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EBF4-52CC-4B93-9B97-683BE9CC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579" y="427131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b="1" dirty="0"/>
              <a:t>Shapes</a:t>
            </a:r>
            <a:endParaRPr lang="en-US" sz="5400" b="1" dirty="0"/>
          </a:p>
        </p:txBody>
      </p:sp>
      <p:pic>
        <p:nvPicPr>
          <p:cNvPr id="4" name="Picture 24">
            <a:extLst>
              <a:ext uri="{FF2B5EF4-FFF2-40B4-BE49-F238E27FC236}">
                <a16:creationId xmlns:a16="http://schemas.microsoft.com/office/drawing/2014/main" id="{8EA9AED2-A4CA-4E72-B702-3A15D35F7D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691" y="1802475"/>
            <a:ext cx="592911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DC05A1-67DB-48FA-9C77-CB52D8A6B236}"/>
              </a:ext>
            </a:extLst>
          </p:cNvPr>
          <p:cNvSpPr txBox="1"/>
          <p:nvPr/>
        </p:nvSpPr>
        <p:spPr>
          <a:xfrm>
            <a:off x="648182" y="2894456"/>
            <a:ext cx="6606296" cy="2357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en-US" sz="3200" dirty="0">
                <a:latin typeface="Times New Roman" panose="02020603050405020304" pitchFamily="18" charset="0"/>
              </a:rPr>
              <a:t>JavaFX provides many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en-US" sz="3200" dirty="0">
                <a:latin typeface="Times New Roman" panose="02020603050405020304" pitchFamily="18" charset="0"/>
              </a:rPr>
              <a:t>shape classes for drawing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en-US" sz="3200" dirty="0">
                <a:latin typeface="Times New Roman" panose="02020603050405020304" pitchFamily="18" charset="0"/>
              </a:rPr>
              <a:t>texts, lines, circles, rectangles,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en-US" sz="3200" dirty="0">
                <a:latin typeface="Times New Roman" panose="02020603050405020304" pitchFamily="18" charset="0"/>
              </a:rPr>
              <a:t> ellipses, arcs, polygons, and polylines.</a:t>
            </a:r>
          </a:p>
        </p:txBody>
      </p:sp>
    </p:spTree>
    <p:extLst>
      <p:ext uri="{BB962C8B-B14F-4D97-AF65-F5344CB8AC3E}">
        <p14:creationId xmlns:p14="http://schemas.microsoft.com/office/powerpoint/2010/main" val="60801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8660-3D75-459F-A935-52BACDC4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812" y="41404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Text</a:t>
            </a:r>
          </a:p>
        </p:txBody>
      </p:sp>
      <p:pic>
        <p:nvPicPr>
          <p:cNvPr id="4" name="Picture 24">
            <a:extLst>
              <a:ext uri="{FF2B5EF4-FFF2-40B4-BE49-F238E27FC236}">
                <a16:creationId xmlns:a16="http://schemas.microsoft.com/office/drawing/2014/main" id="{3F625DDE-53F3-4137-960E-11034860D3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501" y="1562582"/>
            <a:ext cx="10308884" cy="461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194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EDDE-32A6-68B6-31A8-B12EA696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JavaFX Shapes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AFD0E-6BD1-2504-083C-DEB9FF51E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93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9401-2B08-4332-8E45-C956F2B68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747" y="304842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Line</a:t>
            </a:r>
          </a:p>
        </p:txBody>
      </p:sp>
      <p:pic>
        <p:nvPicPr>
          <p:cNvPr id="4" name="Picture 31">
            <a:extLst>
              <a:ext uri="{FF2B5EF4-FFF2-40B4-BE49-F238E27FC236}">
                <a16:creationId xmlns:a16="http://schemas.microsoft.com/office/drawing/2014/main" id="{14FBFDE4-E10E-4F8F-A4CE-9221B7C42F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043" y="1696943"/>
            <a:ext cx="10782782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16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3BDF-38EB-4FC0-B94E-3B500B6F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Line Example</a:t>
            </a:r>
          </a:p>
        </p:txBody>
      </p:sp>
      <p:pic>
        <p:nvPicPr>
          <p:cNvPr id="4" name="Picture 32">
            <a:extLst>
              <a:ext uri="{FF2B5EF4-FFF2-40B4-BE49-F238E27FC236}">
                <a16:creationId xmlns:a16="http://schemas.microsoft.com/office/drawing/2014/main" id="{9F25BB1B-CB12-4B8C-B09A-EC00A4FC55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258" y="1805650"/>
            <a:ext cx="7986532" cy="3445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5987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29A5-0585-419D-BC2C-35DD20A5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074" y="37961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Rectangle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33C6D2C6-90A4-402B-BB88-BB973F247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720" y="1898728"/>
            <a:ext cx="10266561" cy="457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68069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2D64-AF1B-46A0-8BEE-1923217D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61" y="409798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Rectangle Example</a:t>
            </a:r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2953F7DD-A6AC-4836-BE0C-0978538C45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457" y="1925467"/>
            <a:ext cx="5914664" cy="3758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243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AC16-A9D1-4760-AA1A-B19137B1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71" y="316416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Circle</a:t>
            </a:r>
          </a:p>
        </p:txBody>
      </p:sp>
      <p:pic>
        <p:nvPicPr>
          <p:cNvPr id="4" name="Picture 28">
            <a:extLst>
              <a:ext uri="{FF2B5EF4-FFF2-40B4-BE49-F238E27FC236}">
                <a16:creationId xmlns:a16="http://schemas.microsoft.com/office/drawing/2014/main" id="{236648ED-F485-4DA2-827F-BB41B6215C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597306"/>
            <a:ext cx="10759633" cy="433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169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CE4F-A0C9-418A-8F9E-43561F32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368" y="45111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Ellipse</a:t>
            </a:r>
            <a:endParaRPr lang="en-US" sz="4000" b="1" dirty="0"/>
          </a:p>
        </p:txBody>
      </p:sp>
      <p:pic>
        <p:nvPicPr>
          <p:cNvPr id="4" name="Picture 36">
            <a:extLst>
              <a:ext uri="{FF2B5EF4-FFF2-40B4-BE49-F238E27FC236}">
                <a16:creationId xmlns:a16="http://schemas.microsoft.com/office/drawing/2014/main" id="{F2926C28-F756-45A5-A1CF-48DF7F6624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7306"/>
            <a:ext cx="10515600" cy="456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37463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7FA9-82E7-488B-A569-DF1F1EC9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Example of Ellipse</a:t>
            </a:r>
          </a:p>
        </p:txBody>
      </p:sp>
      <p:graphicFrame>
        <p:nvGraphicFramePr>
          <p:cNvPr id="4" name="Object 27">
            <a:extLst>
              <a:ext uri="{FF2B5EF4-FFF2-40B4-BE49-F238E27FC236}">
                <a16:creationId xmlns:a16="http://schemas.microsoft.com/office/drawing/2014/main" id="{74AEED77-7E05-4306-A27F-B289AAF4774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46763"/>
              </p:ext>
            </p:extLst>
          </p:nvPr>
        </p:nvGraphicFramePr>
        <p:xfrm>
          <a:off x="5561013" y="3476625"/>
          <a:ext cx="44577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971800" imgH="1092200" progId="Word.Picture.8">
                  <p:embed/>
                </p:oleObj>
              </mc:Choice>
              <mc:Fallback>
                <p:oleObj name="Picture" r:id="rId2" imgW="2971800" imgH="1092200" progId="Word.Picture.8">
                  <p:embed/>
                  <p:pic>
                    <p:nvPicPr>
                      <p:cNvPr id="53276" name="Object 27">
                        <a:extLst>
                          <a:ext uri="{FF2B5EF4-FFF2-40B4-BE49-F238E27FC236}">
                            <a16:creationId xmlns:a16="http://schemas.microsoft.com/office/drawing/2014/main" id="{FAE33DBB-E287-47C1-B273-73BB1EE01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3476625"/>
                        <a:ext cx="445770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31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0CAE-B90D-49EA-9494-0C45CA1E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936" y="271463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Arc</a:t>
            </a:r>
          </a:p>
        </p:txBody>
      </p:sp>
      <p:pic>
        <p:nvPicPr>
          <p:cNvPr id="4" name="Picture 34">
            <a:extLst>
              <a:ext uri="{FF2B5EF4-FFF2-40B4-BE49-F238E27FC236}">
                <a16:creationId xmlns:a16="http://schemas.microsoft.com/office/drawing/2014/main" id="{214B36D4-2792-448C-81CB-5A2BA3A5C5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338" y="1552353"/>
            <a:ext cx="9636462" cy="4624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57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2E11-0FD0-40F2-B5F1-58566B58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1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Arc Examples</a:t>
            </a:r>
          </a:p>
        </p:txBody>
      </p:sp>
      <p:graphicFrame>
        <p:nvGraphicFramePr>
          <p:cNvPr id="4" name="Object 34">
            <a:extLst>
              <a:ext uri="{FF2B5EF4-FFF2-40B4-BE49-F238E27FC236}">
                <a16:creationId xmlns:a16="http://schemas.microsoft.com/office/drawing/2014/main" id="{273E8894-DFF3-41DD-8239-553B08E5704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671105"/>
              </p:ext>
            </p:extLst>
          </p:nvPr>
        </p:nvGraphicFramePr>
        <p:xfrm>
          <a:off x="3498850" y="1250950"/>
          <a:ext cx="4986338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743200" imgH="1092200" progId="Word.Picture.8">
                  <p:embed/>
                </p:oleObj>
              </mc:Choice>
              <mc:Fallback>
                <p:oleObj name="Picture" r:id="rId2" imgW="2743200" imgH="1092200" progId="Word.Picture.8">
                  <p:embed/>
                  <p:pic>
                    <p:nvPicPr>
                      <p:cNvPr id="55327" name="Object 34">
                        <a:extLst>
                          <a:ext uri="{FF2B5EF4-FFF2-40B4-BE49-F238E27FC236}">
                            <a16:creationId xmlns:a16="http://schemas.microsoft.com/office/drawing/2014/main" id="{83B784E0-95A9-457E-99FF-ED1C0505E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1250950"/>
                        <a:ext cx="4986338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7">
            <a:extLst>
              <a:ext uri="{FF2B5EF4-FFF2-40B4-BE49-F238E27FC236}">
                <a16:creationId xmlns:a16="http://schemas.microsoft.com/office/drawing/2014/main" id="{0FA9C1BE-6BE2-4C4C-8C25-AAF64FB8C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513933"/>
              </p:ext>
            </p:extLst>
          </p:nvPr>
        </p:nvGraphicFramePr>
        <p:xfrm>
          <a:off x="1478774" y="3083442"/>
          <a:ext cx="9632249" cy="3579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4617720" imgH="1527048" progId="Word.Picture.8">
                  <p:embed/>
                </p:oleObj>
              </mc:Choice>
              <mc:Fallback>
                <p:oleObj name="Picture" r:id="rId4" imgW="4617720" imgH="1527048" progId="Word.Picture.8">
                  <p:embed/>
                  <p:pic>
                    <p:nvPicPr>
                      <p:cNvPr id="55331" name="Object 27">
                        <a:extLst>
                          <a:ext uri="{FF2B5EF4-FFF2-40B4-BE49-F238E27FC236}">
                            <a16:creationId xmlns:a16="http://schemas.microsoft.com/office/drawing/2014/main" id="{51480F1A-6371-4016-909A-019C44BD94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774" y="3083442"/>
                        <a:ext cx="9632249" cy="3579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246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AFEF-F1BD-4887-9CB8-B4711B0F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65" y="265764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Polygon and Polyline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86CC34-A25A-49C0-98D1-81D667FCCA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63" y="1690688"/>
            <a:ext cx="10260417" cy="3895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07943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293</TotalTime>
  <Words>1277</Words>
  <Application>Microsoft Office PowerPoint</Application>
  <PresentationFormat>Widescreen</PresentationFormat>
  <Paragraphs>147</Paragraphs>
  <Slides>50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Century Gothic</vt:lpstr>
      <vt:lpstr>Consolas</vt:lpstr>
      <vt:lpstr>Times New Roman</vt:lpstr>
      <vt:lpstr>Wingdings 3</vt:lpstr>
      <vt:lpstr>Wisp</vt:lpstr>
      <vt:lpstr>Picture</vt:lpstr>
      <vt:lpstr>JavaFX Basics </vt:lpstr>
      <vt:lpstr>What is JavaFX?</vt:lpstr>
      <vt:lpstr>Start </vt:lpstr>
      <vt:lpstr>Start a New Project </vt:lpstr>
      <vt:lpstr>Select JavaFX, name it JavaFXDemo,and browse to the location you prefer.  Change the Group to com.cis2235.lastname.demo.  No caps. Press the Next button at bottom right.</vt:lpstr>
      <vt:lpstr>Select Additional Libraries, although these are additional and you don’t need them for our projects, then click Create.</vt:lpstr>
      <vt:lpstr>Build your program</vt:lpstr>
      <vt:lpstr>Run your Program</vt:lpstr>
      <vt:lpstr>To get:  Hello! Press the Hello! Button to get: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hello-view.fxml File</vt:lpstr>
      <vt:lpstr>VBox</vt:lpstr>
      <vt:lpstr>PowerPoint Presentation</vt:lpstr>
      <vt:lpstr>PowerPoint Presentation</vt:lpstr>
      <vt:lpstr>PowerPoint Presentation</vt:lpstr>
      <vt:lpstr>Basic Structure of JavaFX</vt:lpstr>
      <vt:lpstr>Panes, UI Controls, and Shapes</vt:lpstr>
      <vt:lpstr>PowerPoint Presentation</vt:lpstr>
      <vt:lpstr>The Color Class</vt:lpstr>
      <vt:lpstr>The Font Class</vt:lpstr>
      <vt:lpstr>The Image Class</vt:lpstr>
      <vt:lpstr>The ImageView Class</vt:lpstr>
      <vt:lpstr>LAYOUT PANES</vt:lpstr>
      <vt:lpstr>JavaFX Layout Panes</vt:lpstr>
      <vt:lpstr>FlowPane</vt:lpstr>
      <vt:lpstr>GridPane</vt:lpstr>
      <vt:lpstr>BorderPane</vt:lpstr>
      <vt:lpstr>Hbox</vt:lpstr>
      <vt:lpstr>VBox</vt:lpstr>
      <vt:lpstr>Shapes</vt:lpstr>
      <vt:lpstr>Text</vt:lpstr>
      <vt:lpstr>JavaFX Shapes</vt:lpstr>
      <vt:lpstr>Line</vt:lpstr>
      <vt:lpstr>Line Example</vt:lpstr>
      <vt:lpstr>Rectangle</vt:lpstr>
      <vt:lpstr>Rectangle Example</vt:lpstr>
      <vt:lpstr>Circle</vt:lpstr>
      <vt:lpstr>Ellipse</vt:lpstr>
      <vt:lpstr>Example of Ellipse</vt:lpstr>
      <vt:lpstr>Arc</vt:lpstr>
      <vt:lpstr>Arc Examples</vt:lpstr>
      <vt:lpstr>Polygon and Polyline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 JavaFX Basics</dc:title>
  <dc:creator>NELSON, IVONNE</dc:creator>
  <cp:lastModifiedBy>Ivonne Nelson</cp:lastModifiedBy>
  <cp:revision>19</cp:revision>
  <dcterms:created xsi:type="dcterms:W3CDTF">2020-06-12T08:47:39Z</dcterms:created>
  <dcterms:modified xsi:type="dcterms:W3CDTF">2023-01-11T20:17:12Z</dcterms:modified>
</cp:coreProperties>
</file>