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57" r:id="rId4"/>
    <p:sldId id="258" r:id="rId5"/>
    <p:sldId id="259" r:id="rId6"/>
    <p:sldId id="260"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6" autoAdjust="0"/>
    <p:restoredTop sz="95201" autoAdjust="0"/>
  </p:normalViewPr>
  <p:slideViewPr>
    <p:cSldViewPr snapToGrid="0">
      <p:cViewPr varScale="1">
        <p:scale>
          <a:sx n="82" d="100"/>
          <a:sy n="82" d="100"/>
        </p:scale>
        <p:origin x="66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5C2F9F-D957-4BE4-9D8F-2C8B4443108B}"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593006D3-C425-48C6-9885-96F172E50DB2}">
      <dgm:prSet/>
      <dgm:spPr/>
      <dgm:t>
        <a:bodyPr/>
        <a:lstStyle/>
        <a:p>
          <a:r>
            <a:rPr lang="en-US" dirty="0"/>
            <a:t>What is debugging?</a:t>
          </a:r>
        </a:p>
      </dgm:t>
    </dgm:pt>
    <dgm:pt modelId="{928CEA86-028B-4D17-A10B-D0EC4EE2ABCF}" type="parTrans" cxnId="{924CE361-866A-4185-BBD9-925C37AD9203}">
      <dgm:prSet/>
      <dgm:spPr/>
      <dgm:t>
        <a:bodyPr/>
        <a:lstStyle/>
        <a:p>
          <a:endParaRPr lang="en-US"/>
        </a:p>
      </dgm:t>
    </dgm:pt>
    <dgm:pt modelId="{8E803D43-564D-459A-A266-6C56CDB890E8}" type="sibTrans" cxnId="{924CE361-866A-4185-BBD9-925C37AD9203}">
      <dgm:prSet/>
      <dgm:spPr/>
      <dgm:t>
        <a:bodyPr/>
        <a:lstStyle/>
        <a:p>
          <a:endParaRPr lang="en-US"/>
        </a:p>
      </dgm:t>
    </dgm:pt>
    <dgm:pt modelId="{1050214E-B2F3-468C-B44C-CF23FA150D67}">
      <dgm:prSet/>
      <dgm:spPr>
        <a:solidFill>
          <a:schemeClr val="bg1">
            <a:alpha val="90000"/>
          </a:schemeClr>
        </a:solidFill>
      </dgm:spPr>
      <dgm:t>
        <a:bodyPr/>
        <a:lstStyle/>
        <a:p>
          <a:pPr>
            <a:buFontTx/>
            <a:buNone/>
          </a:pPr>
          <a:r>
            <a:rPr lang="en-US" dirty="0"/>
            <a:t>Debugging is the process of detecting and correcting errors in a program.</a:t>
          </a:r>
        </a:p>
      </dgm:t>
    </dgm:pt>
    <dgm:pt modelId="{B909FB22-17D9-42D6-AA0E-BD3F50863BE2}" type="parTrans" cxnId="{DF2A3149-5E65-4F8B-ADF7-FDC6EE54FF27}">
      <dgm:prSet/>
      <dgm:spPr/>
      <dgm:t>
        <a:bodyPr/>
        <a:lstStyle/>
        <a:p>
          <a:endParaRPr lang="en-US"/>
        </a:p>
      </dgm:t>
    </dgm:pt>
    <dgm:pt modelId="{3704BEBE-D6A3-41B7-A70B-C40863C48D26}" type="sibTrans" cxnId="{DF2A3149-5E65-4F8B-ADF7-FDC6EE54FF27}">
      <dgm:prSet/>
      <dgm:spPr/>
      <dgm:t>
        <a:bodyPr/>
        <a:lstStyle/>
        <a:p>
          <a:endParaRPr lang="en-US"/>
        </a:p>
      </dgm:t>
    </dgm:pt>
    <dgm:pt modelId="{A2652C65-A45A-4B4E-8D7E-813D9D9D2D2A}">
      <dgm:prSet/>
      <dgm:spPr>
        <a:solidFill>
          <a:schemeClr val="bg1">
            <a:alpha val="90000"/>
          </a:schemeClr>
        </a:solidFill>
      </dgm:spPr>
      <dgm:t>
        <a:bodyPr/>
        <a:lstStyle/>
        <a:p>
          <a:pPr>
            <a:buFontTx/>
            <a:buNone/>
          </a:pPr>
          <a:r>
            <a:rPr lang="en-US" dirty="0"/>
            <a:t>First, eliminate the compile errors.   These are the red </a:t>
          </a:r>
          <a:r>
            <a:rPr lang="en-US" dirty="0" err="1"/>
            <a:t>squigglies</a:t>
          </a:r>
          <a:r>
            <a:rPr lang="en-US" dirty="0"/>
            <a:t>.</a:t>
          </a:r>
        </a:p>
      </dgm:t>
    </dgm:pt>
    <dgm:pt modelId="{E7612CE2-7BD3-45B2-8745-197CCE3185CA}" type="parTrans" cxnId="{F93492D9-729D-4B2A-BF33-F9329543039D}">
      <dgm:prSet/>
      <dgm:spPr/>
      <dgm:t>
        <a:bodyPr/>
        <a:lstStyle/>
        <a:p>
          <a:endParaRPr lang="en-US"/>
        </a:p>
      </dgm:t>
    </dgm:pt>
    <dgm:pt modelId="{501E0281-0FB1-46EE-AF2D-2AD1E1828CC2}" type="sibTrans" cxnId="{F93492D9-729D-4B2A-BF33-F9329543039D}">
      <dgm:prSet/>
      <dgm:spPr/>
      <dgm:t>
        <a:bodyPr/>
        <a:lstStyle/>
        <a:p>
          <a:endParaRPr lang="en-US"/>
        </a:p>
      </dgm:t>
    </dgm:pt>
    <dgm:pt modelId="{8F1FD8B7-725F-48EE-BF03-E7115FF43A30}">
      <dgm:prSet/>
      <dgm:spPr>
        <a:solidFill>
          <a:schemeClr val="bg1">
            <a:alpha val="90000"/>
          </a:schemeClr>
        </a:solidFill>
      </dgm:spPr>
      <dgm:t>
        <a:bodyPr/>
        <a:lstStyle/>
        <a:p>
          <a:pPr>
            <a:buFontTx/>
            <a:buNone/>
          </a:pPr>
          <a:r>
            <a:rPr lang="en-US"/>
            <a:t>That leave the logic errors.  They show up when you run the program.  It might crash or get the wrong answer. </a:t>
          </a:r>
        </a:p>
      </dgm:t>
    </dgm:pt>
    <dgm:pt modelId="{D15A63DC-F09C-4A32-A071-CD81B9004DBE}" type="parTrans" cxnId="{727FDC28-9196-40FB-B060-CC8566A6B963}">
      <dgm:prSet/>
      <dgm:spPr/>
      <dgm:t>
        <a:bodyPr/>
        <a:lstStyle/>
        <a:p>
          <a:endParaRPr lang="en-US"/>
        </a:p>
      </dgm:t>
    </dgm:pt>
    <dgm:pt modelId="{CE91EE2A-2E41-4852-A926-F1320DC47A0E}" type="sibTrans" cxnId="{727FDC28-9196-40FB-B060-CC8566A6B963}">
      <dgm:prSet/>
      <dgm:spPr/>
      <dgm:t>
        <a:bodyPr/>
        <a:lstStyle/>
        <a:p>
          <a:endParaRPr lang="en-US"/>
        </a:p>
      </dgm:t>
    </dgm:pt>
    <dgm:pt modelId="{DC5D5998-7863-463A-A639-0D7170B8DC7A}" type="pres">
      <dgm:prSet presAssocID="{F95C2F9F-D957-4BE4-9D8F-2C8B4443108B}" presName="Name0" presStyleCnt="0">
        <dgm:presLayoutVars>
          <dgm:dir/>
          <dgm:animLvl val="lvl"/>
          <dgm:resizeHandles val="exact"/>
        </dgm:presLayoutVars>
      </dgm:prSet>
      <dgm:spPr/>
    </dgm:pt>
    <dgm:pt modelId="{A7F2599E-C5C2-471C-BAD5-0B350334A861}" type="pres">
      <dgm:prSet presAssocID="{593006D3-C425-48C6-9885-96F172E50DB2}" presName="linNode" presStyleCnt="0"/>
      <dgm:spPr/>
    </dgm:pt>
    <dgm:pt modelId="{753DD8E1-49E1-455E-BEB4-7CB5026DF4F8}" type="pres">
      <dgm:prSet presAssocID="{593006D3-C425-48C6-9885-96F172E50DB2}" presName="parentText" presStyleLbl="node1" presStyleIdx="0" presStyleCnt="1" custFlipHor="1" custScaleX="1115">
        <dgm:presLayoutVars>
          <dgm:chMax val="1"/>
          <dgm:bulletEnabled val="1"/>
        </dgm:presLayoutVars>
      </dgm:prSet>
      <dgm:spPr/>
    </dgm:pt>
    <dgm:pt modelId="{9689F8FC-7EF1-4DF5-8792-B5F6C3AFC202}" type="pres">
      <dgm:prSet presAssocID="{593006D3-C425-48C6-9885-96F172E50DB2}" presName="descendantText" presStyleLbl="alignAccFollowNode1" presStyleIdx="0" presStyleCnt="1" custScaleX="98884" custLinFactNeighborX="1631" custLinFactNeighborY="1608">
        <dgm:presLayoutVars>
          <dgm:bulletEnabled val="1"/>
        </dgm:presLayoutVars>
      </dgm:prSet>
      <dgm:spPr/>
    </dgm:pt>
  </dgm:ptLst>
  <dgm:cxnLst>
    <dgm:cxn modelId="{0E336C1C-8907-40F5-9026-A3AB1E37C645}" type="presOf" srcId="{F95C2F9F-D957-4BE4-9D8F-2C8B4443108B}" destId="{DC5D5998-7863-463A-A639-0D7170B8DC7A}" srcOrd="0" destOrd="0" presId="urn:microsoft.com/office/officeart/2005/8/layout/vList5"/>
    <dgm:cxn modelId="{727FDC28-9196-40FB-B060-CC8566A6B963}" srcId="{593006D3-C425-48C6-9885-96F172E50DB2}" destId="{8F1FD8B7-725F-48EE-BF03-E7115FF43A30}" srcOrd="2" destOrd="0" parTransId="{D15A63DC-F09C-4A32-A071-CD81B9004DBE}" sibTransId="{CE91EE2A-2E41-4852-A926-F1320DC47A0E}"/>
    <dgm:cxn modelId="{76AEE139-7623-4EF7-A116-436D0D7F911C}" type="presOf" srcId="{8F1FD8B7-725F-48EE-BF03-E7115FF43A30}" destId="{9689F8FC-7EF1-4DF5-8792-B5F6C3AFC202}" srcOrd="0" destOrd="2" presId="urn:microsoft.com/office/officeart/2005/8/layout/vList5"/>
    <dgm:cxn modelId="{924CE361-866A-4185-BBD9-925C37AD9203}" srcId="{F95C2F9F-D957-4BE4-9D8F-2C8B4443108B}" destId="{593006D3-C425-48C6-9885-96F172E50DB2}" srcOrd="0" destOrd="0" parTransId="{928CEA86-028B-4D17-A10B-D0EC4EE2ABCF}" sibTransId="{8E803D43-564D-459A-A266-6C56CDB890E8}"/>
    <dgm:cxn modelId="{DF2A3149-5E65-4F8B-ADF7-FDC6EE54FF27}" srcId="{593006D3-C425-48C6-9885-96F172E50DB2}" destId="{1050214E-B2F3-468C-B44C-CF23FA150D67}" srcOrd="0" destOrd="0" parTransId="{B909FB22-17D9-42D6-AA0E-BD3F50863BE2}" sibTransId="{3704BEBE-D6A3-41B7-A70B-C40863C48D26}"/>
    <dgm:cxn modelId="{29E64E6F-379E-47BB-B757-1A1DF830A9FF}" type="presOf" srcId="{A2652C65-A45A-4B4E-8D7E-813D9D9D2D2A}" destId="{9689F8FC-7EF1-4DF5-8792-B5F6C3AFC202}" srcOrd="0" destOrd="1" presId="urn:microsoft.com/office/officeart/2005/8/layout/vList5"/>
    <dgm:cxn modelId="{2860417F-8FCA-4485-B242-B0C8510BC714}" type="presOf" srcId="{593006D3-C425-48C6-9885-96F172E50DB2}" destId="{753DD8E1-49E1-455E-BEB4-7CB5026DF4F8}" srcOrd="0" destOrd="0" presId="urn:microsoft.com/office/officeart/2005/8/layout/vList5"/>
    <dgm:cxn modelId="{F93492D9-729D-4B2A-BF33-F9329543039D}" srcId="{593006D3-C425-48C6-9885-96F172E50DB2}" destId="{A2652C65-A45A-4B4E-8D7E-813D9D9D2D2A}" srcOrd="1" destOrd="0" parTransId="{E7612CE2-7BD3-45B2-8745-197CCE3185CA}" sibTransId="{501E0281-0FB1-46EE-AF2D-2AD1E1828CC2}"/>
    <dgm:cxn modelId="{2348C6EE-EA03-4D42-A241-880B2F60A678}" type="presOf" srcId="{1050214E-B2F3-468C-B44C-CF23FA150D67}" destId="{9689F8FC-7EF1-4DF5-8792-B5F6C3AFC202}" srcOrd="0" destOrd="0" presId="urn:microsoft.com/office/officeart/2005/8/layout/vList5"/>
    <dgm:cxn modelId="{55F3515C-B948-4E29-94A2-93C22095F048}" type="presParOf" srcId="{DC5D5998-7863-463A-A639-0D7170B8DC7A}" destId="{A7F2599E-C5C2-471C-BAD5-0B350334A861}" srcOrd="0" destOrd="0" presId="urn:microsoft.com/office/officeart/2005/8/layout/vList5"/>
    <dgm:cxn modelId="{D7922979-3B2F-491F-84A6-289E85B6D43A}" type="presParOf" srcId="{A7F2599E-C5C2-471C-BAD5-0B350334A861}" destId="{753DD8E1-49E1-455E-BEB4-7CB5026DF4F8}" srcOrd="0" destOrd="0" presId="urn:microsoft.com/office/officeart/2005/8/layout/vList5"/>
    <dgm:cxn modelId="{4DFD49BA-DE28-4D6B-B1A6-9864A6A135A1}" type="presParOf" srcId="{A7F2599E-C5C2-471C-BAD5-0B350334A861}" destId="{9689F8FC-7EF1-4DF5-8792-B5F6C3AFC20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8CBF7B4-0F1D-4AD2-BBE7-389EDF7CE314}"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5F40F53C-A4F7-4F92-83D8-1452B49F1854}">
      <dgm:prSet/>
      <dgm:spPr/>
      <dgm:t>
        <a:bodyPr/>
        <a:lstStyle/>
        <a:p>
          <a:r>
            <a:rPr lang="en-US" dirty="0"/>
            <a:t>How to debug?</a:t>
          </a:r>
        </a:p>
      </dgm:t>
    </dgm:pt>
    <dgm:pt modelId="{2C89B715-1E5E-44FF-85CC-D9877374BDD7}" type="parTrans" cxnId="{8BB55C8F-D8D3-4874-84F0-EB1250B7C05F}">
      <dgm:prSet/>
      <dgm:spPr/>
      <dgm:t>
        <a:bodyPr/>
        <a:lstStyle/>
        <a:p>
          <a:endParaRPr lang="en-US"/>
        </a:p>
      </dgm:t>
    </dgm:pt>
    <dgm:pt modelId="{8B660B9B-1ACB-4B4F-A376-1838A58723A4}" type="sibTrans" cxnId="{8BB55C8F-D8D3-4874-84F0-EB1250B7C05F}">
      <dgm:prSet/>
      <dgm:spPr/>
      <dgm:t>
        <a:bodyPr/>
        <a:lstStyle/>
        <a:p>
          <a:endParaRPr lang="en-US"/>
        </a:p>
      </dgm:t>
    </dgm:pt>
    <dgm:pt modelId="{4A7B3BE4-C0F3-4934-B35C-650AFFD39DAB}">
      <dgm:prSet/>
      <dgm:spPr>
        <a:solidFill>
          <a:schemeClr val="bg1">
            <a:alpha val="90000"/>
          </a:schemeClr>
        </a:solidFill>
      </dgm:spPr>
      <dgm:t>
        <a:bodyPr/>
        <a:lstStyle/>
        <a:p>
          <a:pPr>
            <a:buFontTx/>
            <a:buNone/>
          </a:pPr>
          <a:r>
            <a:rPr lang="en-US"/>
            <a:t>During a debugging session, you launch your program with the debugger attached to it. </a:t>
          </a:r>
        </a:p>
      </dgm:t>
    </dgm:pt>
    <dgm:pt modelId="{1313DFD2-9A8E-491A-ACE9-11197B6CC207}" type="parTrans" cxnId="{1634FA9C-1094-477C-979C-5D7C60B7AF9F}">
      <dgm:prSet/>
      <dgm:spPr/>
      <dgm:t>
        <a:bodyPr/>
        <a:lstStyle/>
        <a:p>
          <a:endParaRPr lang="en-US"/>
        </a:p>
      </dgm:t>
    </dgm:pt>
    <dgm:pt modelId="{5BB4FA9C-3A71-4296-A696-511C81DB5E47}" type="sibTrans" cxnId="{1634FA9C-1094-477C-979C-5D7C60B7AF9F}">
      <dgm:prSet/>
      <dgm:spPr/>
      <dgm:t>
        <a:bodyPr/>
        <a:lstStyle/>
        <a:p>
          <a:endParaRPr lang="en-US"/>
        </a:p>
      </dgm:t>
    </dgm:pt>
    <dgm:pt modelId="{AE8507C9-9BAA-4493-9CCD-98140632E82B}">
      <dgm:prSet/>
      <dgm:spPr>
        <a:solidFill>
          <a:schemeClr val="bg1">
            <a:alpha val="90000"/>
          </a:schemeClr>
        </a:solidFill>
      </dgm:spPr>
      <dgm:t>
        <a:bodyPr/>
        <a:lstStyle/>
        <a:p>
          <a:pPr>
            <a:buFontTx/>
            <a:buNone/>
          </a:pPr>
          <a:r>
            <a:rPr lang="en-US" dirty="0"/>
            <a:t>The purpose of the debugger is to interfere with the program execution and provide you with the information on what’s happening under the hood. </a:t>
          </a:r>
        </a:p>
      </dgm:t>
    </dgm:pt>
    <dgm:pt modelId="{D10A503C-B5F3-4D18-91DE-1F075C73DD66}" type="parTrans" cxnId="{197F91AC-3205-4EAE-984F-3432A0EFB119}">
      <dgm:prSet/>
      <dgm:spPr/>
      <dgm:t>
        <a:bodyPr/>
        <a:lstStyle/>
        <a:p>
          <a:endParaRPr lang="en-US"/>
        </a:p>
      </dgm:t>
    </dgm:pt>
    <dgm:pt modelId="{F4987D07-8934-4954-8DF4-09DD2458898D}" type="sibTrans" cxnId="{197F91AC-3205-4EAE-984F-3432A0EFB119}">
      <dgm:prSet/>
      <dgm:spPr/>
      <dgm:t>
        <a:bodyPr/>
        <a:lstStyle/>
        <a:p>
          <a:endParaRPr lang="en-US"/>
        </a:p>
      </dgm:t>
    </dgm:pt>
    <dgm:pt modelId="{95B5697E-86E8-4F5D-ABC8-716B3DCD4903}">
      <dgm:prSet/>
      <dgm:spPr>
        <a:solidFill>
          <a:schemeClr val="bg1">
            <a:alpha val="90000"/>
          </a:schemeClr>
        </a:solidFill>
      </dgm:spPr>
      <dgm:t>
        <a:bodyPr/>
        <a:lstStyle/>
        <a:p>
          <a:pPr>
            <a:buFontTx/>
            <a:buNone/>
          </a:pPr>
          <a:r>
            <a:rPr lang="en-US"/>
            <a:t>This facilitates the process of detecting and fixing bugs in your program. </a:t>
          </a:r>
        </a:p>
      </dgm:t>
    </dgm:pt>
    <dgm:pt modelId="{0FE353A2-D1F9-444C-98A6-596E738A204D}" type="parTrans" cxnId="{8B71DAF0-6FD9-467D-A018-3BD261D08CB6}">
      <dgm:prSet/>
      <dgm:spPr/>
      <dgm:t>
        <a:bodyPr/>
        <a:lstStyle/>
        <a:p>
          <a:endParaRPr lang="en-US"/>
        </a:p>
      </dgm:t>
    </dgm:pt>
    <dgm:pt modelId="{920F05E1-F24F-4F16-A722-DDCA3F5EE8FB}" type="sibTrans" cxnId="{8B71DAF0-6FD9-467D-A018-3BD261D08CB6}">
      <dgm:prSet/>
      <dgm:spPr/>
      <dgm:t>
        <a:bodyPr/>
        <a:lstStyle/>
        <a:p>
          <a:endParaRPr lang="en-US"/>
        </a:p>
      </dgm:t>
    </dgm:pt>
    <dgm:pt modelId="{513FA123-6098-4071-A4E8-BE54B73F45FD}" type="pres">
      <dgm:prSet presAssocID="{E8CBF7B4-0F1D-4AD2-BBE7-389EDF7CE314}" presName="Name0" presStyleCnt="0">
        <dgm:presLayoutVars>
          <dgm:dir/>
          <dgm:animLvl val="lvl"/>
          <dgm:resizeHandles val="exact"/>
        </dgm:presLayoutVars>
      </dgm:prSet>
      <dgm:spPr/>
    </dgm:pt>
    <dgm:pt modelId="{BDFCAD0C-3738-44F2-94AA-DC9200044244}" type="pres">
      <dgm:prSet presAssocID="{5F40F53C-A4F7-4F92-83D8-1452B49F1854}" presName="linNode" presStyleCnt="0"/>
      <dgm:spPr/>
    </dgm:pt>
    <dgm:pt modelId="{0BF7ECAA-E6E0-44B0-A30D-ACF6582C4D90}" type="pres">
      <dgm:prSet presAssocID="{5F40F53C-A4F7-4F92-83D8-1452B49F1854}" presName="parentText" presStyleLbl="node1" presStyleIdx="0" presStyleCnt="1" custFlipHor="1" custScaleX="1368">
        <dgm:presLayoutVars>
          <dgm:chMax val="1"/>
          <dgm:bulletEnabled val="1"/>
        </dgm:presLayoutVars>
      </dgm:prSet>
      <dgm:spPr/>
    </dgm:pt>
    <dgm:pt modelId="{5DF7B0A2-8C34-4814-9B3A-79F2A968C2EF}" type="pres">
      <dgm:prSet presAssocID="{5F40F53C-A4F7-4F92-83D8-1452B49F1854}" presName="descendantText" presStyleLbl="alignAccFollowNode1" presStyleIdx="0" presStyleCnt="1" custScaleX="95756">
        <dgm:presLayoutVars>
          <dgm:bulletEnabled val="1"/>
        </dgm:presLayoutVars>
      </dgm:prSet>
      <dgm:spPr/>
    </dgm:pt>
  </dgm:ptLst>
  <dgm:cxnLst>
    <dgm:cxn modelId="{56124E27-F9BE-43DF-8296-4BA1887AF5AE}" type="presOf" srcId="{AE8507C9-9BAA-4493-9CCD-98140632E82B}" destId="{5DF7B0A2-8C34-4814-9B3A-79F2A968C2EF}" srcOrd="0" destOrd="1" presId="urn:microsoft.com/office/officeart/2005/8/layout/vList5"/>
    <dgm:cxn modelId="{101CDF76-E415-437B-9F80-2EECBA72B4B4}" type="presOf" srcId="{4A7B3BE4-C0F3-4934-B35C-650AFFD39DAB}" destId="{5DF7B0A2-8C34-4814-9B3A-79F2A968C2EF}" srcOrd="0" destOrd="0" presId="urn:microsoft.com/office/officeart/2005/8/layout/vList5"/>
    <dgm:cxn modelId="{9F7EBC80-C499-4E08-A025-3CA6A573EE6E}" type="presOf" srcId="{5F40F53C-A4F7-4F92-83D8-1452B49F1854}" destId="{0BF7ECAA-E6E0-44B0-A30D-ACF6582C4D90}" srcOrd="0" destOrd="0" presId="urn:microsoft.com/office/officeart/2005/8/layout/vList5"/>
    <dgm:cxn modelId="{8BB55C8F-D8D3-4874-84F0-EB1250B7C05F}" srcId="{E8CBF7B4-0F1D-4AD2-BBE7-389EDF7CE314}" destId="{5F40F53C-A4F7-4F92-83D8-1452B49F1854}" srcOrd="0" destOrd="0" parTransId="{2C89B715-1E5E-44FF-85CC-D9877374BDD7}" sibTransId="{8B660B9B-1ACB-4B4F-A376-1838A58723A4}"/>
    <dgm:cxn modelId="{1634FA9C-1094-477C-979C-5D7C60B7AF9F}" srcId="{5F40F53C-A4F7-4F92-83D8-1452B49F1854}" destId="{4A7B3BE4-C0F3-4934-B35C-650AFFD39DAB}" srcOrd="0" destOrd="0" parTransId="{1313DFD2-9A8E-491A-ACE9-11197B6CC207}" sibTransId="{5BB4FA9C-3A71-4296-A696-511C81DB5E47}"/>
    <dgm:cxn modelId="{197F91AC-3205-4EAE-984F-3432A0EFB119}" srcId="{5F40F53C-A4F7-4F92-83D8-1452B49F1854}" destId="{AE8507C9-9BAA-4493-9CCD-98140632E82B}" srcOrd="1" destOrd="0" parTransId="{D10A503C-B5F3-4D18-91DE-1F075C73DD66}" sibTransId="{F4987D07-8934-4954-8DF4-09DD2458898D}"/>
    <dgm:cxn modelId="{6C160EB5-8A69-4B42-AAE7-407F0B9E27B2}" type="presOf" srcId="{95B5697E-86E8-4F5D-ABC8-716B3DCD4903}" destId="{5DF7B0A2-8C34-4814-9B3A-79F2A968C2EF}" srcOrd="0" destOrd="2" presId="urn:microsoft.com/office/officeart/2005/8/layout/vList5"/>
    <dgm:cxn modelId="{4CFA81B9-4840-412F-BB89-D9F6F1273794}" type="presOf" srcId="{E8CBF7B4-0F1D-4AD2-BBE7-389EDF7CE314}" destId="{513FA123-6098-4071-A4E8-BE54B73F45FD}" srcOrd="0" destOrd="0" presId="urn:microsoft.com/office/officeart/2005/8/layout/vList5"/>
    <dgm:cxn modelId="{8B71DAF0-6FD9-467D-A018-3BD261D08CB6}" srcId="{5F40F53C-A4F7-4F92-83D8-1452B49F1854}" destId="{95B5697E-86E8-4F5D-ABC8-716B3DCD4903}" srcOrd="2" destOrd="0" parTransId="{0FE353A2-D1F9-444C-98A6-596E738A204D}" sibTransId="{920F05E1-F24F-4F16-A722-DDCA3F5EE8FB}"/>
    <dgm:cxn modelId="{B8532712-3E75-4E44-9323-14F3324FA7AE}" type="presParOf" srcId="{513FA123-6098-4071-A4E8-BE54B73F45FD}" destId="{BDFCAD0C-3738-44F2-94AA-DC9200044244}" srcOrd="0" destOrd="0" presId="urn:microsoft.com/office/officeart/2005/8/layout/vList5"/>
    <dgm:cxn modelId="{89293EC0-1E43-4602-84A3-6FF2CEF5A63A}" type="presParOf" srcId="{BDFCAD0C-3738-44F2-94AA-DC9200044244}" destId="{0BF7ECAA-E6E0-44B0-A30D-ACF6582C4D90}" srcOrd="0" destOrd="0" presId="urn:microsoft.com/office/officeart/2005/8/layout/vList5"/>
    <dgm:cxn modelId="{48662312-A52C-4404-9434-3F2AA1B9C1DD}" type="presParOf" srcId="{BDFCAD0C-3738-44F2-94AA-DC9200044244}" destId="{5DF7B0A2-8C34-4814-9B3A-79F2A968C2E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43D1C8-893B-4BB3-A562-9C80FFA59A77}"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EF969502-98E8-4C16-8EBC-D0764E05B513}">
      <dgm:prSet/>
      <dgm:spPr/>
      <dgm:t>
        <a:bodyPr/>
        <a:lstStyle/>
        <a:p>
          <a:r>
            <a:rPr lang="en-US"/>
            <a:t>Before you Debug</a:t>
          </a:r>
        </a:p>
      </dgm:t>
    </dgm:pt>
    <dgm:pt modelId="{7309EBA3-786E-4245-8402-4709C70A7320}" type="parTrans" cxnId="{1286F422-E395-4414-B47F-C3F93414E47D}">
      <dgm:prSet/>
      <dgm:spPr/>
      <dgm:t>
        <a:bodyPr/>
        <a:lstStyle/>
        <a:p>
          <a:endParaRPr lang="en-US"/>
        </a:p>
      </dgm:t>
    </dgm:pt>
    <dgm:pt modelId="{F81F0C33-54B4-4670-ADFF-5F331B901DC1}" type="sibTrans" cxnId="{1286F422-E395-4414-B47F-C3F93414E47D}">
      <dgm:prSet/>
      <dgm:spPr/>
      <dgm:t>
        <a:bodyPr/>
        <a:lstStyle/>
        <a:p>
          <a:endParaRPr lang="en-US"/>
        </a:p>
      </dgm:t>
    </dgm:pt>
    <dgm:pt modelId="{3C11259A-E8E2-4972-90F8-781608F86EAB}">
      <dgm:prSet/>
      <dgm:spPr>
        <a:solidFill>
          <a:schemeClr val="bg1">
            <a:alpha val="90000"/>
          </a:schemeClr>
        </a:solidFill>
      </dgm:spPr>
      <dgm:t>
        <a:bodyPr/>
        <a:lstStyle/>
        <a:p>
          <a:pPr>
            <a:buFontTx/>
            <a:buNone/>
          </a:pPr>
          <a:r>
            <a:rPr lang="en-US" dirty="0"/>
            <a:t>Make sure the Generate debugging info option is turned on (the default setting) in Settings&gt;Preferences &gt; Build, Execution, Deployment &gt; Compiler &gt; Java Compiler.</a:t>
          </a:r>
        </a:p>
      </dgm:t>
    </dgm:pt>
    <dgm:pt modelId="{B795F32A-9276-4D90-8CA1-478157801674}" type="parTrans" cxnId="{71289454-C6BB-4813-93A4-E78F00004094}">
      <dgm:prSet/>
      <dgm:spPr/>
      <dgm:t>
        <a:bodyPr/>
        <a:lstStyle/>
        <a:p>
          <a:endParaRPr lang="en-US"/>
        </a:p>
      </dgm:t>
    </dgm:pt>
    <dgm:pt modelId="{0B40795E-749C-492D-B2B8-0D21189568DF}" type="sibTrans" cxnId="{71289454-C6BB-4813-93A4-E78F00004094}">
      <dgm:prSet/>
      <dgm:spPr/>
      <dgm:t>
        <a:bodyPr/>
        <a:lstStyle/>
        <a:p>
          <a:endParaRPr lang="en-US"/>
        </a:p>
      </dgm:t>
    </dgm:pt>
    <dgm:pt modelId="{115C3610-1B9E-4555-94D7-623E6B01D9D5}">
      <dgm:prSet/>
      <dgm:spPr>
        <a:solidFill>
          <a:schemeClr val="bg1">
            <a:alpha val="90000"/>
          </a:schemeClr>
        </a:solidFill>
      </dgm:spPr>
      <dgm:t>
        <a:bodyPr/>
        <a:lstStyle/>
        <a:p>
          <a:pPr>
            <a:buFontTx/>
            <a:buNone/>
          </a:pPr>
          <a:r>
            <a:rPr lang="en-US"/>
            <a:t>This setting is not absolutely required for debugging, however we recommend leaving it enabled. Disabling it allows you to save disk space at the cost of some debugger functionality.</a:t>
          </a:r>
        </a:p>
      </dgm:t>
    </dgm:pt>
    <dgm:pt modelId="{BFBE4F02-EA07-44C9-85CE-05EB27B4098B}" type="parTrans" cxnId="{4661A139-736B-423D-AAB9-926134931B13}">
      <dgm:prSet/>
      <dgm:spPr/>
      <dgm:t>
        <a:bodyPr/>
        <a:lstStyle/>
        <a:p>
          <a:endParaRPr lang="en-US"/>
        </a:p>
      </dgm:t>
    </dgm:pt>
    <dgm:pt modelId="{5126E948-73A9-4136-B9E3-4130B02B644D}" type="sibTrans" cxnId="{4661A139-736B-423D-AAB9-926134931B13}">
      <dgm:prSet/>
      <dgm:spPr/>
      <dgm:t>
        <a:bodyPr/>
        <a:lstStyle/>
        <a:p>
          <a:endParaRPr lang="en-US"/>
        </a:p>
      </dgm:t>
    </dgm:pt>
    <dgm:pt modelId="{9EE6BB33-23E7-4779-9FE3-7A2A207624DE}" type="pres">
      <dgm:prSet presAssocID="{2D43D1C8-893B-4BB3-A562-9C80FFA59A77}" presName="Name0" presStyleCnt="0">
        <dgm:presLayoutVars>
          <dgm:dir/>
          <dgm:animLvl val="lvl"/>
          <dgm:resizeHandles val="exact"/>
        </dgm:presLayoutVars>
      </dgm:prSet>
      <dgm:spPr/>
    </dgm:pt>
    <dgm:pt modelId="{27D8A502-D4B2-431C-B54E-828719C8CCA3}" type="pres">
      <dgm:prSet presAssocID="{EF969502-98E8-4C16-8EBC-D0764E05B513}" presName="linNode" presStyleCnt="0"/>
      <dgm:spPr/>
    </dgm:pt>
    <dgm:pt modelId="{4D51E278-A461-4EF5-B924-3EEF83A039F0}" type="pres">
      <dgm:prSet presAssocID="{EF969502-98E8-4C16-8EBC-D0764E05B513}" presName="parentText" presStyleLbl="node1" presStyleIdx="0" presStyleCnt="1" custScaleX="1155">
        <dgm:presLayoutVars>
          <dgm:chMax val="1"/>
          <dgm:bulletEnabled val="1"/>
        </dgm:presLayoutVars>
      </dgm:prSet>
      <dgm:spPr/>
    </dgm:pt>
    <dgm:pt modelId="{2A1DE56D-3752-4D7B-A1B9-7293F131C53E}" type="pres">
      <dgm:prSet presAssocID="{EF969502-98E8-4C16-8EBC-D0764E05B513}" presName="descendantText" presStyleLbl="alignAccFollowNode1" presStyleIdx="0" presStyleCnt="1">
        <dgm:presLayoutVars>
          <dgm:bulletEnabled val="1"/>
        </dgm:presLayoutVars>
      </dgm:prSet>
      <dgm:spPr/>
    </dgm:pt>
  </dgm:ptLst>
  <dgm:cxnLst>
    <dgm:cxn modelId="{1286F422-E395-4414-B47F-C3F93414E47D}" srcId="{2D43D1C8-893B-4BB3-A562-9C80FFA59A77}" destId="{EF969502-98E8-4C16-8EBC-D0764E05B513}" srcOrd="0" destOrd="0" parTransId="{7309EBA3-786E-4245-8402-4709C70A7320}" sibTransId="{F81F0C33-54B4-4670-ADFF-5F331B901DC1}"/>
    <dgm:cxn modelId="{279AA235-08D6-493F-824C-CF2E77FDE6D0}" type="presOf" srcId="{3C11259A-E8E2-4972-90F8-781608F86EAB}" destId="{2A1DE56D-3752-4D7B-A1B9-7293F131C53E}" srcOrd="0" destOrd="0" presId="urn:microsoft.com/office/officeart/2005/8/layout/vList5"/>
    <dgm:cxn modelId="{4661A139-736B-423D-AAB9-926134931B13}" srcId="{EF969502-98E8-4C16-8EBC-D0764E05B513}" destId="{115C3610-1B9E-4555-94D7-623E6B01D9D5}" srcOrd="1" destOrd="0" parTransId="{BFBE4F02-EA07-44C9-85CE-05EB27B4098B}" sibTransId="{5126E948-73A9-4136-B9E3-4130B02B644D}"/>
    <dgm:cxn modelId="{20ED924E-1C3C-4DD6-BD25-0B1E60CEC9E3}" type="presOf" srcId="{2D43D1C8-893B-4BB3-A562-9C80FFA59A77}" destId="{9EE6BB33-23E7-4779-9FE3-7A2A207624DE}" srcOrd="0" destOrd="0" presId="urn:microsoft.com/office/officeart/2005/8/layout/vList5"/>
    <dgm:cxn modelId="{71289454-C6BB-4813-93A4-E78F00004094}" srcId="{EF969502-98E8-4C16-8EBC-D0764E05B513}" destId="{3C11259A-E8E2-4972-90F8-781608F86EAB}" srcOrd="0" destOrd="0" parTransId="{B795F32A-9276-4D90-8CA1-478157801674}" sibTransId="{0B40795E-749C-492D-B2B8-0D21189568DF}"/>
    <dgm:cxn modelId="{4014A69C-2292-4A9F-BB7C-B7DE521FE57B}" type="presOf" srcId="{EF969502-98E8-4C16-8EBC-D0764E05B513}" destId="{4D51E278-A461-4EF5-B924-3EEF83A039F0}" srcOrd="0" destOrd="0" presId="urn:microsoft.com/office/officeart/2005/8/layout/vList5"/>
    <dgm:cxn modelId="{CECB23CD-BE9E-455A-946F-C99C1109723E}" type="presOf" srcId="{115C3610-1B9E-4555-94D7-623E6B01D9D5}" destId="{2A1DE56D-3752-4D7B-A1B9-7293F131C53E}" srcOrd="0" destOrd="1" presId="urn:microsoft.com/office/officeart/2005/8/layout/vList5"/>
    <dgm:cxn modelId="{FB534A07-5791-4008-AFB9-BC716FD59B35}" type="presParOf" srcId="{9EE6BB33-23E7-4779-9FE3-7A2A207624DE}" destId="{27D8A502-D4B2-431C-B54E-828719C8CCA3}" srcOrd="0" destOrd="0" presId="urn:microsoft.com/office/officeart/2005/8/layout/vList5"/>
    <dgm:cxn modelId="{8AF6C82F-3101-4B36-AE51-BE1E0F55A0A5}" type="presParOf" srcId="{27D8A502-D4B2-431C-B54E-828719C8CCA3}" destId="{4D51E278-A461-4EF5-B924-3EEF83A039F0}" srcOrd="0" destOrd="0" presId="urn:microsoft.com/office/officeart/2005/8/layout/vList5"/>
    <dgm:cxn modelId="{81175846-810B-41DF-8C72-5D8CAFA694A0}" type="presParOf" srcId="{27D8A502-D4B2-431C-B54E-828719C8CCA3}" destId="{2A1DE56D-3752-4D7B-A1B9-7293F131C53E}"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880D930-5E77-45ED-B9DB-FBDF87FF8381}" type="doc">
      <dgm:prSet loTypeId="urn:microsoft.com/office/officeart/2005/8/layout/process1" loCatId="process" qsTypeId="urn:microsoft.com/office/officeart/2005/8/quickstyle/simple1" qsCatId="simple" csTypeId="urn:microsoft.com/office/officeart/2005/8/colors/accent0_3" csCatId="mainScheme" phldr="1"/>
      <dgm:spPr/>
      <dgm:t>
        <a:bodyPr/>
        <a:lstStyle/>
        <a:p>
          <a:endParaRPr lang="en-US"/>
        </a:p>
      </dgm:t>
    </dgm:pt>
    <dgm:pt modelId="{F20CC943-1334-49DE-9972-B8A0574A362C}">
      <dgm:prSet custT="1"/>
      <dgm:spPr/>
      <dgm:t>
        <a:bodyPr/>
        <a:lstStyle/>
        <a:p>
          <a:r>
            <a:rPr lang="en-US" sz="3200" dirty="0"/>
            <a:t>Examine the Code</a:t>
          </a:r>
        </a:p>
      </dgm:t>
    </dgm:pt>
    <dgm:pt modelId="{228AE175-DFB9-4563-9DC2-A0EBF9D03CA6}" type="parTrans" cxnId="{14266215-13D7-4C1B-BCE1-C08D345B7E0D}">
      <dgm:prSet/>
      <dgm:spPr/>
      <dgm:t>
        <a:bodyPr/>
        <a:lstStyle/>
        <a:p>
          <a:endParaRPr lang="en-US" sz="2400"/>
        </a:p>
      </dgm:t>
    </dgm:pt>
    <dgm:pt modelId="{FA66D8EA-644D-4CCA-BD3A-8757EE79C9F9}" type="sibTrans" cxnId="{14266215-13D7-4C1B-BCE1-C08D345B7E0D}">
      <dgm:prSet custT="1"/>
      <dgm:spPr/>
      <dgm:t>
        <a:bodyPr/>
        <a:lstStyle/>
        <a:p>
          <a:endParaRPr lang="en-US" sz="2400"/>
        </a:p>
      </dgm:t>
    </dgm:pt>
    <dgm:pt modelId="{A13D48E3-886F-494E-967B-38574A7C531E}">
      <dgm:prSet custT="1"/>
      <dgm:spPr/>
      <dgm:t>
        <a:bodyPr/>
        <a:lstStyle/>
        <a:p>
          <a:r>
            <a:rPr lang="en-US" sz="3200" dirty="0"/>
            <a:t>Set breakpoints to suspend the program in places you want to examine its state. </a:t>
          </a:r>
        </a:p>
      </dgm:t>
    </dgm:pt>
    <dgm:pt modelId="{ADCE9C4B-7374-4FDE-AD66-EBF289CB5E15}" type="parTrans" cxnId="{F927A790-BC66-4D53-86B7-027483E0EAF5}">
      <dgm:prSet/>
      <dgm:spPr/>
      <dgm:t>
        <a:bodyPr/>
        <a:lstStyle/>
        <a:p>
          <a:endParaRPr lang="en-US" sz="2400"/>
        </a:p>
      </dgm:t>
    </dgm:pt>
    <dgm:pt modelId="{27A45D1F-79F6-4801-B9F2-9576B8C6B95B}" type="sibTrans" cxnId="{F927A790-BC66-4D53-86B7-027483E0EAF5}">
      <dgm:prSet custT="1"/>
      <dgm:spPr/>
      <dgm:t>
        <a:bodyPr/>
        <a:lstStyle/>
        <a:p>
          <a:endParaRPr lang="en-US" sz="2400"/>
        </a:p>
      </dgm:t>
    </dgm:pt>
    <dgm:pt modelId="{094499C7-0784-4D83-B275-BD4B0E5638CA}">
      <dgm:prSet custT="1"/>
      <dgm:spPr/>
      <dgm:t>
        <a:bodyPr/>
        <a:lstStyle/>
        <a:p>
          <a:r>
            <a:rPr lang="en-US" sz="3200"/>
            <a:t>Run your program in debug mode. </a:t>
          </a:r>
        </a:p>
      </dgm:t>
    </dgm:pt>
    <dgm:pt modelId="{206D5B76-5B90-4A83-A265-5A512718081C}" type="parTrans" cxnId="{38AE6DF6-6410-4F1B-BC4A-3AE4BD156328}">
      <dgm:prSet/>
      <dgm:spPr/>
      <dgm:t>
        <a:bodyPr/>
        <a:lstStyle/>
        <a:p>
          <a:endParaRPr lang="en-US" sz="2400"/>
        </a:p>
      </dgm:t>
    </dgm:pt>
    <dgm:pt modelId="{E98988C3-DD42-4709-9935-3BE98C32F7A4}" type="sibTrans" cxnId="{38AE6DF6-6410-4F1B-BC4A-3AE4BD156328}">
      <dgm:prSet custT="1"/>
      <dgm:spPr/>
      <dgm:t>
        <a:bodyPr/>
        <a:lstStyle/>
        <a:p>
          <a:endParaRPr lang="en-US" sz="2400"/>
        </a:p>
      </dgm:t>
    </dgm:pt>
    <dgm:pt modelId="{6D2D2DDB-63D1-4247-BE71-606BC160AE3C}">
      <dgm:prSet custT="1"/>
      <dgm:spPr/>
      <dgm:t>
        <a:bodyPr/>
        <a:lstStyle/>
        <a:p>
          <a:r>
            <a:rPr lang="en-US" sz="2800" dirty="0"/>
            <a:t>When suspended, get the information about the state of the program and how it changes.</a:t>
          </a:r>
        </a:p>
      </dgm:t>
    </dgm:pt>
    <dgm:pt modelId="{AF833BC5-ADE6-4223-BB7C-20822CD35D4F}" type="parTrans" cxnId="{CCF1ACB8-AE9F-44D3-A2F1-B3E96362A9A2}">
      <dgm:prSet/>
      <dgm:spPr/>
      <dgm:t>
        <a:bodyPr/>
        <a:lstStyle/>
        <a:p>
          <a:endParaRPr lang="en-US" sz="2400"/>
        </a:p>
      </dgm:t>
    </dgm:pt>
    <dgm:pt modelId="{CF070C83-D622-4C90-A585-B6B502076EE9}" type="sibTrans" cxnId="{CCF1ACB8-AE9F-44D3-A2F1-B3E96362A9A2}">
      <dgm:prSet/>
      <dgm:spPr/>
      <dgm:t>
        <a:bodyPr/>
        <a:lstStyle/>
        <a:p>
          <a:endParaRPr lang="en-US" sz="2400"/>
        </a:p>
      </dgm:t>
    </dgm:pt>
    <dgm:pt modelId="{023EAA3F-B89F-4823-A4FA-15AE33C4354B}" type="pres">
      <dgm:prSet presAssocID="{4880D930-5E77-45ED-B9DB-FBDF87FF8381}" presName="Name0" presStyleCnt="0">
        <dgm:presLayoutVars>
          <dgm:dir/>
          <dgm:resizeHandles val="exact"/>
        </dgm:presLayoutVars>
      </dgm:prSet>
      <dgm:spPr/>
    </dgm:pt>
    <dgm:pt modelId="{F200286C-06F9-4EFE-AF10-D9AF2BD0D36D}" type="pres">
      <dgm:prSet presAssocID="{F20CC943-1334-49DE-9972-B8A0574A362C}" presName="node" presStyleLbl="node1" presStyleIdx="0" presStyleCnt="4">
        <dgm:presLayoutVars>
          <dgm:bulletEnabled val="1"/>
        </dgm:presLayoutVars>
      </dgm:prSet>
      <dgm:spPr/>
    </dgm:pt>
    <dgm:pt modelId="{E5A17CD0-2DEE-438A-AA29-0CC5BD220758}" type="pres">
      <dgm:prSet presAssocID="{FA66D8EA-644D-4CCA-BD3A-8757EE79C9F9}" presName="sibTrans" presStyleLbl="sibTrans2D1" presStyleIdx="0" presStyleCnt="3"/>
      <dgm:spPr/>
    </dgm:pt>
    <dgm:pt modelId="{57B3A848-C12E-4C04-AE2B-9438D2993D76}" type="pres">
      <dgm:prSet presAssocID="{FA66D8EA-644D-4CCA-BD3A-8757EE79C9F9}" presName="connectorText" presStyleLbl="sibTrans2D1" presStyleIdx="0" presStyleCnt="3"/>
      <dgm:spPr/>
    </dgm:pt>
    <dgm:pt modelId="{99AB3F69-3A0C-43CC-9463-A4722551BF78}" type="pres">
      <dgm:prSet presAssocID="{A13D48E3-886F-494E-967B-38574A7C531E}" presName="node" presStyleLbl="node1" presStyleIdx="1" presStyleCnt="4" custScaleX="132436">
        <dgm:presLayoutVars>
          <dgm:bulletEnabled val="1"/>
        </dgm:presLayoutVars>
      </dgm:prSet>
      <dgm:spPr/>
    </dgm:pt>
    <dgm:pt modelId="{A08AFFC1-1D5A-47CC-BD1D-A371C37B2AC4}" type="pres">
      <dgm:prSet presAssocID="{27A45D1F-79F6-4801-B9F2-9576B8C6B95B}" presName="sibTrans" presStyleLbl="sibTrans2D1" presStyleIdx="1" presStyleCnt="3"/>
      <dgm:spPr/>
    </dgm:pt>
    <dgm:pt modelId="{37CC69C7-75E1-4B27-9C24-3487998F0B5A}" type="pres">
      <dgm:prSet presAssocID="{27A45D1F-79F6-4801-B9F2-9576B8C6B95B}" presName="connectorText" presStyleLbl="sibTrans2D1" presStyleIdx="1" presStyleCnt="3"/>
      <dgm:spPr/>
    </dgm:pt>
    <dgm:pt modelId="{54FE2BEA-0AE6-4744-9669-9E13108BAC62}" type="pres">
      <dgm:prSet presAssocID="{094499C7-0784-4D83-B275-BD4B0E5638CA}" presName="node" presStyleLbl="node1" presStyleIdx="2" presStyleCnt="4" custLinFactNeighborX="2829" custLinFactNeighborY="-1446">
        <dgm:presLayoutVars>
          <dgm:bulletEnabled val="1"/>
        </dgm:presLayoutVars>
      </dgm:prSet>
      <dgm:spPr/>
    </dgm:pt>
    <dgm:pt modelId="{8F984C5A-F089-480A-BB67-95EFF3C253EB}" type="pres">
      <dgm:prSet presAssocID="{E98988C3-DD42-4709-9935-3BE98C32F7A4}" presName="sibTrans" presStyleLbl="sibTrans2D1" presStyleIdx="2" presStyleCnt="3"/>
      <dgm:spPr/>
    </dgm:pt>
    <dgm:pt modelId="{0DEA4479-BC42-4874-B35C-F0D6003A032F}" type="pres">
      <dgm:prSet presAssocID="{E98988C3-DD42-4709-9935-3BE98C32F7A4}" presName="connectorText" presStyleLbl="sibTrans2D1" presStyleIdx="2" presStyleCnt="3"/>
      <dgm:spPr/>
    </dgm:pt>
    <dgm:pt modelId="{A3233CA5-0B2D-48E2-882D-4C2E01659653}" type="pres">
      <dgm:prSet presAssocID="{6D2D2DDB-63D1-4247-BE71-606BC160AE3C}" presName="node" presStyleLbl="node1" presStyleIdx="3" presStyleCnt="4" custScaleX="116896">
        <dgm:presLayoutVars>
          <dgm:bulletEnabled val="1"/>
        </dgm:presLayoutVars>
      </dgm:prSet>
      <dgm:spPr/>
    </dgm:pt>
  </dgm:ptLst>
  <dgm:cxnLst>
    <dgm:cxn modelId="{14266215-13D7-4C1B-BCE1-C08D345B7E0D}" srcId="{4880D930-5E77-45ED-B9DB-FBDF87FF8381}" destId="{F20CC943-1334-49DE-9972-B8A0574A362C}" srcOrd="0" destOrd="0" parTransId="{228AE175-DFB9-4563-9DC2-A0EBF9D03CA6}" sibTransId="{FA66D8EA-644D-4CCA-BD3A-8757EE79C9F9}"/>
    <dgm:cxn modelId="{6850E127-CC27-44A8-8CD8-74DD3B82B6AD}" type="presOf" srcId="{27A45D1F-79F6-4801-B9F2-9576B8C6B95B}" destId="{37CC69C7-75E1-4B27-9C24-3487998F0B5A}" srcOrd="1" destOrd="0" presId="urn:microsoft.com/office/officeart/2005/8/layout/process1"/>
    <dgm:cxn modelId="{0E0B7361-9D0B-4505-9DC6-345064C8627C}" type="presOf" srcId="{4880D930-5E77-45ED-B9DB-FBDF87FF8381}" destId="{023EAA3F-B89F-4823-A4FA-15AE33C4354B}" srcOrd="0" destOrd="0" presId="urn:microsoft.com/office/officeart/2005/8/layout/process1"/>
    <dgm:cxn modelId="{471FC364-A6D5-4EB1-9BD5-837A802DFF9B}" type="presOf" srcId="{27A45D1F-79F6-4801-B9F2-9576B8C6B95B}" destId="{A08AFFC1-1D5A-47CC-BD1D-A371C37B2AC4}" srcOrd="0" destOrd="0" presId="urn:microsoft.com/office/officeart/2005/8/layout/process1"/>
    <dgm:cxn modelId="{DAB3B04B-5815-4A35-B75C-FE69F9575093}" type="presOf" srcId="{A13D48E3-886F-494E-967B-38574A7C531E}" destId="{99AB3F69-3A0C-43CC-9463-A4722551BF78}" srcOrd="0" destOrd="0" presId="urn:microsoft.com/office/officeart/2005/8/layout/process1"/>
    <dgm:cxn modelId="{A8BF6650-CC20-407B-814B-60FE2CA2B7B4}" type="presOf" srcId="{F20CC943-1334-49DE-9972-B8A0574A362C}" destId="{F200286C-06F9-4EFE-AF10-D9AF2BD0D36D}" srcOrd="0" destOrd="0" presId="urn:microsoft.com/office/officeart/2005/8/layout/process1"/>
    <dgm:cxn modelId="{7F293775-94EE-4DD0-B306-3D8AFEE530E7}" type="presOf" srcId="{FA66D8EA-644D-4CCA-BD3A-8757EE79C9F9}" destId="{E5A17CD0-2DEE-438A-AA29-0CC5BD220758}" srcOrd="0" destOrd="0" presId="urn:microsoft.com/office/officeart/2005/8/layout/process1"/>
    <dgm:cxn modelId="{00FA687C-B7C8-442E-97A2-D7FC9054CD33}" type="presOf" srcId="{6D2D2DDB-63D1-4247-BE71-606BC160AE3C}" destId="{A3233CA5-0B2D-48E2-882D-4C2E01659653}" srcOrd="0" destOrd="0" presId="urn:microsoft.com/office/officeart/2005/8/layout/process1"/>
    <dgm:cxn modelId="{B646D88C-E115-4607-B34B-394ACB90396F}" type="presOf" srcId="{094499C7-0784-4D83-B275-BD4B0E5638CA}" destId="{54FE2BEA-0AE6-4744-9669-9E13108BAC62}" srcOrd="0" destOrd="0" presId="urn:microsoft.com/office/officeart/2005/8/layout/process1"/>
    <dgm:cxn modelId="{F927A790-BC66-4D53-86B7-027483E0EAF5}" srcId="{4880D930-5E77-45ED-B9DB-FBDF87FF8381}" destId="{A13D48E3-886F-494E-967B-38574A7C531E}" srcOrd="1" destOrd="0" parTransId="{ADCE9C4B-7374-4FDE-AD66-EBF289CB5E15}" sibTransId="{27A45D1F-79F6-4801-B9F2-9576B8C6B95B}"/>
    <dgm:cxn modelId="{C5F26CAA-CFF5-48EB-B342-E0A7614A14C7}" type="presOf" srcId="{E98988C3-DD42-4709-9935-3BE98C32F7A4}" destId="{8F984C5A-F089-480A-BB67-95EFF3C253EB}" srcOrd="0" destOrd="0" presId="urn:microsoft.com/office/officeart/2005/8/layout/process1"/>
    <dgm:cxn modelId="{659E8BAC-F542-4999-850B-32420838117B}" type="presOf" srcId="{E98988C3-DD42-4709-9935-3BE98C32F7A4}" destId="{0DEA4479-BC42-4874-B35C-F0D6003A032F}" srcOrd="1" destOrd="0" presId="urn:microsoft.com/office/officeart/2005/8/layout/process1"/>
    <dgm:cxn modelId="{CCF1ACB8-AE9F-44D3-A2F1-B3E96362A9A2}" srcId="{4880D930-5E77-45ED-B9DB-FBDF87FF8381}" destId="{6D2D2DDB-63D1-4247-BE71-606BC160AE3C}" srcOrd="3" destOrd="0" parTransId="{AF833BC5-ADE6-4223-BB7C-20822CD35D4F}" sibTransId="{CF070C83-D622-4C90-A585-B6B502076EE9}"/>
    <dgm:cxn modelId="{7A36F3D7-F985-488B-B5CB-6D66EB01696F}" type="presOf" srcId="{FA66D8EA-644D-4CCA-BD3A-8757EE79C9F9}" destId="{57B3A848-C12E-4C04-AE2B-9438D2993D76}" srcOrd="1" destOrd="0" presId="urn:microsoft.com/office/officeart/2005/8/layout/process1"/>
    <dgm:cxn modelId="{38AE6DF6-6410-4F1B-BC4A-3AE4BD156328}" srcId="{4880D930-5E77-45ED-B9DB-FBDF87FF8381}" destId="{094499C7-0784-4D83-B275-BD4B0E5638CA}" srcOrd="2" destOrd="0" parTransId="{206D5B76-5B90-4A83-A265-5A512718081C}" sibTransId="{E98988C3-DD42-4709-9935-3BE98C32F7A4}"/>
    <dgm:cxn modelId="{56C309F8-2734-4D20-80BD-F84E3F691149}" type="presParOf" srcId="{023EAA3F-B89F-4823-A4FA-15AE33C4354B}" destId="{F200286C-06F9-4EFE-AF10-D9AF2BD0D36D}" srcOrd="0" destOrd="0" presId="urn:microsoft.com/office/officeart/2005/8/layout/process1"/>
    <dgm:cxn modelId="{4298D006-83C3-4DDC-8BD9-B1BEB3FE01EB}" type="presParOf" srcId="{023EAA3F-B89F-4823-A4FA-15AE33C4354B}" destId="{E5A17CD0-2DEE-438A-AA29-0CC5BD220758}" srcOrd="1" destOrd="0" presId="urn:microsoft.com/office/officeart/2005/8/layout/process1"/>
    <dgm:cxn modelId="{3E07C8B7-74D6-4C9B-8FCE-3E1F71AE3F10}" type="presParOf" srcId="{E5A17CD0-2DEE-438A-AA29-0CC5BD220758}" destId="{57B3A848-C12E-4C04-AE2B-9438D2993D76}" srcOrd="0" destOrd="0" presId="urn:microsoft.com/office/officeart/2005/8/layout/process1"/>
    <dgm:cxn modelId="{1C10A5BC-BAC0-448B-AFBA-5C0DFB9AA133}" type="presParOf" srcId="{023EAA3F-B89F-4823-A4FA-15AE33C4354B}" destId="{99AB3F69-3A0C-43CC-9463-A4722551BF78}" srcOrd="2" destOrd="0" presId="urn:microsoft.com/office/officeart/2005/8/layout/process1"/>
    <dgm:cxn modelId="{B3B80EFA-B1FB-4121-8542-91A05A9537C0}" type="presParOf" srcId="{023EAA3F-B89F-4823-A4FA-15AE33C4354B}" destId="{A08AFFC1-1D5A-47CC-BD1D-A371C37B2AC4}" srcOrd="3" destOrd="0" presId="urn:microsoft.com/office/officeart/2005/8/layout/process1"/>
    <dgm:cxn modelId="{B4A5F51A-3BB6-48F9-B180-E40EEE4DF6E8}" type="presParOf" srcId="{A08AFFC1-1D5A-47CC-BD1D-A371C37B2AC4}" destId="{37CC69C7-75E1-4B27-9C24-3487998F0B5A}" srcOrd="0" destOrd="0" presId="urn:microsoft.com/office/officeart/2005/8/layout/process1"/>
    <dgm:cxn modelId="{CD6F4EFE-18ED-4775-AD7B-26D3A2BFF114}" type="presParOf" srcId="{023EAA3F-B89F-4823-A4FA-15AE33C4354B}" destId="{54FE2BEA-0AE6-4744-9669-9E13108BAC62}" srcOrd="4" destOrd="0" presId="urn:microsoft.com/office/officeart/2005/8/layout/process1"/>
    <dgm:cxn modelId="{967EECB4-5E51-4FEA-A1C0-AF6BD7FFFA78}" type="presParOf" srcId="{023EAA3F-B89F-4823-A4FA-15AE33C4354B}" destId="{8F984C5A-F089-480A-BB67-95EFF3C253EB}" srcOrd="5" destOrd="0" presId="urn:microsoft.com/office/officeart/2005/8/layout/process1"/>
    <dgm:cxn modelId="{D4CE2490-EED0-4831-9B00-482C59C543AC}" type="presParOf" srcId="{8F984C5A-F089-480A-BB67-95EFF3C253EB}" destId="{0DEA4479-BC42-4874-B35C-F0D6003A032F}" srcOrd="0" destOrd="0" presId="urn:microsoft.com/office/officeart/2005/8/layout/process1"/>
    <dgm:cxn modelId="{E110FA8A-E932-4752-88E0-ECF08356CEFE}" type="presParOf" srcId="{023EAA3F-B89F-4823-A4FA-15AE33C4354B}" destId="{A3233CA5-0B2D-48E2-882D-4C2E01659653}"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F3DFA8A-B627-4D2F-A693-FEB300D84957}"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A0CC2EE0-BDE6-4838-8936-2EF6EA2E07D3}">
      <dgm:prSet custT="1"/>
      <dgm:spPr/>
      <dgm:t>
        <a:bodyPr/>
        <a:lstStyle/>
        <a:p>
          <a:pPr algn="ctr"/>
          <a:r>
            <a:rPr lang="en-US" sz="4000" dirty="0"/>
            <a:t>Steps to Debugging</a:t>
          </a:r>
        </a:p>
      </dgm:t>
    </dgm:pt>
    <dgm:pt modelId="{88C79762-6B31-47F4-A337-E54E8B836342}" type="parTrans" cxnId="{023101DC-D797-4268-A3BB-F22852A05CDE}">
      <dgm:prSet/>
      <dgm:spPr/>
      <dgm:t>
        <a:bodyPr/>
        <a:lstStyle/>
        <a:p>
          <a:pPr algn="ctr"/>
          <a:endParaRPr lang="en-US" sz="4000"/>
        </a:p>
      </dgm:t>
    </dgm:pt>
    <dgm:pt modelId="{FE231474-F02D-4329-AB3C-B22D42A95070}" type="sibTrans" cxnId="{023101DC-D797-4268-A3BB-F22852A05CDE}">
      <dgm:prSet/>
      <dgm:spPr/>
      <dgm:t>
        <a:bodyPr/>
        <a:lstStyle/>
        <a:p>
          <a:pPr algn="ctr"/>
          <a:endParaRPr lang="en-US" sz="4000"/>
        </a:p>
      </dgm:t>
    </dgm:pt>
    <dgm:pt modelId="{ED2FF5B6-E392-4DA9-A4D3-0297158DDE2A}" type="pres">
      <dgm:prSet presAssocID="{3F3DFA8A-B627-4D2F-A693-FEB300D84957}" presName="linear" presStyleCnt="0">
        <dgm:presLayoutVars>
          <dgm:animLvl val="lvl"/>
          <dgm:resizeHandles val="exact"/>
        </dgm:presLayoutVars>
      </dgm:prSet>
      <dgm:spPr/>
    </dgm:pt>
    <dgm:pt modelId="{B33640D1-7A28-4AEE-B519-83688B7C2C19}" type="pres">
      <dgm:prSet presAssocID="{A0CC2EE0-BDE6-4838-8936-2EF6EA2E07D3}" presName="parentText" presStyleLbl="node1" presStyleIdx="0" presStyleCnt="1" custScaleY="171448">
        <dgm:presLayoutVars>
          <dgm:chMax val="0"/>
          <dgm:bulletEnabled val="1"/>
        </dgm:presLayoutVars>
      </dgm:prSet>
      <dgm:spPr/>
    </dgm:pt>
  </dgm:ptLst>
  <dgm:cxnLst>
    <dgm:cxn modelId="{8C36220E-3FF3-4401-89BB-500B976059D4}" type="presOf" srcId="{A0CC2EE0-BDE6-4838-8936-2EF6EA2E07D3}" destId="{B33640D1-7A28-4AEE-B519-83688B7C2C19}" srcOrd="0" destOrd="0" presId="urn:microsoft.com/office/officeart/2005/8/layout/vList2"/>
    <dgm:cxn modelId="{E2B8F738-20A7-4566-BC7F-A97988676D92}" type="presOf" srcId="{3F3DFA8A-B627-4D2F-A693-FEB300D84957}" destId="{ED2FF5B6-E392-4DA9-A4D3-0297158DDE2A}" srcOrd="0" destOrd="0" presId="urn:microsoft.com/office/officeart/2005/8/layout/vList2"/>
    <dgm:cxn modelId="{023101DC-D797-4268-A3BB-F22852A05CDE}" srcId="{3F3DFA8A-B627-4D2F-A693-FEB300D84957}" destId="{A0CC2EE0-BDE6-4838-8936-2EF6EA2E07D3}" srcOrd="0" destOrd="0" parTransId="{88C79762-6B31-47F4-A337-E54E8B836342}" sibTransId="{FE231474-F02D-4329-AB3C-B22D42A95070}"/>
    <dgm:cxn modelId="{393C3B5A-E33F-4DEB-9AEF-1B80703907F4}" type="presParOf" srcId="{ED2FF5B6-E392-4DA9-A4D3-0297158DDE2A}" destId="{B33640D1-7A28-4AEE-B519-83688B7C2C19}"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F2B39BB-9DCD-4EDE-B48B-4968177F475B}"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6D43596B-29B8-4EF0-BF71-48797D5F0F1E}">
      <dgm:prSet custT="1"/>
      <dgm:spPr/>
      <dgm:t>
        <a:bodyPr/>
        <a:lstStyle/>
        <a:p>
          <a:pPr algn="ctr"/>
          <a:r>
            <a:rPr lang="en-US" sz="4000" dirty="0"/>
            <a:t>Examine the code:</a:t>
          </a:r>
        </a:p>
      </dgm:t>
    </dgm:pt>
    <dgm:pt modelId="{455FA938-7F95-45DC-93FF-3F96E1AECDB1}" type="parTrans" cxnId="{27A9E966-7D7F-4FDB-B1B4-D0EB8C8D3B11}">
      <dgm:prSet/>
      <dgm:spPr/>
      <dgm:t>
        <a:bodyPr/>
        <a:lstStyle/>
        <a:p>
          <a:pPr algn="ctr"/>
          <a:endParaRPr lang="en-US" sz="4000"/>
        </a:p>
      </dgm:t>
    </dgm:pt>
    <dgm:pt modelId="{1DA7D80F-6F1B-43E8-9FAC-9385A5308F69}" type="sibTrans" cxnId="{27A9E966-7D7F-4FDB-B1B4-D0EB8C8D3B11}">
      <dgm:prSet/>
      <dgm:spPr/>
      <dgm:t>
        <a:bodyPr/>
        <a:lstStyle/>
        <a:p>
          <a:pPr algn="ctr"/>
          <a:endParaRPr lang="en-US" sz="4000"/>
        </a:p>
      </dgm:t>
    </dgm:pt>
    <dgm:pt modelId="{183750E1-E9D4-4E39-8D94-B4182A533CD4}" type="pres">
      <dgm:prSet presAssocID="{7F2B39BB-9DCD-4EDE-B48B-4968177F475B}" presName="linear" presStyleCnt="0">
        <dgm:presLayoutVars>
          <dgm:animLvl val="lvl"/>
          <dgm:resizeHandles val="exact"/>
        </dgm:presLayoutVars>
      </dgm:prSet>
      <dgm:spPr/>
    </dgm:pt>
    <dgm:pt modelId="{846A5AAA-ED7C-476B-B8B5-EE68833A55EA}" type="pres">
      <dgm:prSet presAssocID="{6D43596B-29B8-4EF0-BF71-48797D5F0F1E}" presName="parentText" presStyleLbl="node1" presStyleIdx="0" presStyleCnt="1">
        <dgm:presLayoutVars>
          <dgm:chMax val="0"/>
          <dgm:bulletEnabled val="1"/>
        </dgm:presLayoutVars>
      </dgm:prSet>
      <dgm:spPr/>
    </dgm:pt>
  </dgm:ptLst>
  <dgm:cxnLst>
    <dgm:cxn modelId="{27A9E966-7D7F-4FDB-B1B4-D0EB8C8D3B11}" srcId="{7F2B39BB-9DCD-4EDE-B48B-4968177F475B}" destId="{6D43596B-29B8-4EF0-BF71-48797D5F0F1E}" srcOrd="0" destOrd="0" parTransId="{455FA938-7F95-45DC-93FF-3F96E1AECDB1}" sibTransId="{1DA7D80F-6F1B-43E8-9FAC-9385A5308F69}"/>
    <dgm:cxn modelId="{D4128873-F31D-414E-A838-DDA8AE00C9ED}" type="presOf" srcId="{6D43596B-29B8-4EF0-BF71-48797D5F0F1E}" destId="{846A5AAA-ED7C-476B-B8B5-EE68833A55EA}" srcOrd="0" destOrd="0" presId="urn:microsoft.com/office/officeart/2005/8/layout/vList2"/>
    <dgm:cxn modelId="{FC98ADEA-68E4-480D-B385-FF41D932D1A5}" type="presOf" srcId="{7F2B39BB-9DCD-4EDE-B48B-4968177F475B}" destId="{183750E1-E9D4-4E39-8D94-B4182A533CD4}" srcOrd="0" destOrd="0" presId="urn:microsoft.com/office/officeart/2005/8/layout/vList2"/>
    <dgm:cxn modelId="{051DF9ED-3732-44F3-8C51-4C7096DD19C7}" type="presParOf" srcId="{183750E1-E9D4-4E39-8D94-B4182A533CD4}" destId="{846A5AAA-ED7C-476B-B8B5-EE68833A55E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8503583-E3DA-4079-A72D-08EA02A94FEA}" type="doc">
      <dgm:prSet loTypeId="urn:microsoft.com/office/officeart/2005/8/layout/vList2" loCatId="list" qsTypeId="urn:microsoft.com/office/officeart/2005/8/quickstyle/simple1" qsCatId="simple" csTypeId="urn:microsoft.com/office/officeart/2005/8/colors/accent0_3" csCatId="mainScheme" phldr="1"/>
      <dgm:spPr/>
      <dgm:t>
        <a:bodyPr/>
        <a:lstStyle/>
        <a:p>
          <a:endParaRPr lang="en-US"/>
        </a:p>
      </dgm:t>
    </dgm:pt>
    <dgm:pt modelId="{7D071914-77B9-4136-A7AF-10170F4B1631}">
      <dgm:prSet custT="1"/>
      <dgm:spPr/>
      <dgm:t>
        <a:bodyPr/>
        <a:lstStyle/>
        <a:p>
          <a:r>
            <a:rPr lang="en-US" sz="2400" b="1" dirty="0"/>
            <a:t>To Set Breakpoints, click the gutter at the line where the </a:t>
          </a:r>
          <a:r>
            <a:rPr lang="en-US" sz="2400" b="1" dirty="0" err="1"/>
            <a:t>findAverage</a:t>
          </a:r>
          <a:r>
            <a:rPr lang="en-US" sz="2400" b="1" dirty="0"/>
            <a:t> method is called. </a:t>
          </a:r>
          <a:endParaRPr lang="en-US" sz="2400" dirty="0"/>
        </a:p>
      </dgm:t>
    </dgm:pt>
    <dgm:pt modelId="{E3A17E7F-4187-4CD9-97F0-B3C1B05E1A98}" type="parTrans" cxnId="{1CBF27BC-94F0-4DBA-B8EE-3E2A84E2FDA7}">
      <dgm:prSet/>
      <dgm:spPr/>
      <dgm:t>
        <a:bodyPr/>
        <a:lstStyle/>
        <a:p>
          <a:endParaRPr lang="en-US" sz="2400"/>
        </a:p>
      </dgm:t>
    </dgm:pt>
    <dgm:pt modelId="{10E38886-4051-4CC0-8CE6-A570C1297106}" type="sibTrans" cxnId="{1CBF27BC-94F0-4DBA-B8EE-3E2A84E2FDA7}">
      <dgm:prSet/>
      <dgm:spPr/>
      <dgm:t>
        <a:bodyPr/>
        <a:lstStyle/>
        <a:p>
          <a:endParaRPr lang="en-US" sz="2400"/>
        </a:p>
      </dgm:t>
    </dgm:pt>
    <dgm:pt modelId="{2ADF540B-AB6B-4D93-85B5-2D44D126B26B}" type="pres">
      <dgm:prSet presAssocID="{E8503583-E3DA-4079-A72D-08EA02A94FEA}" presName="linear" presStyleCnt="0">
        <dgm:presLayoutVars>
          <dgm:animLvl val="lvl"/>
          <dgm:resizeHandles val="exact"/>
        </dgm:presLayoutVars>
      </dgm:prSet>
      <dgm:spPr/>
    </dgm:pt>
    <dgm:pt modelId="{FD9C5971-783A-4EB6-8A53-6ECCD40021C7}" type="pres">
      <dgm:prSet presAssocID="{7D071914-77B9-4136-A7AF-10170F4B1631}" presName="parentText" presStyleLbl="node1" presStyleIdx="0" presStyleCnt="1" custScaleY="196965">
        <dgm:presLayoutVars>
          <dgm:chMax val="0"/>
          <dgm:bulletEnabled val="1"/>
        </dgm:presLayoutVars>
      </dgm:prSet>
      <dgm:spPr/>
    </dgm:pt>
  </dgm:ptLst>
  <dgm:cxnLst>
    <dgm:cxn modelId="{572FB390-88A2-4565-A299-85F2CF1BBB95}" type="presOf" srcId="{E8503583-E3DA-4079-A72D-08EA02A94FEA}" destId="{2ADF540B-AB6B-4D93-85B5-2D44D126B26B}" srcOrd="0" destOrd="0" presId="urn:microsoft.com/office/officeart/2005/8/layout/vList2"/>
    <dgm:cxn modelId="{1CBF27BC-94F0-4DBA-B8EE-3E2A84E2FDA7}" srcId="{E8503583-E3DA-4079-A72D-08EA02A94FEA}" destId="{7D071914-77B9-4136-A7AF-10170F4B1631}" srcOrd="0" destOrd="0" parTransId="{E3A17E7F-4187-4CD9-97F0-B3C1B05E1A98}" sibTransId="{10E38886-4051-4CC0-8CE6-A570C1297106}"/>
    <dgm:cxn modelId="{4D6D61CD-B5BC-460D-B3AA-A9ABAD385967}" type="presOf" srcId="{7D071914-77B9-4136-A7AF-10170F4B1631}" destId="{FD9C5971-783A-4EB6-8A53-6ECCD40021C7}" srcOrd="0" destOrd="0" presId="urn:microsoft.com/office/officeart/2005/8/layout/vList2"/>
    <dgm:cxn modelId="{5DD07080-1AEA-487F-9707-EB128D506D95}" type="presParOf" srcId="{2ADF540B-AB6B-4D93-85B5-2D44D126B26B}" destId="{FD9C5971-783A-4EB6-8A53-6ECCD40021C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2C34ED2-21EF-4B9B-94B0-A244CEECACE8}"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49C1F4E9-C617-4713-935D-CFB689AE2481}">
      <dgm:prSet/>
      <dgm:spPr/>
      <dgm:t>
        <a:bodyPr/>
        <a:lstStyle/>
        <a:p>
          <a:r>
            <a:rPr lang="en-US" dirty="0"/>
            <a:t>Analyze the Program state</a:t>
          </a:r>
        </a:p>
      </dgm:t>
    </dgm:pt>
    <dgm:pt modelId="{CFD463EF-3962-4FD6-B098-9B78A5F86192}" type="parTrans" cxnId="{F0140E95-4097-464C-B321-B7EB4A9F0D43}">
      <dgm:prSet/>
      <dgm:spPr/>
      <dgm:t>
        <a:bodyPr/>
        <a:lstStyle/>
        <a:p>
          <a:endParaRPr lang="en-US"/>
        </a:p>
      </dgm:t>
    </dgm:pt>
    <dgm:pt modelId="{D784ADD0-FB0F-4803-AE07-870552D8BF33}" type="sibTrans" cxnId="{F0140E95-4097-464C-B321-B7EB4A9F0D43}">
      <dgm:prSet/>
      <dgm:spPr/>
      <dgm:t>
        <a:bodyPr/>
        <a:lstStyle/>
        <a:p>
          <a:endParaRPr lang="en-US"/>
        </a:p>
      </dgm:t>
    </dgm:pt>
    <dgm:pt modelId="{A6497D51-F898-4547-ADEE-F62095D3DFCE}">
      <dgm:prSet/>
      <dgm:spPr>
        <a:solidFill>
          <a:schemeClr val="bg1">
            <a:alpha val="90000"/>
          </a:schemeClr>
        </a:solidFill>
      </dgm:spPr>
      <dgm:t>
        <a:bodyPr/>
        <a:lstStyle/>
        <a:p>
          <a:pPr>
            <a:buFontTx/>
            <a:buNone/>
          </a:pPr>
          <a:r>
            <a:rPr lang="en-US" dirty="0"/>
            <a:t>After the debugger session has started, the program runs normally until a breakpoint is hit. When this happens, the line where the program paused gets highlighted and the Debug tool window appears. </a:t>
          </a:r>
        </a:p>
      </dgm:t>
    </dgm:pt>
    <dgm:pt modelId="{BAC1C806-8FBC-4AA5-81EA-5D5C6743B24A}" type="parTrans" cxnId="{917337CD-5320-4389-8E89-CFD4BA89CC94}">
      <dgm:prSet/>
      <dgm:spPr/>
      <dgm:t>
        <a:bodyPr/>
        <a:lstStyle/>
        <a:p>
          <a:endParaRPr lang="en-US"/>
        </a:p>
      </dgm:t>
    </dgm:pt>
    <dgm:pt modelId="{9847E597-4E56-4ED0-B7F3-4B841D09198C}" type="sibTrans" cxnId="{917337CD-5320-4389-8E89-CFD4BA89CC94}">
      <dgm:prSet/>
      <dgm:spPr/>
      <dgm:t>
        <a:bodyPr/>
        <a:lstStyle/>
        <a:p>
          <a:endParaRPr lang="en-US"/>
        </a:p>
      </dgm:t>
    </dgm:pt>
    <dgm:pt modelId="{6F23499C-13EE-4735-95A5-320DB315EFA0}">
      <dgm:prSet/>
      <dgm:spPr>
        <a:solidFill>
          <a:schemeClr val="bg1">
            <a:alpha val="90000"/>
          </a:schemeClr>
        </a:solidFill>
      </dgm:spPr>
      <dgm:t>
        <a:bodyPr/>
        <a:lstStyle/>
        <a:p>
          <a:pPr>
            <a:buFontTx/>
            <a:buNone/>
          </a:pPr>
          <a:r>
            <a:rPr lang="en-US"/>
            <a:t>The highlighted line has not been executed yet. The program now waits for further instructions from you. The suspended state lets you examine variables, which hold the state of the program. </a:t>
          </a:r>
        </a:p>
      </dgm:t>
    </dgm:pt>
    <dgm:pt modelId="{EE209A58-71FE-43B7-A985-6C70D007AAFB}" type="parTrans" cxnId="{DC4EF753-2DE0-4453-87A0-256B34D3C402}">
      <dgm:prSet/>
      <dgm:spPr/>
      <dgm:t>
        <a:bodyPr/>
        <a:lstStyle/>
        <a:p>
          <a:endParaRPr lang="en-US"/>
        </a:p>
      </dgm:t>
    </dgm:pt>
    <dgm:pt modelId="{3CDCCE79-E396-4F9C-83C3-375CDA8FA418}" type="sibTrans" cxnId="{DC4EF753-2DE0-4453-87A0-256B34D3C402}">
      <dgm:prSet/>
      <dgm:spPr/>
      <dgm:t>
        <a:bodyPr/>
        <a:lstStyle/>
        <a:p>
          <a:endParaRPr lang="en-US"/>
        </a:p>
      </dgm:t>
    </dgm:pt>
    <dgm:pt modelId="{B5E8C963-F4F5-4E9E-9CBD-3836BB4029A2}">
      <dgm:prSet/>
      <dgm:spPr>
        <a:solidFill>
          <a:schemeClr val="bg1">
            <a:alpha val="90000"/>
          </a:schemeClr>
        </a:solidFill>
      </dgm:spPr>
      <dgm:t>
        <a:bodyPr/>
        <a:lstStyle/>
        <a:p>
          <a:pPr>
            <a:buFontTx/>
            <a:buNone/>
          </a:pPr>
          <a:r>
            <a:rPr lang="en-US"/>
            <a:t>See next slide</a:t>
          </a:r>
        </a:p>
      </dgm:t>
    </dgm:pt>
    <dgm:pt modelId="{AC51B3DA-23A2-4017-B93E-984D9B471FED}" type="parTrans" cxnId="{063BD1F5-FE05-4E6B-AF7B-A2104D4A8308}">
      <dgm:prSet/>
      <dgm:spPr/>
      <dgm:t>
        <a:bodyPr/>
        <a:lstStyle/>
        <a:p>
          <a:endParaRPr lang="en-US"/>
        </a:p>
      </dgm:t>
    </dgm:pt>
    <dgm:pt modelId="{C935FD46-9408-4138-AB9E-2285BB3C1D52}" type="sibTrans" cxnId="{063BD1F5-FE05-4E6B-AF7B-A2104D4A8308}">
      <dgm:prSet/>
      <dgm:spPr/>
      <dgm:t>
        <a:bodyPr/>
        <a:lstStyle/>
        <a:p>
          <a:endParaRPr lang="en-US"/>
        </a:p>
      </dgm:t>
    </dgm:pt>
    <dgm:pt modelId="{0EF7A93D-F24D-4F47-95A2-9BB0428151D8}" type="pres">
      <dgm:prSet presAssocID="{E2C34ED2-21EF-4B9B-94B0-A244CEECACE8}" presName="Name0" presStyleCnt="0">
        <dgm:presLayoutVars>
          <dgm:dir/>
          <dgm:animLvl val="lvl"/>
          <dgm:resizeHandles val="exact"/>
        </dgm:presLayoutVars>
      </dgm:prSet>
      <dgm:spPr/>
    </dgm:pt>
    <dgm:pt modelId="{A0C44BBC-529C-4EC5-A89A-F7676D59AEDF}" type="pres">
      <dgm:prSet presAssocID="{49C1F4E9-C617-4713-935D-CFB689AE2481}" presName="linNode" presStyleCnt="0"/>
      <dgm:spPr/>
    </dgm:pt>
    <dgm:pt modelId="{2186BD6D-C208-4DB8-82D0-57FE4F4DE63E}" type="pres">
      <dgm:prSet presAssocID="{49C1F4E9-C617-4713-935D-CFB689AE2481}" presName="parentText" presStyleLbl="node1" presStyleIdx="0" presStyleCnt="1" custScaleX="1107">
        <dgm:presLayoutVars>
          <dgm:chMax val="1"/>
          <dgm:bulletEnabled val="1"/>
        </dgm:presLayoutVars>
      </dgm:prSet>
      <dgm:spPr/>
    </dgm:pt>
    <dgm:pt modelId="{9C2F01C7-0E17-43BA-A441-00BE9C41643B}" type="pres">
      <dgm:prSet presAssocID="{49C1F4E9-C617-4713-935D-CFB689AE2481}" presName="descendantText" presStyleLbl="alignAccFollowNode1" presStyleIdx="0" presStyleCnt="1">
        <dgm:presLayoutVars>
          <dgm:bulletEnabled val="1"/>
        </dgm:presLayoutVars>
      </dgm:prSet>
      <dgm:spPr/>
    </dgm:pt>
  </dgm:ptLst>
  <dgm:cxnLst>
    <dgm:cxn modelId="{DA83381A-AEB1-492C-8964-E9BEB84C0963}" type="presOf" srcId="{A6497D51-F898-4547-ADEE-F62095D3DFCE}" destId="{9C2F01C7-0E17-43BA-A441-00BE9C41643B}" srcOrd="0" destOrd="0" presId="urn:microsoft.com/office/officeart/2005/8/layout/vList5"/>
    <dgm:cxn modelId="{2C59CB1E-4ED8-42B7-ACAC-3D5F76F50290}" type="presOf" srcId="{E2C34ED2-21EF-4B9B-94B0-A244CEECACE8}" destId="{0EF7A93D-F24D-4F47-95A2-9BB0428151D8}" srcOrd="0" destOrd="0" presId="urn:microsoft.com/office/officeart/2005/8/layout/vList5"/>
    <dgm:cxn modelId="{EC4F0B61-05B3-4112-A140-7EBCDC62F737}" type="presOf" srcId="{B5E8C963-F4F5-4E9E-9CBD-3836BB4029A2}" destId="{9C2F01C7-0E17-43BA-A441-00BE9C41643B}" srcOrd="0" destOrd="2" presId="urn:microsoft.com/office/officeart/2005/8/layout/vList5"/>
    <dgm:cxn modelId="{2689F86C-2FB9-4A8F-861A-AA754511B64E}" type="presOf" srcId="{49C1F4E9-C617-4713-935D-CFB689AE2481}" destId="{2186BD6D-C208-4DB8-82D0-57FE4F4DE63E}" srcOrd="0" destOrd="0" presId="urn:microsoft.com/office/officeart/2005/8/layout/vList5"/>
    <dgm:cxn modelId="{DC4EF753-2DE0-4453-87A0-256B34D3C402}" srcId="{49C1F4E9-C617-4713-935D-CFB689AE2481}" destId="{6F23499C-13EE-4735-95A5-320DB315EFA0}" srcOrd="1" destOrd="0" parTransId="{EE209A58-71FE-43B7-A985-6C70D007AAFB}" sibTransId="{3CDCCE79-E396-4F9C-83C3-375CDA8FA418}"/>
    <dgm:cxn modelId="{D8E4AA93-4BBC-4D21-A317-33F4B1ABFD80}" type="presOf" srcId="{6F23499C-13EE-4735-95A5-320DB315EFA0}" destId="{9C2F01C7-0E17-43BA-A441-00BE9C41643B}" srcOrd="0" destOrd="1" presId="urn:microsoft.com/office/officeart/2005/8/layout/vList5"/>
    <dgm:cxn modelId="{F0140E95-4097-464C-B321-B7EB4A9F0D43}" srcId="{E2C34ED2-21EF-4B9B-94B0-A244CEECACE8}" destId="{49C1F4E9-C617-4713-935D-CFB689AE2481}" srcOrd="0" destOrd="0" parTransId="{CFD463EF-3962-4FD6-B098-9B78A5F86192}" sibTransId="{D784ADD0-FB0F-4803-AE07-870552D8BF33}"/>
    <dgm:cxn modelId="{917337CD-5320-4389-8E89-CFD4BA89CC94}" srcId="{49C1F4E9-C617-4713-935D-CFB689AE2481}" destId="{A6497D51-F898-4547-ADEE-F62095D3DFCE}" srcOrd="0" destOrd="0" parTransId="{BAC1C806-8FBC-4AA5-81EA-5D5C6743B24A}" sibTransId="{9847E597-4E56-4ED0-B7F3-4B841D09198C}"/>
    <dgm:cxn modelId="{063BD1F5-FE05-4E6B-AF7B-A2104D4A8308}" srcId="{49C1F4E9-C617-4713-935D-CFB689AE2481}" destId="{B5E8C963-F4F5-4E9E-9CBD-3836BB4029A2}" srcOrd="2" destOrd="0" parTransId="{AC51B3DA-23A2-4017-B93E-984D9B471FED}" sibTransId="{C935FD46-9408-4138-AB9E-2285BB3C1D52}"/>
    <dgm:cxn modelId="{E088D312-A5A0-456B-8F7F-5DC34E9F2346}" type="presParOf" srcId="{0EF7A93D-F24D-4F47-95A2-9BB0428151D8}" destId="{A0C44BBC-529C-4EC5-A89A-F7676D59AEDF}" srcOrd="0" destOrd="0" presId="urn:microsoft.com/office/officeart/2005/8/layout/vList5"/>
    <dgm:cxn modelId="{3FCE84B2-1DE9-4579-B938-1858E635053E}" type="presParOf" srcId="{A0C44BBC-529C-4EC5-A89A-F7676D59AEDF}" destId="{2186BD6D-C208-4DB8-82D0-57FE4F4DE63E}" srcOrd="0" destOrd="0" presId="urn:microsoft.com/office/officeart/2005/8/layout/vList5"/>
    <dgm:cxn modelId="{37BB36D4-9003-4CF6-BB2A-A91DD3982982}" type="presParOf" srcId="{A0C44BBC-529C-4EC5-A89A-F7676D59AEDF}" destId="{9C2F01C7-0E17-43BA-A441-00BE9C41643B}"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89F8FC-7EF1-4DF5-8792-B5F6C3AFC202}">
      <dsp:nvSpPr>
        <dsp:cNvPr id="0" name=""/>
        <dsp:cNvSpPr/>
      </dsp:nvSpPr>
      <dsp:spPr>
        <a:xfrm rot="5400000">
          <a:off x="3358564" y="-489781"/>
          <a:ext cx="4854274" cy="7209450"/>
        </a:xfrm>
        <a:prstGeom prst="round2SameRect">
          <a:avLst/>
        </a:prstGeom>
        <a:solidFill>
          <a:schemeClr val="bg1">
            <a:alpha val="90000"/>
          </a:schemeClr>
        </a:solidFill>
        <a:ln w="15875"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60960" rIns="121920" bIns="60960" numCol="1" spcCol="1270" anchor="ctr" anchorCtr="0">
          <a:noAutofit/>
        </a:bodyPr>
        <a:lstStyle/>
        <a:p>
          <a:pPr marL="285750" lvl="1" indent="-285750" algn="l" defTabSz="1422400">
            <a:lnSpc>
              <a:spcPct val="90000"/>
            </a:lnSpc>
            <a:spcBef>
              <a:spcPct val="0"/>
            </a:spcBef>
            <a:spcAft>
              <a:spcPct val="15000"/>
            </a:spcAft>
            <a:buFontTx/>
            <a:buNone/>
          </a:pPr>
          <a:r>
            <a:rPr lang="en-US" sz="3200" kern="1200" dirty="0"/>
            <a:t>Debugging is the process of detecting and correcting errors in a program.</a:t>
          </a:r>
        </a:p>
        <a:p>
          <a:pPr marL="285750" lvl="1" indent="-285750" algn="l" defTabSz="1422400">
            <a:lnSpc>
              <a:spcPct val="90000"/>
            </a:lnSpc>
            <a:spcBef>
              <a:spcPct val="0"/>
            </a:spcBef>
            <a:spcAft>
              <a:spcPct val="15000"/>
            </a:spcAft>
            <a:buFontTx/>
            <a:buNone/>
          </a:pPr>
          <a:r>
            <a:rPr lang="en-US" sz="3200" kern="1200" dirty="0"/>
            <a:t>First, eliminate the compile errors.   These are the red </a:t>
          </a:r>
          <a:r>
            <a:rPr lang="en-US" sz="3200" kern="1200" dirty="0" err="1"/>
            <a:t>squigglies</a:t>
          </a:r>
          <a:r>
            <a:rPr lang="en-US" sz="3200" kern="1200" dirty="0"/>
            <a:t>.</a:t>
          </a:r>
        </a:p>
        <a:p>
          <a:pPr marL="285750" lvl="1" indent="-285750" algn="l" defTabSz="1422400">
            <a:lnSpc>
              <a:spcPct val="90000"/>
            </a:lnSpc>
            <a:spcBef>
              <a:spcPct val="0"/>
            </a:spcBef>
            <a:spcAft>
              <a:spcPct val="15000"/>
            </a:spcAft>
            <a:buFontTx/>
            <a:buNone/>
          </a:pPr>
          <a:r>
            <a:rPr lang="en-US" sz="3200" kern="1200"/>
            <a:t>That leave the logic errors.  They show up when you run the program.  It might crash or get the wrong answer. </a:t>
          </a:r>
        </a:p>
      </dsp:txBody>
      <dsp:txXfrm rot="-5400000">
        <a:off x="2180976" y="924773"/>
        <a:ext cx="6972484" cy="4380342"/>
      </dsp:txXfrm>
    </dsp:sp>
    <dsp:sp modelId="{753DD8E1-49E1-455E-BEB4-7CB5026DF4F8}">
      <dsp:nvSpPr>
        <dsp:cNvPr id="0" name=""/>
        <dsp:cNvSpPr/>
      </dsp:nvSpPr>
      <dsp:spPr>
        <a:xfrm flipH="1">
          <a:off x="2068361" y="2965"/>
          <a:ext cx="45727" cy="6067843"/>
        </a:xfrm>
        <a:prstGeom prst="roundRect">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9525" rIns="19050" bIns="9525" numCol="1" spcCol="1270" anchor="ctr" anchorCtr="0">
          <a:noAutofit/>
        </a:bodyPr>
        <a:lstStyle/>
        <a:p>
          <a:pPr marL="0" lvl="0" indent="0" algn="ctr" defTabSz="222250">
            <a:lnSpc>
              <a:spcPct val="90000"/>
            </a:lnSpc>
            <a:spcBef>
              <a:spcPct val="0"/>
            </a:spcBef>
            <a:spcAft>
              <a:spcPct val="35000"/>
            </a:spcAft>
            <a:buNone/>
          </a:pPr>
          <a:r>
            <a:rPr lang="en-US" sz="500" kern="1200" dirty="0"/>
            <a:t>What is debugging?</a:t>
          </a:r>
        </a:p>
      </dsp:txBody>
      <dsp:txXfrm>
        <a:off x="2070593" y="5197"/>
        <a:ext cx="41263" cy="60633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F7B0A2-8C34-4814-9B3A-79F2A968C2EF}">
      <dsp:nvSpPr>
        <dsp:cNvPr id="0" name=""/>
        <dsp:cNvSpPr/>
      </dsp:nvSpPr>
      <dsp:spPr>
        <a:xfrm rot="5400000">
          <a:off x="3125875" y="-346279"/>
          <a:ext cx="4864424" cy="6779034"/>
        </a:xfrm>
        <a:prstGeom prst="round2SameRect">
          <a:avLst/>
        </a:prstGeom>
        <a:solidFill>
          <a:schemeClr val="bg1">
            <a:alpha val="90000"/>
          </a:schemeClr>
        </a:solidFill>
        <a:ln w="15875"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49530" rIns="99060" bIns="49530" numCol="1" spcCol="1270" anchor="ctr" anchorCtr="0">
          <a:noAutofit/>
        </a:bodyPr>
        <a:lstStyle/>
        <a:p>
          <a:pPr marL="228600" lvl="1" indent="-228600" algn="l" defTabSz="1155700">
            <a:lnSpc>
              <a:spcPct val="90000"/>
            </a:lnSpc>
            <a:spcBef>
              <a:spcPct val="0"/>
            </a:spcBef>
            <a:spcAft>
              <a:spcPct val="15000"/>
            </a:spcAft>
            <a:buFontTx/>
            <a:buNone/>
          </a:pPr>
          <a:r>
            <a:rPr lang="en-US" sz="2600" kern="1200"/>
            <a:t>During a debugging session, you launch your program with the debugger attached to it. </a:t>
          </a:r>
        </a:p>
        <a:p>
          <a:pPr marL="228600" lvl="1" indent="-228600" algn="l" defTabSz="1155700">
            <a:lnSpc>
              <a:spcPct val="90000"/>
            </a:lnSpc>
            <a:spcBef>
              <a:spcPct val="0"/>
            </a:spcBef>
            <a:spcAft>
              <a:spcPct val="15000"/>
            </a:spcAft>
            <a:buFontTx/>
            <a:buNone/>
          </a:pPr>
          <a:r>
            <a:rPr lang="en-US" sz="2600" kern="1200" dirty="0"/>
            <a:t>The purpose of the debugger is to interfere with the program execution and provide you with the information on what’s happening under the hood. </a:t>
          </a:r>
        </a:p>
        <a:p>
          <a:pPr marL="228600" lvl="1" indent="-228600" algn="l" defTabSz="1155700">
            <a:lnSpc>
              <a:spcPct val="90000"/>
            </a:lnSpc>
            <a:spcBef>
              <a:spcPct val="0"/>
            </a:spcBef>
            <a:spcAft>
              <a:spcPct val="15000"/>
            </a:spcAft>
            <a:buFontTx/>
            <a:buNone/>
          </a:pPr>
          <a:r>
            <a:rPr lang="en-US" sz="2600" kern="1200"/>
            <a:t>This facilitates the process of detecting and fixing bugs in your program. </a:t>
          </a:r>
        </a:p>
      </dsp:txBody>
      <dsp:txXfrm rot="-5400000">
        <a:off x="2168570" y="848488"/>
        <a:ext cx="6541572" cy="4389500"/>
      </dsp:txXfrm>
    </dsp:sp>
    <dsp:sp modelId="{0BF7ECAA-E6E0-44B0-A30D-ACF6582C4D90}">
      <dsp:nvSpPr>
        <dsp:cNvPr id="0" name=""/>
        <dsp:cNvSpPr/>
      </dsp:nvSpPr>
      <dsp:spPr>
        <a:xfrm flipH="1">
          <a:off x="2114094" y="2971"/>
          <a:ext cx="54476" cy="6080531"/>
        </a:xfrm>
        <a:prstGeom prst="roundRect">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9525" rIns="19050" bIns="9525" numCol="1" spcCol="1270" anchor="ctr" anchorCtr="0">
          <a:noAutofit/>
        </a:bodyPr>
        <a:lstStyle/>
        <a:p>
          <a:pPr marL="0" lvl="0" indent="0" algn="ctr" defTabSz="222250">
            <a:lnSpc>
              <a:spcPct val="90000"/>
            </a:lnSpc>
            <a:spcBef>
              <a:spcPct val="0"/>
            </a:spcBef>
            <a:spcAft>
              <a:spcPct val="35000"/>
            </a:spcAft>
            <a:buNone/>
          </a:pPr>
          <a:r>
            <a:rPr lang="en-US" sz="500" kern="1200" dirty="0"/>
            <a:t>How to debug?</a:t>
          </a:r>
        </a:p>
      </dsp:txBody>
      <dsp:txXfrm>
        <a:off x="2116753" y="5630"/>
        <a:ext cx="49158" cy="60752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1DE56D-3752-4D7B-A1B9-7293F131C53E}">
      <dsp:nvSpPr>
        <dsp:cNvPr id="0" name=""/>
        <dsp:cNvSpPr/>
      </dsp:nvSpPr>
      <dsp:spPr>
        <a:xfrm rot="5400000">
          <a:off x="3033927" y="-406336"/>
          <a:ext cx="4976075" cy="7038848"/>
        </a:xfrm>
        <a:prstGeom prst="round2SameRect">
          <a:avLst/>
        </a:prstGeom>
        <a:solidFill>
          <a:schemeClr val="bg1">
            <a:alpha val="90000"/>
          </a:schemeClr>
        </a:solidFill>
        <a:ln w="15875"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a:lnSpc>
              <a:spcPct val="90000"/>
            </a:lnSpc>
            <a:spcBef>
              <a:spcPct val="0"/>
            </a:spcBef>
            <a:spcAft>
              <a:spcPct val="15000"/>
            </a:spcAft>
            <a:buFontTx/>
            <a:buNone/>
          </a:pPr>
          <a:r>
            <a:rPr lang="en-US" sz="2800" kern="1200" dirty="0"/>
            <a:t>Make sure the Generate debugging info option is turned on (the default setting) in Settings&gt;Preferences &gt; Build, Execution, Deployment &gt; Compiler &gt; Java Compiler.</a:t>
          </a:r>
        </a:p>
        <a:p>
          <a:pPr marL="285750" lvl="1" indent="-285750" algn="l" defTabSz="1244600">
            <a:lnSpc>
              <a:spcPct val="90000"/>
            </a:lnSpc>
            <a:spcBef>
              <a:spcPct val="0"/>
            </a:spcBef>
            <a:spcAft>
              <a:spcPct val="15000"/>
            </a:spcAft>
            <a:buFontTx/>
            <a:buNone/>
          </a:pPr>
          <a:r>
            <a:rPr lang="en-US" sz="2800" kern="1200"/>
            <a:t>This setting is not absolutely required for debugging, however we recommend leaving it enabled. Disabling it allows you to save disk space at the cost of some debugger functionality.</a:t>
          </a:r>
        </a:p>
      </dsp:txBody>
      <dsp:txXfrm rot="-5400000">
        <a:off x="2002541" y="867962"/>
        <a:ext cx="6795936" cy="4490251"/>
      </dsp:txXfrm>
    </dsp:sp>
    <dsp:sp modelId="{4D51E278-A461-4EF5-B924-3EEF83A039F0}">
      <dsp:nvSpPr>
        <dsp:cNvPr id="0" name=""/>
        <dsp:cNvSpPr/>
      </dsp:nvSpPr>
      <dsp:spPr>
        <a:xfrm>
          <a:off x="1956810" y="3040"/>
          <a:ext cx="45730" cy="6220094"/>
        </a:xfrm>
        <a:prstGeom prst="roundRect">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9525" rIns="19050" bIns="9525" numCol="1" spcCol="1270" anchor="ctr" anchorCtr="0">
          <a:noAutofit/>
        </a:bodyPr>
        <a:lstStyle/>
        <a:p>
          <a:pPr marL="0" lvl="0" indent="0" algn="ctr" defTabSz="222250">
            <a:lnSpc>
              <a:spcPct val="90000"/>
            </a:lnSpc>
            <a:spcBef>
              <a:spcPct val="0"/>
            </a:spcBef>
            <a:spcAft>
              <a:spcPct val="35000"/>
            </a:spcAft>
            <a:buNone/>
          </a:pPr>
          <a:r>
            <a:rPr lang="en-US" sz="500" kern="1200"/>
            <a:t>Before you Debug</a:t>
          </a:r>
        </a:p>
      </dsp:txBody>
      <dsp:txXfrm>
        <a:off x="1959042" y="5272"/>
        <a:ext cx="41266" cy="62156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00286C-06F9-4EFE-AF10-D9AF2BD0D36D}">
      <dsp:nvSpPr>
        <dsp:cNvPr id="0" name=""/>
        <dsp:cNvSpPr/>
      </dsp:nvSpPr>
      <dsp:spPr>
        <a:xfrm>
          <a:off x="9408" y="605546"/>
          <a:ext cx="2079174" cy="4494382"/>
        </a:xfrm>
        <a:prstGeom prst="roundRect">
          <a:avLst>
            <a:gd name="adj" fmla="val 10000"/>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Examine the Code</a:t>
          </a:r>
        </a:p>
      </dsp:txBody>
      <dsp:txXfrm>
        <a:off x="70305" y="666443"/>
        <a:ext cx="1957380" cy="4372588"/>
      </dsp:txXfrm>
    </dsp:sp>
    <dsp:sp modelId="{E5A17CD0-2DEE-438A-AA29-0CC5BD220758}">
      <dsp:nvSpPr>
        <dsp:cNvPr id="0" name=""/>
        <dsp:cNvSpPr/>
      </dsp:nvSpPr>
      <dsp:spPr>
        <a:xfrm>
          <a:off x="2296500" y="2594919"/>
          <a:ext cx="440785" cy="5156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2296500" y="2698046"/>
        <a:ext cx="308550" cy="309381"/>
      </dsp:txXfrm>
    </dsp:sp>
    <dsp:sp modelId="{99AB3F69-3A0C-43CC-9463-A4722551BF78}">
      <dsp:nvSpPr>
        <dsp:cNvPr id="0" name=""/>
        <dsp:cNvSpPr/>
      </dsp:nvSpPr>
      <dsp:spPr>
        <a:xfrm>
          <a:off x="2920252" y="605546"/>
          <a:ext cx="2753576" cy="4494382"/>
        </a:xfrm>
        <a:prstGeom prst="roundRect">
          <a:avLst>
            <a:gd name="adj" fmla="val 10000"/>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Set breakpoints to suspend the program in places you want to examine its state. </a:t>
          </a:r>
        </a:p>
      </dsp:txBody>
      <dsp:txXfrm>
        <a:off x="3000901" y="686195"/>
        <a:ext cx="2592278" cy="4333084"/>
      </dsp:txXfrm>
    </dsp:sp>
    <dsp:sp modelId="{A08AFFC1-1D5A-47CC-BD1D-A371C37B2AC4}">
      <dsp:nvSpPr>
        <dsp:cNvPr id="0" name=""/>
        <dsp:cNvSpPr/>
      </dsp:nvSpPr>
      <dsp:spPr>
        <a:xfrm rot="21531719">
          <a:off x="5887583" y="2558821"/>
          <a:ext cx="453344" cy="5156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5887596" y="2663299"/>
        <a:ext cx="317341" cy="309381"/>
      </dsp:txXfrm>
    </dsp:sp>
    <dsp:sp modelId="{54FE2BEA-0AE6-4744-9669-9E13108BAC62}">
      <dsp:nvSpPr>
        <dsp:cNvPr id="0" name=""/>
        <dsp:cNvSpPr/>
      </dsp:nvSpPr>
      <dsp:spPr>
        <a:xfrm>
          <a:off x="6529026" y="540557"/>
          <a:ext cx="2079174" cy="4494382"/>
        </a:xfrm>
        <a:prstGeom prst="roundRect">
          <a:avLst>
            <a:gd name="adj" fmla="val 10000"/>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t>Run your program in debug mode. </a:t>
          </a:r>
        </a:p>
      </dsp:txBody>
      <dsp:txXfrm>
        <a:off x="6589923" y="601454"/>
        <a:ext cx="1957380" cy="4372588"/>
      </dsp:txXfrm>
    </dsp:sp>
    <dsp:sp modelId="{8F984C5A-F089-480A-BB67-95EFF3C253EB}">
      <dsp:nvSpPr>
        <dsp:cNvPr id="0" name=""/>
        <dsp:cNvSpPr/>
      </dsp:nvSpPr>
      <dsp:spPr>
        <a:xfrm rot="72930">
          <a:off x="8810188" y="2560819"/>
          <a:ext cx="428411" cy="515635"/>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8810202" y="2662583"/>
        <a:ext cx="299888" cy="309381"/>
      </dsp:txXfrm>
    </dsp:sp>
    <dsp:sp modelId="{A3233CA5-0B2D-48E2-882D-4C2E01659653}">
      <dsp:nvSpPr>
        <dsp:cNvPr id="0" name=""/>
        <dsp:cNvSpPr/>
      </dsp:nvSpPr>
      <dsp:spPr>
        <a:xfrm>
          <a:off x="9416343" y="605546"/>
          <a:ext cx="2430472" cy="4494382"/>
        </a:xfrm>
        <a:prstGeom prst="roundRect">
          <a:avLst>
            <a:gd name="adj" fmla="val 10000"/>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When suspended, get the information about the state of the program and how it changes.</a:t>
          </a:r>
        </a:p>
      </dsp:txBody>
      <dsp:txXfrm>
        <a:off x="9487529" y="676732"/>
        <a:ext cx="2288100" cy="43520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3640D1-7A28-4AEE-B519-83688B7C2C19}">
      <dsp:nvSpPr>
        <dsp:cNvPr id="0" name=""/>
        <dsp:cNvSpPr/>
      </dsp:nvSpPr>
      <dsp:spPr>
        <a:xfrm>
          <a:off x="0" y="0"/>
          <a:ext cx="6457767" cy="834471"/>
        </a:xfrm>
        <a:prstGeom prst="roundRect">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Steps to Debugging</a:t>
          </a:r>
        </a:p>
      </dsp:txBody>
      <dsp:txXfrm>
        <a:off x="40736" y="40736"/>
        <a:ext cx="6376295" cy="7529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6A5AAA-ED7C-476B-B8B5-EE68833A55EA}">
      <dsp:nvSpPr>
        <dsp:cNvPr id="0" name=""/>
        <dsp:cNvSpPr/>
      </dsp:nvSpPr>
      <dsp:spPr>
        <a:xfrm>
          <a:off x="0" y="7400"/>
          <a:ext cx="7520609" cy="1160640"/>
        </a:xfrm>
        <a:prstGeom prst="roundRect">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dirty="0"/>
            <a:t>Examine the code:</a:t>
          </a:r>
        </a:p>
      </dsp:txBody>
      <dsp:txXfrm>
        <a:off x="56658" y="64058"/>
        <a:ext cx="7407293" cy="104732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9C5971-783A-4EB6-8A53-6ECCD40021C7}">
      <dsp:nvSpPr>
        <dsp:cNvPr id="0" name=""/>
        <dsp:cNvSpPr/>
      </dsp:nvSpPr>
      <dsp:spPr>
        <a:xfrm>
          <a:off x="0" y="215632"/>
          <a:ext cx="8437559" cy="801962"/>
        </a:xfrm>
        <a:prstGeom prst="roundRect">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To Set Breakpoints, click the gutter at the line where the </a:t>
          </a:r>
          <a:r>
            <a:rPr lang="en-US" sz="2400" b="1" kern="1200" dirty="0" err="1"/>
            <a:t>findAverage</a:t>
          </a:r>
          <a:r>
            <a:rPr lang="en-US" sz="2400" b="1" kern="1200" dirty="0"/>
            <a:t> method is called. </a:t>
          </a:r>
          <a:endParaRPr lang="en-US" sz="2400" kern="1200" dirty="0"/>
        </a:p>
      </dsp:txBody>
      <dsp:txXfrm>
        <a:off x="39149" y="254781"/>
        <a:ext cx="8359261" cy="72366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2F01C7-0E17-43BA-A441-00BE9C41643B}">
      <dsp:nvSpPr>
        <dsp:cNvPr id="0" name=""/>
        <dsp:cNvSpPr/>
      </dsp:nvSpPr>
      <dsp:spPr>
        <a:xfrm rot="5400000">
          <a:off x="3436339" y="-766254"/>
          <a:ext cx="4641123" cy="7339584"/>
        </a:xfrm>
        <a:prstGeom prst="round2SameRect">
          <a:avLst/>
        </a:prstGeom>
        <a:solidFill>
          <a:schemeClr val="bg1">
            <a:alpha val="90000"/>
          </a:schemeClr>
        </a:solidFill>
        <a:ln w="15875" cap="rnd"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5250" tIns="47625" rIns="95250" bIns="47625" numCol="1" spcCol="1270" anchor="ctr" anchorCtr="0">
          <a:noAutofit/>
        </a:bodyPr>
        <a:lstStyle/>
        <a:p>
          <a:pPr marL="228600" lvl="1" indent="-228600" algn="l" defTabSz="1111250">
            <a:lnSpc>
              <a:spcPct val="90000"/>
            </a:lnSpc>
            <a:spcBef>
              <a:spcPct val="0"/>
            </a:spcBef>
            <a:spcAft>
              <a:spcPct val="15000"/>
            </a:spcAft>
            <a:buFontTx/>
            <a:buNone/>
          </a:pPr>
          <a:r>
            <a:rPr lang="en-US" sz="2500" kern="1200" dirty="0"/>
            <a:t>After the debugger session has started, the program runs normally until a breakpoint is hit. When this happens, the line where the program paused gets highlighted and the Debug tool window appears. </a:t>
          </a:r>
        </a:p>
        <a:p>
          <a:pPr marL="228600" lvl="1" indent="-228600" algn="l" defTabSz="1111250">
            <a:lnSpc>
              <a:spcPct val="90000"/>
            </a:lnSpc>
            <a:spcBef>
              <a:spcPct val="0"/>
            </a:spcBef>
            <a:spcAft>
              <a:spcPct val="15000"/>
            </a:spcAft>
            <a:buFontTx/>
            <a:buNone/>
          </a:pPr>
          <a:r>
            <a:rPr lang="en-US" sz="2500" kern="1200"/>
            <a:t>The highlighted line has not been executed yet. The program now waits for further instructions from you. The suspended state lets you examine variables, which hold the state of the program. </a:t>
          </a:r>
        </a:p>
        <a:p>
          <a:pPr marL="228600" lvl="1" indent="-228600" algn="l" defTabSz="1111250">
            <a:lnSpc>
              <a:spcPct val="90000"/>
            </a:lnSpc>
            <a:spcBef>
              <a:spcPct val="0"/>
            </a:spcBef>
            <a:spcAft>
              <a:spcPct val="15000"/>
            </a:spcAft>
            <a:buFontTx/>
            <a:buNone/>
          </a:pPr>
          <a:r>
            <a:rPr lang="en-US" sz="2500" kern="1200"/>
            <a:t>See next slide</a:t>
          </a:r>
        </a:p>
      </dsp:txBody>
      <dsp:txXfrm rot="-5400000">
        <a:off x="2087109" y="809537"/>
        <a:ext cx="7113023" cy="4188001"/>
      </dsp:txXfrm>
    </dsp:sp>
    <dsp:sp modelId="{2186BD6D-C208-4DB8-82D0-57FE4F4DE63E}">
      <dsp:nvSpPr>
        <dsp:cNvPr id="0" name=""/>
        <dsp:cNvSpPr/>
      </dsp:nvSpPr>
      <dsp:spPr>
        <a:xfrm>
          <a:off x="2041406" y="2835"/>
          <a:ext cx="45702" cy="5801404"/>
        </a:xfrm>
        <a:prstGeom prst="roundRect">
          <a:avLst/>
        </a:prstGeom>
        <a:solidFill>
          <a:schemeClr val="dk2">
            <a:hueOff val="0"/>
            <a:satOff val="0"/>
            <a:lumOff val="0"/>
            <a:alphaOff val="0"/>
          </a:schemeClr>
        </a:solidFill>
        <a:ln w="15875"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9525" rIns="19050" bIns="9525" numCol="1" spcCol="1270" anchor="ctr" anchorCtr="0">
          <a:noAutofit/>
        </a:bodyPr>
        <a:lstStyle/>
        <a:p>
          <a:pPr marL="0" lvl="0" indent="0" algn="ctr" defTabSz="222250">
            <a:lnSpc>
              <a:spcPct val="90000"/>
            </a:lnSpc>
            <a:spcBef>
              <a:spcPct val="0"/>
            </a:spcBef>
            <a:spcAft>
              <a:spcPct val="35000"/>
            </a:spcAft>
            <a:buNone/>
          </a:pPr>
          <a:r>
            <a:rPr lang="en-US" sz="500" kern="1200" dirty="0"/>
            <a:t>Analyze the Program state</a:t>
          </a:r>
        </a:p>
      </dsp:txBody>
      <dsp:txXfrm>
        <a:off x="2043637" y="5066"/>
        <a:ext cx="41240" cy="579694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559858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1146505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3247740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125628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2353327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2226849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2514563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1640136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1191989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663621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34109F1-DCF3-496E-89DB-7805341EE09A}"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005285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20555538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34109F1-DCF3-496E-89DB-7805341EE09A}"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56906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3267018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4140744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E9C5CA-8876-420E-ACB8-711857031424}" type="datetimeFigureOut">
              <a:rPr lang="en-US" smtClean="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34109F1-DCF3-496E-89DB-7805341EE09A}" type="slidenum">
              <a:rPr lang="en-US" smtClean="0"/>
              <a:t>‹#›</a:t>
            </a:fld>
            <a:endParaRPr lang="en-US" dirty="0"/>
          </a:p>
        </p:txBody>
      </p:sp>
    </p:spTree>
    <p:extLst>
      <p:ext uri="{BB962C8B-B14F-4D97-AF65-F5344CB8AC3E}">
        <p14:creationId xmlns:p14="http://schemas.microsoft.com/office/powerpoint/2010/main" val="3339584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7E9C5CA-8876-420E-ACB8-711857031424}" type="datetimeFigureOut">
              <a:rPr lang="en-US" smtClean="0"/>
              <a:t>1/11/2023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34109F1-DCF3-496E-89DB-7805341EE09A}" type="slidenum">
              <a:rPr lang="en-US" smtClean="0"/>
              <a:t>‹#›</a:t>
            </a:fld>
            <a:endParaRPr lang="en-US" dirty="0"/>
          </a:p>
        </p:txBody>
      </p:sp>
    </p:spTree>
    <p:extLst>
      <p:ext uri="{BB962C8B-B14F-4D97-AF65-F5344CB8AC3E}">
        <p14:creationId xmlns:p14="http://schemas.microsoft.com/office/powerpoint/2010/main" val="1972419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2.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7ABABA7-0420-4200-9B65-1C1967CE9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317EBE3-FF86-4DA1-BC9A-331F7F214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grpSp>
        <p:nvGrpSpPr>
          <p:cNvPr id="12" name="Group 11">
            <a:extLst>
              <a:ext uri="{FF2B5EF4-FFF2-40B4-BE49-F238E27FC236}">
                <a16:creationId xmlns:a16="http://schemas.microsoft.com/office/drawing/2014/main" id="{7A03E380-9CD1-4ABA-A763-9F9D252B89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2">
              <a:lumMod val="90000"/>
            </a:schemeClr>
          </a:solidFill>
        </p:grpSpPr>
        <p:sp>
          <p:nvSpPr>
            <p:cNvPr id="13" name="Freeform 11">
              <a:extLst>
                <a:ext uri="{FF2B5EF4-FFF2-40B4-BE49-F238E27FC236}">
                  <a16:creationId xmlns:a16="http://schemas.microsoft.com/office/drawing/2014/main" id="{66E01B84-4C2B-4DE5-90C8-9C4001A75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14" name="Freeform 12">
              <a:extLst>
                <a:ext uri="{FF2B5EF4-FFF2-40B4-BE49-F238E27FC236}">
                  <a16:creationId xmlns:a16="http://schemas.microsoft.com/office/drawing/2014/main" id="{64CE5A7A-D5C5-4FE5-860C-0B5748FD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15" name="Freeform 13">
              <a:extLst>
                <a:ext uri="{FF2B5EF4-FFF2-40B4-BE49-F238E27FC236}">
                  <a16:creationId xmlns:a16="http://schemas.microsoft.com/office/drawing/2014/main" id="{016A7D2A-6EEA-47B8-A763-7D82E41B3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16" name="Freeform 14">
              <a:extLst>
                <a:ext uri="{FF2B5EF4-FFF2-40B4-BE49-F238E27FC236}">
                  <a16:creationId xmlns:a16="http://schemas.microsoft.com/office/drawing/2014/main" id="{E758F6E7-6DEC-48D0-ACB1-E5E26B13E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17" name="Freeform 15">
              <a:extLst>
                <a:ext uri="{FF2B5EF4-FFF2-40B4-BE49-F238E27FC236}">
                  <a16:creationId xmlns:a16="http://schemas.microsoft.com/office/drawing/2014/main" id="{B56657FF-C027-42E7-859B-902929B6F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18" name="Freeform 16">
              <a:extLst>
                <a:ext uri="{FF2B5EF4-FFF2-40B4-BE49-F238E27FC236}">
                  <a16:creationId xmlns:a16="http://schemas.microsoft.com/office/drawing/2014/main" id="{79047F2A-5978-46C6-B3A2-54AAC2136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19" name="Freeform 17">
              <a:extLst>
                <a:ext uri="{FF2B5EF4-FFF2-40B4-BE49-F238E27FC236}">
                  <a16:creationId xmlns:a16="http://schemas.microsoft.com/office/drawing/2014/main" id="{F3BE8FD1-0A72-4640-AC7A-2E057273F8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20" name="Freeform 18">
              <a:extLst>
                <a:ext uri="{FF2B5EF4-FFF2-40B4-BE49-F238E27FC236}">
                  <a16:creationId xmlns:a16="http://schemas.microsoft.com/office/drawing/2014/main" id="{752FC782-A372-4D11-B20D-958955E56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21" name="Freeform 19">
              <a:extLst>
                <a:ext uri="{FF2B5EF4-FFF2-40B4-BE49-F238E27FC236}">
                  <a16:creationId xmlns:a16="http://schemas.microsoft.com/office/drawing/2014/main" id="{AA00B2F1-BEE2-444A-8249-C8E3212CA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22" name="Freeform 20">
              <a:extLst>
                <a:ext uri="{FF2B5EF4-FFF2-40B4-BE49-F238E27FC236}">
                  <a16:creationId xmlns:a16="http://schemas.microsoft.com/office/drawing/2014/main" id="{E7F5747E-514B-4CF7-B6B0-DAD714909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23" name="Freeform 21">
              <a:extLst>
                <a:ext uri="{FF2B5EF4-FFF2-40B4-BE49-F238E27FC236}">
                  <a16:creationId xmlns:a16="http://schemas.microsoft.com/office/drawing/2014/main" id="{931614BB-1593-40ED-8113-2BD11870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24" name="Freeform 22">
              <a:extLst>
                <a:ext uri="{FF2B5EF4-FFF2-40B4-BE49-F238E27FC236}">
                  <a16:creationId xmlns:a16="http://schemas.microsoft.com/office/drawing/2014/main" id="{2691871F-F15C-4E19-BC9C-78E5748D7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sp>
        <p:nvSpPr>
          <p:cNvPr id="2" name="Title 1">
            <a:extLst>
              <a:ext uri="{FF2B5EF4-FFF2-40B4-BE49-F238E27FC236}">
                <a16:creationId xmlns:a16="http://schemas.microsoft.com/office/drawing/2014/main" id="{A4904E2D-10CE-4281-B2CB-6A199AF79CCB}"/>
              </a:ext>
            </a:extLst>
          </p:cNvPr>
          <p:cNvSpPr>
            <a:spLocks noGrp="1"/>
          </p:cNvSpPr>
          <p:nvPr>
            <p:ph type="ctrTitle"/>
          </p:nvPr>
        </p:nvSpPr>
        <p:spPr>
          <a:xfrm>
            <a:off x="1304103" y="1318591"/>
            <a:ext cx="5800929" cy="4220820"/>
          </a:xfrm>
        </p:spPr>
        <p:txBody>
          <a:bodyPr anchor="ctr">
            <a:normAutofit/>
          </a:bodyPr>
          <a:lstStyle/>
          <a:p>
            <a:pPr algn="r"/>
            <a:r>
              <a:rPr lang="en-US" sz="6600" dirty="0">
                <a:solidFill>
                  <a:schemeClr val="tx2">
                    <a:lumMod val="75000"/>
                  </a:schemeClr>
                </a:solidFill>
              </a:rPr>
              <a:t>Debugging in IntelliJ</a:t>
            </a:r>
          </a:p>
        </p:txBody>
      </p:sp>
      <p:cxnSp>
        <p:nvCxnSpPr>
          <p:cNvPr id="26" name="Straight Connector 25">
            <a:extLst>
              <a:ext uri="{FF2B5EF4-FFF2-40B4-BE49-F238E27FC236}">
                <a16:creationId xmlns:a16="http://schemas.microsoft.com/office/drawing/2014/main" id="{34D43EC1-35FA-4FC3-8526-F655CEB09D9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7196" y="1871831"/>
            <a:ext cx="0" cy="3200400"/>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4708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D8B1155-7031-445B-8D05-95AD6E6AA6D5}"/>
              </a:ext>
            </a:extLst>
          </p:cNvPr>
          <p:cNvGraphicFramePr>
            <a:graphicFrameLocks noGrp="1"/>
          </p:cNvGraphicFramePr>
          <p:nvPr>
            <p:ph idx="1"/>
            <p:extLst>
              <p:ext uri="{D42A27DB-BD31-4B8C-83A1-F6EECF244321}">
                <p14:modId xmlns:p14="http://schemas.microsoft.com/office/powerpoint/2010/main" val="1588275974"/>
              </p:ext>
            </p:extLst>
          </p:nvPr>
        </p:nvGraphicFramePr>
        <p:xfrm>
          <a:off x="552914" y="863522"/>
          <a:ext cx="11391900" cy="6073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1E545B56-E311-09BB-A69A-E05A54FC3516}"/>
              </a:ext>
            </a:extLst>
          </p:cNvPr>
          <p:cNvSpPr txBox="1"/>
          <p:nvPr/>
        </p:nvSpPr>
        <p:spPr>
          <a:xfrm>
            <a:off x="3401122" y="657922"/>
            <a:ext cx="4729180" cy="646331"/>
          </a:xfrm>
          <a:prstGeom prst="rect">
            <a:avLst/>
          </a:prstGeom>
          <a:noFill/>
        </p:spPr>
        <p:txBody>
          <a:bodyPr wrap="none" rtlCol="0">
            <a:spAutoFit/>
          </a:bodyPr>
          <a:lstStyle/>
          <a:p>
            <a:r>
              <a:rPr lang="en-US" sz="3600" b="1" dirty="0"/>
              <a:t>What is Debugging?</a:t>
            </a:r>
          </a:p>
        </p:txBody>
      </p:sp>
    </p:spTree>
    <p:extLst>
      <p:ext uri="{BB962C8B-B14F-4D97-AF65-F5344CB8AC3E}">
        <p14:creationId xmlns:p14="http://schemas.microsoft.com/office/powerpoint/2010/main" val="2312161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5107FCF-1648-4522-98B1-91905031EC35}"/>
              </a:ext>
            </a:extLst>
          </p:cNvPr>
          <p:cNvGraphicFramePr>
            <a:graphicFrameLocks noGrp="1"/>
          </p:cNvGraphicFramePr>
          <p:nvPr>
            <p:ph idx="1"/>
            <p:extLst>
              <p:ext uri="{D42A27DB-BD31-4B8C-83A1-F6EECF244321}">
                <p14:modId xmlns:p14="http://schemas.microsoft.com/office/powerpoint/2010/main" val="1358869800"/>
              </p:ext>
            </p:extLst>
          </p:nvPr>
        </p:nvGraphicFramePr>
        <p:xfrm>
          <a:off x="565150" y="771525"/>
          <a:ext cx="11061700" cy="6086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8110633D-A902-1EE2-A6D7-4FD98487AE81}"/>
              </a:ext>
            </a:extLst>
          </p:cNvPr>
          <p:cNvSpPr txBox="1"/>
          <p:nvPr/>
        </p:nvSpPr>
        <p:spPr>
          <a:xfrm>
            <a:off x="4159405" y="586859"/>
            <a:ext cx="3451586" cy="646331"/>
          </a:xfrm>
          <a:prstGeom prst="rect">
            <a:avLst/>
          </a:prstGeom>
          <a:noFill/>
        </p:spPr>
        <p:txBody>
          <a:bodyPr wrap="none" rtlCol="0">
            <a:spAutoFit/>
          </a:bodyPr>
          <a:lstStyle/>
          <a:p>
            <a:r>
              <a:rPr lang="en-US" sz="3600" b="1" dirty="0"/>
              <a:t>How to Debug</a:t>
            </a:r>
          </a:p>
        </p:txBody>
      </p:sp>
    </p:spTree>
    <p:extLst>
      <p:ext uri="{BB962C8B-B14F-4D97-AF65-F5344CB8AC3E}">
        <p14:creationId xmlns:p14="http://schemas.microsoft.com/office/powerpoint/2010/main" val="605399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559176A-CA12-43A7-B58B-0BB9CB0B59D9}"/>
              </a:ext>
            </a:extLst>
          </p:cNvPr>
          <p:cNvGraphicFramePr>
            <a:graphicFrameLocks noGrp="1"/>
          </p:cNvGraphicFramePr>
          <p:nvPr>
            <p:ph idx="1"/>
            <p:extLst>
              <p:ext uri="{D42A27DB-BD31-4B8C-83A1-F6EECF244321}">
                <p14:modId xmlns:p14="http://schemas.microsoft.com/office/powerpoint/2010/main" val="1057821080"/>
              </p:ext>
            </p:extLst>
          </p:nvPr>
        </p:nvGraphicFramePr>
        <p:xfrm>
          <a:off x="414453" y="631825"/>
          <a:ext cx="10998200" cy="6226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5ABF83F0-D950-211D-0D8E-9B53BACFE6FB}"/>
              </a:ext>
            </a:extLst>
          </p:cNvPr>
          <p:cNvSpPr txBox="1"/>
          <p:nvPr/>
        </p:nvSpPr>
        <p:spPr>
          <a:xfrm>
            <a:off x="3378820" y="579863"/>
            <a:ext cx="4270721" cy="646331"/>
          </a:xfrm>
          <a:prstGeom prst="rect">
            <a:avLst/>
          </a:prstGeom>
          <a:noFill/>
        </p:spPr>
        <p:txBody>
          <a:bodyPr wrap="none" rtlCol="0">
            <a:spAutoFit/>
          </a:bodyPr>
          <a:lstStyle/>
          <a:p>
            <a:r>
              <a:rPr lang="en-US" sz="3600" b="1" dirty="0"/>
              <a:t>Before you Debug</a:t>
            </a:r>
          </a:p>
        </p:txBody>
      </p:sp>
    </p:spTree>
    <p:extLst>
      <p:ext uri="{BB962C8B-B14F-4D97-AF65-F5344CB8AC3E}">
        <p14:creationId xmlns:p14="http://schemas.microsoft.com/office/powerpoint/2010/main" val="493083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0AB49C8-4D29-4D7B-8F5E-3B2EFBE00260}"/>
              </a:ext>
            </a:extLst>
          </p:cNvPr>
          <p:cNvPicPr>
            <a:picLocks noGrp="1" noChangeAspect="1"/>
          </p:cNvPicPr>
          <p:nvPr>
            <p:ph idx="1"/>
          </p:nvPr>
        </p:nvPicPr>
        <p:blipFill>
          <a:blip r:embed="rId2"/>
          <a:stretch>
            <a:fillRect/>
          </a:stretch>
        </p:blipFill>
        <p:spPr>
          <a:xfrm>
            <a:off x="130969" y="635309"/>
            <a:ext cx="12061031" cy="5357813"/>
          </a:xfrm>
          <a:prstGeom prst="rect">
            <a:avLst/>
          </a:prstGeom>
        </p:spPr>
      </p:pic>
      <p:sp>
        <p:nvSpPr>
          <p:cNvPr id="5" name="Oval 4">
            <a:extLst>
              <a:ext uri="{FF2B5EF4-FFF2-40B4-BE49-F238E27FC236}">
                <a16:creationId xmlns:a16="http://schemas.microsoft.com/office/drawing/2014/main" id="{D2AC1894-4DC8-45B2-B998-C72FD7017878}"/>
              </a:ext>
            </a:extLst>
          </p:cNvPr>
          <p:cNvSpPr/>
          <p:nvPr/>
        </p:nvSpPr>
        <p:spPr>
          <a:xfrm>
            <a:off x="2870200" y="5029200"/>
            <a:ext cx="2286000" cy="355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8054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8C4C0A3F-B73F-4788-AF1B-151DDAC6805C}"/>
              </a:ext>
            </a:extLst>
          </p:cNvPr>
          <p:cNvGraphicFramePr>
            <a:graphicFrameLocks noGrp="1"/>
          </p:cNvGraphicFramePr>
          <p:nvPr>
            <p:ph idx="1"/>
            <p:extLst>
              <p:ext uri="{D42A27DB-BD31-4B8C-83A1-F6EECF244321}">
                <p14:modId xmlns:p14="http://schemas.microsoft.com/office/powerpoint/2010/main" val="4224787067"/>
              </p:ext>
            </p:extLst>
          </p:nvPr>
        </p:nvGraphicFramePr>
        <p:xfrm>
          <a:off x="254000" y="1152525"/>
          <a:ext cx="11856224" cy="5705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 5">
            <a:extLst>
              <a:ext uri="{FF2B5EF4-FFF2-40B4-BE49-F238E27FC236}">
                <a16:creationId xmlns:a16="http://schemas.microsoft.com/office/drawing/2014/main" id="{5B3A55B0-8DAF-48E7-9895-C2CB1B2CBF25}"/>
              </a:ext>
            </a:extLst>
          </p:cNvPr>
          <p:cNvGraphicFramePr/>
          <p:nvPr>
            <p:extLst>
              <p:ext uri="{D42A27DB-BD31-4B8C-83A1-F6EECF244321}">
                <p14:modId xmlns:p14="http://schemas.microsoft.com/office/powerpoint/2010/main" val="4048089516"/>
              </p:ext>
            </p:extLst>
          </p:nvPr>
        </p:nvGraphicFramePr>
        <p:xfrm>
          <a:off x="2295940" y="218662"/>
          <a:ext cx="6457767" cy="83447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137525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A4A8C0C-0218-47EF-81B1-B7763C162FA0}"/>
              </a:ext>
            </a:extLst>
          </p:cNvPr>
          <p:cNvGraphicFramePr/>
          <p:nvPr>
            <p:extLst>
              <p:ext uri="{D42A27DB-BD31-4B8C-83A1-F6EECF244321}">
                <p14:modId xmlns:p14="http://schemas.microsoft.com/office/powerpoint/2010/main" val="2060377454"/>
              </p:ext>
            </p:extLst>
          </p:nvPr>
        </p:nvGraphicFramePr>
        <p:xfrm>
          <a:off x="1673087" y="176283"/>
          <a:ext cx="7520609" cy="11754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a:extLst>
              <a:ext uri="{FF2B5EF4-FFF2-40B4-BE49-F238E27FC236}">
                <a16:creationId xmlns:a16="http://schemas.microsoft.com/office/drawing/2014/main" id="{E5288919-479F-4CF7-9083-D2CF0156AD5B}"/>
              </a:ext>
            </a:extLst>
          </p:cNvPr>
          <p:cNvSpPr>
            <a:spLocks noGrp="1"/>
          </p:cNvSpPr>
          <p:nvPr>
            <p:ph idx="1"/>
          </p:nvPr>
        </p:nvSpPr>
        <p:spPr>
          <a:xfrm>
            <a:off x="291548" y="1470992"/>
            <a:ext cx="5473148" cy="5317434"/>
          </a:xfrm>
          <a:solidFill>
            <a:schemeClr val="bg1"/>
          </a:solidFill>
          <a:ln w="28575">
            <a:solidFill>
              <a:schemeClr val="tx1">
                <a:lumMod val="50000"/>
                <a:lumOff val="50000"/>
              </a:schemeClr>
            </a:solidFill>
          </a:ln>
        </p:spPr>
        <p:txBody>
          <a:bodyPr>
            <a:normAutofit fontScale="92500" lnSpcReduction="20000"/>
          </a:bodyPr>
          <a:lstStyle/>
          <a:p>
            <a:pPr marL="0" indent="0">
              <a:buNone/>
            </a:pPr>
            <a:r>
              <a:rPr lang="en-US" b="1" dirty="0"/>
              <a:t>public class </a:t>
            </a:r>
            <a:r>
              <a:rPr lang="en-US" b="1" dirty="0" err="1"/>
              <a:t>AverageFinder</a:t>
            </a:r>
            <a:r>
              <a:rPr lang="en-US" b="1" dirty="0"/>
              <a:t> {</a:t>
            </a:r>
          </a:p>
          <a:p>
            <a:pPr marL="0" indent="0">
              <a:buNone/>
            </a:pPr>
            <a:r>
              <a:rPr lang="en-US" b="1" dirty="0"/>
              <a:t>    public static void main(String[] </a:t>
            </a:r>
            <a:r>
              <a:rPr lang="en-US" b="1" dirty="0" err="1"/>
              <a:t>args</a:t>
            </a:r>
            <a:r>
              <a:rPr lang="en-US" b="1" dirty="0"/>
              <a:t>) {</a:t>
            </a:r>
          </a:p>
          <a:p>
            <a:pPr marL="0" indent="0">
              <a:buNone/>
            </a:pPr>
            <a:r>
              <a:rPr lang="en-US" b="1" dirty="0"/>
              <a:t>        </a:t>
            </a:r>
            <a:r>
              <a:rPr lang="en-US" b="1" dirty="0" err="1"/>
              <a:t>System.out.println</a:t>
            </a:r>
            <a:r>
              <a:rPr lang="en-US" b="1" dirty="0"/>
              <a:t>("Average finder v0.1");</a:t>
            </a:r>
          </a:p>
          <a:p>
            <a:pPr marL="0" indent="0">
              <a:buNone/>
            </a:pPr>
            <a:r>
              <a:rPr lang="en-US" b="1" dirty="0"/>
              <a:t>        double avg = </a:t>
            </a:r>
            <a:r>
              <a:rPr lang="en-US" b="1" dirty="0" err="1"/>
              <a:t>findAverage</a:t>
            </a:r>
            <a:r>
              <a:rPr lang="en-US" b="1" dirty="0"/>
              <a:t>(</a:t>
            </a:r>
            <a:r>
              <a:rPr lang="en-US" b="1" dirty="0" err="1"/>
              <a:t>args</a:t>
            </a:r>
            <a:r>
              <a:rPr lang="en-US" b="1" dirty="0"/>
              <a:t>);</a:t>
            </a:r>
          </a:p>
          <a:p>
            <a:pPr marL="0" indent="0">
              <a:buNone/>
            </a:pPr>
            <a:r>
              <a:rPr lang="en-US" b="1" dirty="0"/>
              <a:t>        </a:t>
            </a:r>
            <a:r>
              <a:rPr lang="en-US" b="1" dirty="0" err="1"/>
              <a:t>System.out.println</a:t>
            </a:r>
            <a:r>
              <a:rPr lang="en-US" b="1" dirty="0"/>
              <a:t>("The average is " + avg);</a:t>
            </a:r>
          </a:p>
          <a:p>
            <a:pPr marL="0" indent="0">
              <a:buNone/>
            </a:pPr>
            <a:r>
              <a:rPr lang="en-US" b="1" dirty="0"/>
              <a:t>    }</a:t>
            </a:r>
          </a:p>
          <a:p>
            <a:pPr marL="0" indent="0">
              <a:buNone/>
            </a:pPr>
            <a:endParaRPr lang="en-US" b="1" dirty="0"/>
          </a:p>
          <a:p>
            <a:pPr marL="0" indent="0">
              <a:buNone/>
            </a:pPr>
            <a:r>
              <a:rPr lang="en-US" b="1" dirty="0"/>
              <a:t>    private static double </a:t>
            </a:r>
            <a:r>
              <a:rPr lang="en-US" b="1" dirty="0" err="1"/>
              <a:t>findAverage</a:t>
            </a:r>
            <a:r>
              <a:rPr lang="en-US" b="1" dirty="0"/>
              <a:t>(String[] input) {</a:t>
            </a:r>
          </a:p>
          <a:p>
            <a:pPr marL="0" indent="0">
              <a:buNone/>
            </a:pPr>
            <a:r>
              <a:rPr lang="en-US" b="1" dirty="0"/>
              <a:t>        double result = 0;</a:t>
            </a:r>
          </a:p>
          <a:p>
            <a:pPr marL="0" indent="0">
              <a:buNone/>
            </a:pPr>
            <a:r>
              <a:rPr lang="en-US" b="1" dirty="0"/>
              <a:t>        for (String s : input) {</a:t>
            </a:r>
          </a:p>
          <a:p>
            <a:pPr marL="0" indent="0">
              <a:buNone/>
            </a:pPr>
            <a:r>
              <a:rPr lang="en-US" b="1" dirty="0"/>
              <a:t>            result += </a:t>
            </a:r>
            <a:r>
              <a:rPr lang="en-US" b="1" dirty="0" err="1"/>
              <a:t>Integer.parseInt</a:t>
            </a:r>
            <a:r>
              <a:rPr lang="en-US" b="1" dirty="0"/>
              <a:t>(s);</a:t>
            </a:r>
          </a:p>
          <a:p>
            <a:pPr marL="0" indent="0">
              <a:buNone/>
            </a:pPr>
            <a:r>
              <a:rPr lang="en-US" b="1" dirty="0"/>
              <a:t>        }</a:t>
            </a:r>
          </a:p>
          <a:p>
            <a:pPr marL="0" indent="0">
              <a:buNone/>
            </a:pPr>
            <a:r>
              <a:rPr lang="en-US" b="1" dirty="0"/>
              <a:t>        return result;</a:t>
            </a:r>
          </a:p>
          <a:p>
            <a:pPr marL="0" indent="0">
              <a:buNone/>
            </a:pPr>
            <a:r>
              <a:rPr lang="en-US" b="1" dirty="0"/>
              <a:t>    }</a:t>
            </a:r>
          </a:p>
          <a:p>
            <a:pPr marL="0" indent="0">
              <a:buNone/>
            </a:pPr>
            <a:r>
              <a:rPr lang="en-US" b="1" dirty="0"/>
              <a:t>}</a:t>
            </a:r>
          </a:p>
        </p:txBody>
      </p:sp>
      <p:sp>
        <p:nvSpPr>
          <p:cNvPr id="5" name="TextBox 4">
            <a:extLst>
              <a:ext uri="{FF2B5EF4-FFF2-40B4-BE49-F238E27FC236}">
                <a16:creationId xmlns:a16="http://schemas.microsoft.com/office/drawing/2014/main" id="{2BCC81B3-889D-41E3-ADA2-4F21CF76B2CA}"/>
              </a:ext>
            </a:extLst>
          </p:cNvPr>
          <p:cNvSpPr txBox="1"/>
          <p:nvPr/>
        </p:nvSpPr>
        <p:spPr>
          <a:xfrm>
            <a:off x="6096000" y="1470992"/>
            <a:ext cx="5804452" cy="5324535"/>
          </a:xfrm>
          <a:prstGeom prst="rect">
            <a:avLst/>
          </a:prstGeom>
          <a:solidFill>
            <a:schemeClr val="bg1"/>
          </a:solidFill>
          <a:ln w="28575">
            <a:solidFill>
              <a:schemeClr val="tx1">
                <a:lumMod val="50000"/>
                <a:lumOff val="50000"/>
              </a:schemeClr>
            </a:solidFill>
          </a:ln>
        </p:spPr>
        <p:txBody>
          <a:bodyPr wrap="square" rtlCol="0">
            <a:spAutoFit/>
          </a:bodyPr>
          <a:lstStyle/>
          <a:p>
            <a:r>
              <a:rPr lang="en-US" sz="2000" dirty="0"/>
              <a:t>The program is supposed to calculate the average of all values passed as command-line arguments.</a:t>
            </a:r>
          </a:p>
          <a:p>
            <a:endParaRPr lang="en-US" sz="2000" dirty="0"/>
          </a:p>
          <a:p>
            <a:r>
              <a:rPr lang="en-US" sz="2000" dirty="0"/>
              <a:t>It compiles and runs without issues, however, when we pass 1 2 3 as the input, the result is 6.0.</a:t>
            </a:r>
          </a:p>
          <a:p>
            <a:endParaRPr lang="en-US" sz="2000" dirty="0"/>
          </a:p>
          <a:p>
            <a:r>
              <a:rPr lang="en-US" sz="2000" dirty="0"/>
              <a:t>First, think about where the suspected error might be coming from.</a:t>
            </a:r>
          </a:p>
          <a:p>
            <a:endParaRPr lang="en-US" sz="2000" dirty="0"/>
          </a:p>
          <a:p>
            <a:r>
              <a:rPr lang="en-US" sz="2000" dirty="0"/>
              <a:t>Most likely, unexpected results are coming from our </a:t>
            </a:r>
            <a:r>
              <a:rPr lang="en-US" sz="2000" dirty="0" err="1"/>
              <a:t>findAverage</a:t>
            </a:r>
            <a:r>
              <a:rPr lang="en-US" sz="2000" dirty="0"/>
              <a:t> method. </a:t>
            </a:r>
          </a:p>
          <a:p>
            <a:endParaRPr lang="en-US" sz="2000" dirty="0"/>
          </a:p>
          <a:p>
            <a:r>
              <a:rPr lang="en-US" sz="2000" dirty="0"/>
              <a:t>In order to find the cause, let's examine its behavior at runtime. </a:t>
            </a:r>
          </a:p>
          <a:p>
            <a:endParaRPr lang="en-US" sz="2000" dirty="0"/>
          </a:p>
        </p:txBody>
      </p:sp>
    </p:spTree>
    <p:extLst>
      <p:ext uri="{BB962C8B-B14F-4D97-AF65-F5344CB8AC3E}">
        <p14:creationId xmlns:p14="http://schemas.microsoft.com/office/powerpoint/2010/main" val="2558711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A3317B99-0B30-406C-A977-196484B108A4}"/>
              </a:ext>
            </a:extLst>
          </p:cNvPr>
          <p:cNvGraphicFramePr/>
          <p:nvPr>
            <p:extLst>
              <p:ext uri="{D42A27DB-BD31-4B8C-83A1-F6EECF244321}">
                <p14:modId xmlns:p14="http://schemas.microsoft.com/office/powerpoint/2010/main" val="463828615"/>
              </p:ext>
            </p:extLst>
          </p:nvPr>
        </p:nvGraphicFramePr>
        <p:xfrm>
          <a:off x="2124934" y="196988"/>
          <a:ext cx="8437559" cy="12332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Content Placeholder 3">
            <a:extLst>
              <a:ext uri="{FF2B5EF4-FFF2-40B4-BE49-F238E27FC236}">
                <a16:creationId xmlns:a16="http://schemas.microsoft.com/office/drawing/2014/main" id="{41615877-0057-437A-BFEE-FC9A7C72A9DF}"/>
              </a:ext>
            </a:extLst>
          </p:cNvPr>
          <p:cNvPicPr>
            <a:picLocks noGrp="1" noChangeAspect="1"/>
          </p:cNvPicPr>
          <p:nvPr>
            <p:ph idx="1"/>
          </p:nvPr>
        </p:nvPicPr>
        <p:blipFill>
          <a:blip r:embed="rId7"/>
          <a:stretch>
            <a:fillRect/>
          </a:stretch>
        </p:blipFill>
        <p:spPr>
          <a:xfrm>
            <a:off x="838200" y="1517511"/>
            <a:ext cx="9448800" cy="5143500"/>
          </a:xfrm>
          <a:prstGeom prst="rect">
            <a:avLst/>
          </a:prstGeom>
        </p:spPr>
      </p:pic>
    </p:spTree>
    <p:extLst>
      <p:ext uri="{BB962C8B-B14F-4D97-AF65-F5344CB8AC3E}">
        <p14:creationId xmlns:p14="http://schemas.microsoft.com/office/powerpoint/2010/main" val="3575660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BE6F-3A12-4E0D-BF2B-05A43F3C9E64}"/>
              </a:ext>
            </a:extLst>
          </p:cNvPr>
          <p:cNvSpPr>
            <a:spLocks noGrp="1"/>
          </p:cNvSpPr>
          <p:nvPr>
            <p:ph type="title"/>
          </p:nvPr>
        </p:nvSpPr>
        <p:spPr/>
        <p:txBody>
          <a:bodyPr/>
          <a:lstStyle/>
          <a:p>
            <a:r>
              <a:rPr lang="en-US" dirty="0"/>
              <a:t>Run the Program in Debug Mode</a:t>
            </a:r>
          </a:p>
        </p:txBody>
      </p:sp>
      <p:sp>
        <p:nvSpPr>
          <p:cNvPr id="3" name="Content Placeholder 2">
            <a:extLst>
              <a:ext uri="{FF2B5EF4-FFF2-40B4-BE49-F238E27FC236}">
                <a16:creationId xmlns:a16="http://schemas.microsoft.com/office/drawing/2014/main" id="{C3D0AC2B-3D15-462D-A516-685BE9374083}"/>
              </a:ext>
            </a:extLst>
          </p:cNvPr>
          <p:cNvSpPr>
            <a:spLocks noGrp="1"/>
          </p:cNvSpPr>
          <p:nvPr>
            <p:ph idx="1"/>
          </p:nvPr>
        </p:nvSpPr>
        <p:spPr>
          <a:xfrm>
            <a:off x="2284412" y="1540189"/>
            <a:ext cx="8915400" cy="3777622"/>
          </a:xfrm>
        </p:spPr>
        <p:txBody>
          <a:bodyPr>
            <a:normAutofit/>
          </a:bodyPr>
          <a:lstStyle/>
          <a:p>
            <a:pPr marL="0" indent="0">
              <a:buNone/>
            </a:pPr>
            <a:r>
              <a:rPr lang="en-US" sz="2400" dirty="0"/>
              <a:t>From the main menu, select Run &gt; Edit Configurations. </a:t>
            </a:r>
          </a:p>
          <a:p>
            <a:pPr marL="0" indent="0">
              <a:buNone/>
            </a:pPr>
            <a:endParaRPr lang="en-US" sz="2400" dirty="0"/>
          </a:p>
        </p:txBody>
      </p:sp>
      <p:pic>
        <p:nvPicPr>
          <p:cNvPr id="5" name="Picture 4" descr="A screenshot of a cell phone&#10;&#10;Description automatically generated">
            <a:extLst>
              <a:ext uri="{FF2B5EF4-FFF2-40B4-BE49-F238E27FC236}">
                <a16:creationId xmlns:a16="http://schemas.microsoft.com/office/drawing/2014/main" id="{9407A74C-267D-4F6C-BDD6-AD9FE648C1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1782" y="2459686"/>
            <a:ext cx="6611272" cy="4134426"/>
          </a:xfrm>
          <a:prstGeom prst="rect">
            <a:avLst/>
          </a:prstGeom>
        </p:spPr>
      </p:pic>
    </p:spTree>
    <p:extLst>
      <p:ext uri="{BB962C8B-B14F-4D97-AF65-F5344CB8AC3E}">
        <p14:creationId xmlns:p14="http://schemas.microsoft.com/office/powerpoint/2010/main" val="160180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38E11-2815-4626-A4FA-6EC63CFBAB83}"/>
              </a:ext>
            </a:extLst>
          </p:cNvPr>
          <p:cNvSpPr>
            <a:spLocks noGrp="1"/>
          </p:cNvSpPr>
          <p:nvPr>
            <p:ph type="title"/>
          </p:nvPr>
        </p:nvSpPr>
        <p:spPr>
          <a:xfrm>
            <a:off x="838200" y="123825"/>
            <a:ext cx="10515600" cy="1057275"/>
          </a:xfrm>
        </p:spPr>
        <p:txBody>
          <a:bodyPr>
            <a:normAutofit fontScale="90000"/>
          </a:bodyPr>
          <a:lstStyle/>
          <a:p>
            <a:pPr algn="ctr"/>
            <a:r>
              <a:rPr lang="en-US" sz="4000" b="1" dirty="0"/>
              <a:t>You will get this window, click the + button</a:t>
            </a:r>
          </a:p>
        </p:txBody>
      </p:sp>
      <p:pic>
        <p:nvPicPr>
          <p:cNvPr id="4" name="Content Placeholder 3">
            <a:extLst>
              <a:ext uri="{FF2B5EF4-FFF2-40B4-BE49-F238E27FC236}">
                <a16:creationId xmlns:a16="http://schemas.microsoft.com/office/drawing/2014/main" id="{9106C161-B588-4CFE-9FC8-F4779A937878}"/>
              </a:ext>
            </a:extLst>
          </p:cNvPr>
          <p:cNvPicPr>
            <a:picLocks noGrp="1" noChangeAspect="1"/>
          </p:cNvPicPr>
          <p:nvPr>
            <p:ph idx="1"/>
          </p:nvPr>
        </p:nvPicPr>
        <p:blipFill>
          <a:blip r:embed="rId2"/>
          <a:stretch>
            <a:fillRect/>
          </a:stretch>
        </p:blipFill>
        <p:spPr>
          <a:xfrm>
            <a:off x="1002284" y="1181100"/>
            <a:ext cx="8727758" cy="5497354"/>
          </a:xfrm>
          <a:prstGeom prst="rect">
            <a:avLst/>
          </a:prstGeom>
        </p:spPr>
      </p:pic>
      <p:cxnSp>
        <p:nvCxnSpPr>
          <p:cNvPr id="6" name="Straight Arrow Connector 5">
            <a:extLst>
              <a:ext uri="{FF2B5EF4-FFF2-40B4-BE49-F238E27FC236}">
                <a16:creationId xmlns:a16="http://schemas.microsoft.com/office/drawing/2014/main" id="{8C43B503-1030-4576-9E3A-8ACF727154D3}"/>
              </a:ext>
            </a:extLst>
          </p:cNvPr>
          <p:cNvCxnSpPr/>
          <p:nvPr/>
        </p:nvCxnSpPr>
        <p:spPr>
          <a:xfrm flipH="1">
            <a:off x="1258126" y="857250"/>
            <a:ext cx="8636000" cy="6477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6426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C1FE3-3602-4150-96A8-A8FE92EF9FF4}"/>
              </a:ext>
            </a:extLst>
          </p:cNvPr>
          <p:cNvSpPr>
            <a:spLocks noGrp="1"/>
          </p:cNvSpPr>
          <p:nvPr>
            <p:ph type="title"/>
          </p:nvPr>
        </p:nvSpPr>
        <p:spPr>
          <a:xfrm>
            <a:off x="898769" y="69910"/>
            <a:ext cx="11442700" cy="1325563"/>
          </a:xfrm>
        </p:spPr>
        <p:txBody>
          <a:bodyPr/>
          <a:lstStyle/>
          <a:p>
            <a:r>
              <a:rPr lang="en-US" b="1" dirty="0"/>
              <a:t>You will get this list of choices, select Application</a:t>
            </a:r>
          </a:p>
        </p:txBody>
      </p:sp>
      <p:pic>
        <p:nvPicPr>
          <p:cNvPr id="4" name="Content Placeholder 3">
            <a:extLst>
              <a:ext uri="{FF2B5EF4-FFF2-40B4-BE49-F238E27FC236}">
                <a16:creationId xmlns:a16="http://schemas.microsoft.com/office/drawing/2014/main" id="{EE636ACF-B74D-4C73-B525-B1AA8CED8718}"/>
              </a:ext>
            </a:extLst>
          </p:cNvPr>
          <p:cNvPicPr>
            <a:picLocks noGrp="1" noChangeAspect="1"/>
          </p:cNvPicPr>
          <p:nvPr>
            <p:ph idx="1"/>
          </p:nvPr>
        </p:nvPicPr>
        <p:blipFill>
          <a:blip r:embed="rId2"/>
          <a:stretch>
            <a:fillRect/>
          </a:stretch>
        </p:blipFill>
        <p:spPr>
          <a:xfrm>
            <a:off x="736600" y="1679576"/>
            <a:ext cx="7700963" cy="4850606"/>
          </a:xfrm>
          <a:prstGeom prst="rect">
            <a:avLst/>
          </a:prstGeom>
        </p:spPr>
      </p:pic>
      <p:sp>
        <p:nvSpPr>
          <p:cNvPr id="5" name="Oval 4">
            <a:extLst>
              <a:ext uri="{FF2B5EF4-FFF2-40B4-BE49-F238E27FC236}">
                <a16:creationId xmlns:a16="http://schemas.microsoft.com/office/drawing/2014/main" id="{C9736E41-FB84-447E-B6EF-D9AE6D32EABE}"/>
              </a:ext>
            </a:extLst>
          </p:cNvPr>
          <p:cNvSpPr/>
          <p:nvPr/>
        </p:nvSpPr>
        <p:spPr>
          <a:xfrm>
            <a:off x="736600" y="2806700"/>
            <a:ext cx="914400" cy="2159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4166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3ED26-9E61-4047-8D2E-36C44085BE2F}"/>
              </a:ext>
            </a:extLst>
          </p:cNvPr>
          <p:cNvSpPr>
            <a:spLocks noGrp="1"/>
          </p:cNvSpPr>
          <p:nvPr>
            <p:ph type="title"/>
          </p:nvPr>
        </p:nvSpPr>
        <p:spPr>
          <a:xfrm>
            <a:off x="1688123" y="249242"/>
            <a:ext cx="9694986" cy="1325563"/>
          </a:xfrm>
        </p:spPr>
        <p:txBody>
          <a:bodyPr>
            <a:normAutofit fontScale="90000"/>
          </a:bodyPr>
          <a:lstStyle/>
          <a:p>
            <a:r>
              <a:rPr lang="en-US" sz="3600" dirty="0"/>
              <a:t>Add the name of the application to the top, and the Main class, the arguments, then press Run.  It will show the errors.</a:t>
            </a:r>
          </a:p>
        </p:txBody>
      </p:sp>
      <p:pic>
        <p:nvPicPr>
          <p:cNvPr id="9" name="Content Placeholder 8">
            <a:extLst>
              <a:ext uri="{FF2B5EF4-FFF2-40B4-BE49-F238E27FC236}">
                <a16:creationId xmlns:a16="http://schemas.microsoft.com/office/drawing/2014/main" id="{36F1F2F6-D3E9-4B75-9B09-36D8FB4876C4}"/>
              </a:ext>
            </a:extLst>
          </p:cNvPr>
          <p:cNvPicPr>
            <a:picLocks noGrp="1" noChangeAspect="1"/>
          </p:cNvPicPr>
          <p:nvPr>
            <p:ph idx="1"/>
          </p:nvPr>
        </p:nvPicPr>
        <p:blipFill>
          <a:blip r:embed="rId2"/>
          <a:stretch>
            <a:fillRect/>
          </a:stretch>
        </p:blipFill>
        <p:spPr>
          <a:xfrm>
            <a:off x="1988820" y="1809483"/>
            <a:ext cx="8214360" cy="4907840"/>
          </a:xfrm>
          <a:prstGeom prst="rect">
            <a:avLst/>
          </a:prstGeom>
        </p:spPr>
      </p:pic>
      <p:pic>
        <p:nvPicPr>
          <p:cNvPr id="10" name="Picture 9">
            <a:extLst>
              <a:ext uri="{FF2B5EF4-FFF2-40B4-BE49-F238E27FC236}">
                <a16:creationId xmlns:a16="http://schemas.microsoft.com/office/drawing/2014/main" id="{D865AB98-B9FA-4D42-8BA9-CB635AD71B23}"/>
              </a:ext>
            </a:extLst>
          </p:cNvPr>
          <p:cNvPicPr>
            <a:picLocks noChangeAspect="1"/>
          </p:cNvPicPr>
          <p:nvPr/>
        </p:nvPicPr>
        <p:blipFill>
          <a:blip r:embed="rId3"/>
          <a:stretch>
            <a:fillRect/>
          </a:stretch>
        </p:blipFill>
        <p:spPr>
          <a:xfrm>
            <a:off x="4834518" y="2039164"/>
            <a:ext cx="926672" cy="292633"/>
          </a:xfrm>
          <a:prstGeom prst="rect">
            <a:avLst/>
          </a:prstGeom>
        </p:spPr>
      </p:pic>
      <p:pic>
        <p:nvPicPr>
          <p:cNvPr id="11" name="Picture 10">
            <a:extLst>
              <a:ext uri="{FF2B5EF4-FFF2-40B4-BE49-F238E27FC236}">
                <a16:creationId xmlns:a16="http://schemas.microsoft.com/office/drawing/2014/main" id="{B6514ECF-2976-4BFC-9539-AAF4F29F3301}"/>
              </a:ext>
            </a:extLst>
          </p:cNvPr>
          <p:cNvPicPr>
            <a:picLocks noChangeAspect="1"/>
          </p:cNvPicPr>
          <p:nvPr/>
        </p:nvPicPr>
        <p:blipFill>
          <a:blip r:embed="rId4"/>
          <a:stretch>
            <a:fillRect/>
          </a:stretch>
        </p:blipFill>
        <p:spPr>
          <a:xfrm>
            <a:off x="5498855" y="2987799"/>
            <a:ext cx="926672" cy="292634"/>
          </a:xfrm>
          <a:prstGeom prst="rect">
            <a:avLst/>
          </a:prstGeom>
        </p:spPr>
      </p:pic>
      <p:pic>
        <p:nvPicPr>
          <p:cNvPr id="12" name="Picture 11">
            <a:extLst>
              <a:ext uri="{FF2B5EF4-FFF2-40B4-BE49-F238E27FC236}">
                <a16:creationId xmlns:a16="http://schemas.microsoft.com/office/drawing/2014/main" id="{9752EF37-26D4-40C6-BFA0-D75AA471881B}"/>
              </a:ext>
            </a:extLst>
          </p:cNvPr>
          <p:cNvPicPr>
            <a:picLocks noChangeAspect="1"/>
          </p:cNvPicPr>
          <p:nvPr/>
        </p:nvPicPr>
        <p:blipFill>
          <a:blip r:embed="rId3"/>
          <a:stretch>
            <a:fillRect/>
          </a:stretch>
        </p:blipFill>
        <p:spPr>
          <a:xfrm>
            <a:off x="5632664" y="2534226"/>
            <a:ext cx="926672" cy="292633"/>
          </a:xfrm>
          <a:prstGeom prst="rect">
            <a:avLst/>
          </a:prstGeom>
        </p:spPr>
      </p:pic>
    </p:spTree>
    <p:extLst>
      <p:ext uri="{BB962C8B-B14F-4D97-AF65-F5344CB8AC3E}">
        <p14:creationId xmlns:p14="http://schemas.microsoft.com/office/powerpoint/2010/main" val="391458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82F2B-85D6-426D-A5B8-EA3203405098}"/>
              </a:ext>
            </a:extLst>
          </p:cNvPr>
          <p:cNvSpPr>
            <a:spLocks noGrp="1"/>
          </p:cNvSpPr>
          <p:nvPr>
            <p:ph type="title"/>
          </p:nvPr>
        </p:nvSpPr>
        <p:spPr>
          <a:xfrm>
            <a:off x="2311571" y="306332"/>
            <a:ext cx="8911687" cy="1280890"/>
          </a:xfrm>
        </p:spPr>
        <p:txBody>
          <a:bodyPr/>
          <a:lstStyle/>
          <a:p>
            <a:r>
              <a:rPr lang="en-US" b="1" dirty="0"/>
              <a:t>Now run on Debug:</a:t>
            </a:r>
          </a:p>
        </p:txBody>
      </p:sp>
      <p:sp>
        <p:nvSpPr>
          <p:cNvPr id="3" name="Content Placeholder 2">
            <a:extLst>
              <a:ext uri="{FF2B5EF4-FFF2-40B4-BE49-F238E27FC236}">
                <a16:creationId xmlns:a16="http://schemas.microsoft.com/office/drawing/2014/main" id="{A36BBB46-EA09-41C0-B6F0-522D1E8848E8}"/>
              </a:ext>
            </a:extLst>
          </p:cNvPr>
          <p:cNvSpPr>
            <a:spLocks noGrp="1"/>
          </p:cNvSpPr>
          <p:nvPr>
            <p:ph idx="1"/>
          </p:nvPr>
        </p:nvSpPr>
        <p:spPr>
          <a:xfrm>
            <a:off x="1970988" y="1895432"/>
            <a:ext cx="8915400" cy="3777622"/>
          </a:xfrm>
          <a:solidFill>
            <a:schemeClr val="bg1"/>
          </a:solidFill>
        </p:spPr>
        <p:txBody>
          <a:bodyPr>
            <a:normAutofit lnSpcReduction="10000"/>
          </a:bodyPr>
          <a:lstStyle/>
          <a:p>
            <a:pPr marL="0" indent="0">
              <a:buNone/>
            </a:pPr>
            <a:r>
              <a:rPr lang="en-US" sz="2400" dirty="0"/>
              <a:t>Right-click on the class </a:t>
            </a:r>
          </a:p>
          <a:p>
            <a:pPr marL="0" indent="0">
              <a:buNone/>
            </a:pPr>
            <a:r>
              <a:rPr lang="en-US" sz="2400" dirty="0"/>
              <a:t>containing main and select:</a:t>
            </a:r>
          </a:p>
          <a:p>
            <a:pPr marL="0" indent="0">
              <a:buNone/>
            </a:pPr>
            <a:endParaRPr lang="en-US" sz="2400" dirty="0"/>
          </a:p>
          <a:p>
            <a:pPr marL="0" indent="0">
              <a:buNone/>
            </a:pPr>
            <a:r>
              <a:rPr lang="en-US" sz="2400" dirty="0"/>
              <a:t>Or, you can</a:t>
            </a:r>
          </a:p>
          <a:p>
            <a:pPr marL="0" indent="0">
              <a:buNone/>
            </a:pPr>
            <a:r>
              <a:rPr lang="en-US" sz="2400" dirty="0"/>
              <a:t>      click the bug  in the top </a:t>
            </a:r>
          </a:p>
          <a:p>
            <a:pPr marL="0" indent="0">
              <a:buNone/>
            </a:pPr>
            <a:r>
              <a:rPr lang="en-US" sz="2400" dirty="0"/>
              <a:t>      toolbar</a:t>
            </a:r>
          </a:p>
          <a:p>
            <a:pPr marL="0" indent="0">
              <a:buNone/>
            </a:pPr>
            <a:r>
              <a:rPr lang="en-US" sz="2400" dirty="0"/>
              <a:t>Or, select Run &gt; </a:t>
            </a:r>
          </a:p>
          <a:p>
            <a:pPr marL="0" indent="0">
              <a:buNone/>
            </a:pPr>
            <a:r>
              <a:rPr lang="en-US" sz="2400" dirty="0"/>
              <a:t> </a:t>
            </a:r>
            <a:r>
              <a:rPr lang="en-US" sz="2400" dirty="0" err="1"/>
              <a:t>DebugAverageFinder</a:t>
            </a:r>
            <a:endParaRPr lang="en-US" sz="2400" dirty="0"/>
          </a:p>
          <a:p>
            <a:pPr marL="0" indent="0">
              <a:buNone/>
            </a:pPr>
            <a:endParaRPr lang="en-US" sz="2400" dirty="0"/>
          </a:p>
        </p:txBody>
      </p:sp>
      <p:pic>
        <p:nvPicPr>
          <p:cNvPr id="5" name="Picture 4" descr="A screenshot of a cell phone&#10;&#10;Description automatically generated">
            <a:extLst>
              <a:ext uri="{FF2B5EF4-FFF2-40B4-BE49-F238E27FC236}">
                <a16:creationId xmlns:a16="http://schemas.microsoft.com/office/drawing/2014/main" id="{05791A2E-2E5E-48E2-8044-0F510434AD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8688" y="990259"/>
            <a:ext cx="4925112" cy="4877481"/>
          </a:xfrm>
          <a:prstGeom prst="rect">
            <a:avLst/>
          </a:prstGeom>
        </p:spPr>
      </p:pic>
      <p:cxnSp>
        <p:nvCxnSpPr>
          <p:cNvPr id="7" name="Straight Arrow Connector 6">
            <a:extLst>
              <a:ext uri="{FF2B5EF4-FFF2-40B4-BE49-F238E27FC236}">
                <a16:creationId xmlns:a16="http://schemas.microsoft.com/office/drawing/2014/main" id="{0CED7F1A-DE98-48DC-8FA9-4E553DF5095A}"/>
              </a:ext>
            </a:extLst>
          </p:cNvPr>
          <p:cNvCxnSpPr>
            <a:cxnSpLocks/>
          </p:cNvCxnSpPr>
          <p:nvPr/>
        </p:nvCxnSpPr>
        <p:spPr>
          <a:xfrm>
            <a:off x="5849815" y="2754923"/>
            <a:ext cx="2392386" cy="258622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0993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F114BAD9-5EBD-4A8E-8074-7C42440D304D}"/>
              </a:ext>
            </a:extLst>
          </p:cNvPr>
          <p:cNvGraphicFramePr>
            <a:graphicFrameLocks noGrp="1"/>
          </p:cNvGraphicFramePr>
          <p:nvPr>
            <p:ph idx="1"/>
            <p:extLst>
              <p:ext uri="{D42A27DB-BD31-4B8C-83A1-F6EECF244321}">
                <p14:modId xmlns:p14="http://schemas.microsoft.com/office/powerpoint/2010/main" val="2035944690"/>
              </p:ext>
            </p:extLst>
          </p:nvPr>
        </p:nvGraphicFramePr>
        <p:xfrm>
          <a:off x="361950" y="1050925"/>
          <a:ext cx="11468100" cy="58070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EE8EDB48-321A-9769-6AD4-6AB0E11BBE49}"/>
              </a:ext>
            </a:extLst>
          </p:cNvPr>
          <p:cNvSpPr txBox="1"/>
          <p:nvPr/>
        </p:nvSpPr>
        <p:spPr>
          <a:xfrm>
            <a:off x="3165231" y="621323"/>
            <a:ext cx="6106159" cy="1200329"/>
          </a:xfrm>
          <a:prstGeom prst="rect">
            <a:avLst/>
          </a:prstGeom>
          <a:noFill/>
        </p:spPr>
        <p:txBody>
          <a:bodyPr wrap="none" rtlCol="0">
            <a:spAutoFit/>
          </a:bodyPr>
          <a:lstStyle/>
          <a:p>
            <a:r>
              <a:rPr lang="en-US" sz="3600" b="1" dirty="0"/>
              <a:t>Analyze the Program state</a:t>
            </a:r>
          </a:p>
          <a:p>
            <a:endParaRPr lang="en-US" sz="3600" b="1" dirty="0"/>
          </a:p>
        </p:txBody>
      </p:sp>
    </p:spTree>
    <p:extLst>
      <p:ext uri="{BB962C8B-B14F-4D97-AF65-F5344CB8AC3E}">
        <p14:creationId xmlns:p14="http://schemas.microsoft.com/office/powerpoint/2010/main" val="3434983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6986ED-C2A8-4CAB-BFD0-6D87F8AC3C7A}"/>
              </a:ext>
            </a:extLst>
          </p:cNvPr>
          <p:cNvPicPr>
            <a:picLocks noChangeAspect="1"/>
          </p:cNvPicPr>
          <p:nvPr/>
        </p:nvPicPr>
        <p:blipFill>
          <a:blip r:embed="rId2"/>
          <a:stretch>
            <a:fillRect/>
          </a:stretch>
        </p:blipFill>
        <p:spPr>
          <a:xfrm>
            <a:off x="1329626" y="177800"/>
            <a:ext cx="9532747" cy="6578600"/>
          </a:xfrm>
          <a:prstGeom prst="rect">
            <a:avLst/>
          </a:prstGeom>
        </p:spPr>
      </p:pic>
      <p:sp>
        <p:nvSpPr>
          <p:cNvPr id="3" name="Speech Bubble: Rectangle 2">
            <a:extLst>
              <a:ext uri="{FF2B5EF4-FFF2-40B4-BE49-F238E27FC236}">
                <a16:creationId xmlns:a16="http://schemas.microsoft.com/office/drawing/2014/main" id="{D44397D5-EB00-4EAB-A78D-25E2E2A4D514}"/>
              </a:ext>
            </a:extLst>
          </p:cNvPr>
          <p:cNvSpPr/>
          <p:nvPr/>
        </p:nvSpPr>
        <p:spPr>
          <a:xfrm>
            <a:off x="7759700" y="1701800"/>
            <a:ext cx="2286000" cy="1270000"/>
          </a:xfrm>
          <a:prstGeom prst="wedgeRectCallout">
            <a:avLst>
              <a:gd name="adj1" fmla="val -81944"/>
              <a:gd name="adj2" fmla="val -68097"/>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Notice the </a:t>
            </a:r>
            <a:r>
              <a:rPr lang="en-US" sz="2000" dirty="0" err="1"/>
              <a:t>args</a:t>
            </a:r>
            <a:r>
              <a:rPr lang="en-US" sz="2000" dirty="0"/>
              <a:t> array values, which are in scope</a:t>
            </a:r>
          </a:p>
        </p:txBody>
      </p:sp>
      <p:pic>
        <p:nvPicPr>
          <p:cNvPr id="4" name="Picture 3">
            <a:extLst>
              <a:ext uri="{FF2B5EF4-FFF2-40B4-BE49-F238E27FC236}">
                <a16:creationId xmlns:a16="http://schemas.microsoft.com/office/drawing/2014/main" id="{470B0588-6A85-4768-B78E-9D76F1F10E06}"/>
              </a:ext>
            </a:extLst>
          </p:cNvPr>
          <p:cNvPicPr>
            <a:picLocks noChangeAspect="1"/>
          </p:cNvPicPr>
          <p:nvPr/>
        </p:nvPicPr>
        <p:blipFill>
          <a:blip r:embed="rId3"/>
          <a:stretch>
            <a:fillRect/>
          </a:stretch>
        </p:blipFill>
        <p:spPr>
          <a:xfrm>
            <a:off x="6419532" y="4770755"/>
            <a:ext cx="2680335" cy="1560195"/>
          </a:xfrm>
          <a:prstGeom prst="rect">
            <a:avLst/>
          </a:prstGeom>
        </p:spPr>
      </p:pic>
      <p:sp>
        <p:nvSpPr>
          <p:cNvPr id="5" name="Speech Bubble: Rectangle 4">
            <a:extLst>
              <a:ext uri="{FF2B5EF4-FFF2-40B4-BE49-F238E27FC236}">
                <a16:creationId xmlns:a16="http://schemas.microsoft.com/office/drawing/2014/main" id="{781AD2C5-B4F1-4549-82AD-6295342B96DE}"/>
              </a:ext>
            </a:extLst>
          </p:cNvPr>
          <p:cNvSpPr/>
          <p:nvPr/>
        </p:nvSpPr>
        <p:spPr>
          <a:xfrm>
            <a:off x="8902700" y="4942180"/>
            <a:ext cx="2044700" cy="1560195"/>
          </a:xfrm>
          <a:prstGeom prst="wedgeRectCallout">
            <a:avLst>
              <a:gd name="adj1" fmla="val -99025"/>
              <a:gd name="adj2" fmla="val -21813"/>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You can also see </a:t>
            </a:r>
            <a:r>
              <a:rPr lang="en-US" sz="2000" dirty="0" err="1"/>
              <a:t>arg</a:t>
            </a:r>
            <a:r>
              <a:rPr lang="en-US" sz="2000" dirty="0"/>
              <a:t> values in the Variables panel</a:t>
            </a:r>
          </a:p>
        </p:txBody>
      </p:sp>
    </p:spTree>
    <p:extLst>
      <p:ext uri="{BB962C8B-B14F-4D97-AF65-F5344CB8AC3E}">
        <p14:creationId xmlns:p14="http://schemas.microsoft.com/office/powerpoint/2010/main" val="2294299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22291-8ACF-4101-9C24-BD673A36D3E7}"/>
              </a:ext>
            </a:extLst>
          </p:cNvPr>
          <p:cNvSpPr>
            <a:spLocks noGrp="1"/>
          </p:cNvSpPr>
          <p:nvPr>
            <p:ph type="title"/>
          </p:nvPr>
        </p:nvSpPr>
        <p:spPr/>
        <p:txBody>
          <a:bodyPr/>
          <a:lstStyle/>
          <a:p>
            <a:r>
              <a:rPr lang="en-US" b="1" dirty="0"/>
              <a:t>Step Through the Program</a:t>
            </a:r>
          </a:p>
        </p:txBody>
      </p:sp>
      <p:sp>
        <p:nvSpPr>
          <p:cNvPr id="3" name="Content Placeholder 2">
            <a:extLst>
              <a:ext uri="{FF2B5EF4-FFF2-40B4-BE49-F238E27FC236}">
                <a16:creationId xmlns:a16="http://schemas.microsoft.com/office/drawing/2014/main" id="{3E879B81-7803-4D5E-A85D-E304586CE409}"/>
              </a:ext>
            </a:extLst>
          </p:cNvPr>
          <p:cNvSpPr>
            <a:spLocks noGrp="1"/>
          </p:cNvSpPr>
          <p:nvPr>
            <p:ph idx="1"/>
          </p:nvPr>
        </p:nvSpPr>
        <p:spPr/>
        <p:txBody>
          <a:bodyPr/>
          <a:lstStyle/>
          <a:p>
            <a:r>
              <a:rPr lang="en-US" dirty="0"/>
              <a:t>To step into the </a:t>
            </a:r>
            <a:r>
              <a:rPr lang="en-US" dirty="0" err="1"/>
              <a:t>findAverage</a:t>
            </a:r>
            <a:r>
              <a:rPr lang="en-US" dirty="0"/>
              <a:t> method, click the Step into button or press F7</a:t>
            </a:r>
          </a:p>
          <a:p>
            <a:endParaRPr lang="en-US" dirty="0"/>
          </a:p>
        </p:txBody>
      </p:sp>
      <p:pic>
        <p:nvPicPr>
          <p:cNvPr id="4" name="Picture 3">
            <a:extLst>
              <a:ext uri="{FF2B5EF4-FFF2-40B4-BE49-F238E27FC236}">
                <a16:creationId xmlns:a16="http://schemas.microsoft.com/office/drawing/2014/main" id="{AA5A273C-D7AB-4826-B50E-9A48FED273FB}"/>
              </a:ext>
            </a:extLst>
          </p:cNvPr>
          <p:cNvPicPr>
            <a:picLocks noChangeAspect="1"/>
          </p:cNvPicPr>
          <p:nvPr/>
        </p:nvPicPr>
        <p:blipFill>
          <a:blip r:embed="rId2"/>
          <a:stretch>
            <a:fillRect/>
          </a:stretch>
        </p:blipFill>
        <p:spPr>
          <a:xfrm>
            <a:off x="0" y="2943536"/>
            <a:ext cx="12192000" cy="2588712"/>
          </a:xfrm>
          <a:prstGeom prst="rect">
            <a:avLst/>
          </a:prstGeom>
        </p:spPr>
      </p:pic>
      <p:cxnSp>
        <p:nvCxnSpPr>
          <p:cNvPr id="6" name="Straight Arrow Connector 5">
            <a:extLst>
              <a:ext uri="{FF2B5EF4-FFF2-40B4-BE49-F238E27FC236}">
                <a16:creationId xmlns:a16="http://schemas.microsoft.com/office/drawing/2014/main" id="{1382CCF0-AFB2-41A1-8EAC-ECA83FA68B99}"/>
              </a:ext>
            </a:extLst>
          </p:cNvPr>
          <p:cNvCxnSpPr>
            <a:cxnSpLocks/>
          </p:cNvCxnSpPr>
          <p:nvPr/>
        </p:nvCxnSpPr>
        <p:spPr>
          <a:xfrm flipH="1">
            <a:off x="3985845" y="2378825"/>
            <a:ext cx="4941277" cy="67222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1718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5A675-B55B-42A2-9A60-82FD0421A83C}"/>
              </a:ext>
            </a:extLst>
          </p:cNvPr>
          <p:cNvSpPr>
            <a:spLocks noGrp="1"/>
          </p:cNvSpPr>
          <p:nvPr>
            <p:ph type="title"/>
          </p:nvPr>
        </p:nvSpPr>
        <p:spPr/>
        <p:txBody>
          <a:bodyPr>
            <a:normAutofit fontScale="90000"/>
          </a:bodyPr>
          <a:lstStyle/>
          <a:p>
            <a:r>
              <a:rPr lang="en-US" sz="3200" dirty="0"/>
              <a:t>Keep stepping and see how a local variable result is declared and how it is changed with each iteration of the loop. </a:t>
            </a:r>
          </a:p>
        </p:txBody>
      </p:sp>
      <p:pic>
        <p:nvPicPr>
          <p:cNvPr id="4" name="Content Placeholder 3">
            <a:extLst>
              <a:ext uri="{FF2B5EF4-FFF2-40B4-BE49-F238E27FC236}">
                <a16:creationId xmlns:a16="http://schemas.microsoft.com/office/drawing/2014/main" id="{8654349F-AD1A-4E8B-BDB7-29187B8FEEC9}"/>
              </a:ext>
            </a:extLst>
          </p:cNvPr>
          <p:cNvPicPr>
            <a:picLocks noGrp="1" noChangeAspect="1"/>
          </p:cNvPicPr>
          <p:nvPr>
            <p:ph idx="1"/>
          </p:nvPr>
        </p:nvPicPr>
        <p:blipFill>
          <a:blip r:embed="rId2"/>
          <a:stretch>
            <a:fillRect/>
          </a:stretch>
        </p:blipFill>
        <p:spPr>
          <a:xfrm>
            <a:off x="984739" y="2158573"/>
            <a:ext cx="7620000" cy="1047750"/>
          </a:xfrm>
          <a:prstGeom prst="rect">
            <a:avLst/>
          </a:prstGeom>
        </p:spPr>
      </p:pic>
      <p:sp>
        <p:nvSpPr>
          <p:cNvPr id="5" name="TextBox 4">
            <a:extLst>
              <a:ext uri="{FF2B5EF4-FFF2-40B4-BE49-F238E27FC236}">
                <a16:creationId xmlns:a16="http://schemas.microsoft.com/office/drawing/2014/main" id="{3329BBB1-64DF-4074-B3F5-C020F7CEB1DC}"/>
              </a:ext>
            </a:extLst>
          </p:cNvPr>
          <p:cNvSpPr txBox="1"/>
          <p:nvPr/>
        </p:nvSpPr>
        <p:spPr>
          <a:xfrm>
            <a:off x="1913012" y="3651678"/>
            <a:ext cx="10173480" cy="2554545"/>
          </a:xfrm>
          <a:prstGeom prst="rect">
            <a:avLst/>
          </a:prstGeom>
          <a:noFill/>
        </p:spPr>
        <p:txBody>
          <a:bodyPr wrap="square" rtlCol="0">
            <a:spAutoFit/>
          </a:bodyPr>
          <a:lstStyle/>
          <a:p>
            <a:r>
              <a:rPr lang="en-US" sz="3200" dirty="0"/>
              <a:t>Right now the variable s contains the value "3".</a:t>
            </a:r>
          </a:p>
          <a:p>
            <a:r>
              <a:rPr lang="en-US" sz="3200" dirty="0"/>
              <a:t>It is going to be converted to an Integer and be added to result,  which currently has the value of 3.0. </a:t>
            </a:r>
          </a:p>
          <a:p>
            <a:r>
              <a:rPr lang="en-US" sz="3200" dirty="0"/>
              <a:t>No errors so far. The sum is calculated correctly. </a:t>
            </a:r>
          </a:p>
        </p:txBody>
      </p:sp>
    </p:spTree>
    <p:extLst>
      <p:ext uri="{BB962C8B-B14F-4D97-AF65-F5344CB8AC3E}">
        <p14:creationId xmlns:p14="http://schemas.microsoft.com/office/powerpoint/2010/main" val="412128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020C2-520F-4CC4-8943-688863E9A326}"/>
              </a:ext>
            </a:extLst>
          </p:cNvPr>
          <p:cNvSpPr>
            <a:spLocks noGrp="1"/>
          </p:cNvSpPr>
          <p:nvPr>
            <p:ph type="title"/>
          </p:nvPr>
        </p:nvSpPr>
        <p:spPr/>
        <p:txBody>
          <a:bodyPr>
            <a:normAutofit fontScale="90000"/>
          </a:bodyPr>
          <a:lstStyle/>
          <a:p>
            <a:r>
              <a:rPr lang="en-US" sz="3200" dirty="0"/>
              <a:t>Two more steps take us to the return statement, and we forgot to divide by the number of values</a:t>
            </a:r>
          </a:p>
        </p:txBody>
      </p:sp>
      <p:pic>
        <p:nvPicPr>
          <p:cNvPr id="4" name="Content Placeholder 3">
            <a:extLst>
              <a:ext uri="{FF2B5EF4-FFF2-40B4-BE49-F238E27FC236}">
                <a16:creationId xmlns:a16="http://schemas.microsoft.com/office/drawing/2014/main" id="{590BD43F-A346-4C62-8F01-212AEAF7C907}"/>
              </a:ext>
            </a:extLst>
          </p:cNvPr>
          <p:cNvPicPr>
            <a:picLocks noGrp="1" noChangeAspect="1"/>
          </p:cNvPicPr>
          <p:nvPr>
            <p:ph idx="1"/>
          </p:nvPr>
        </p:nvPicPr>
        <p:blipFill>
          <a:blip r:embed="rId2"/>
          <a:stretch>
            <a:fillRect/>
          </a:stretch>
        </p:blipFill>
        <p:spPr>
          <a:xfrm>
            <a:off x="838200" y="1657350"/>
            <a:ext cx="7010400" cy="1771650"/>
          </a:xfrm>
          <a:prstGeom prst="rect">
            <a:avLst/>
          </a:prstGeom>
        </p:spPr>
      </p:pic>
      <p:sp>
        <p:nvSpPr>
          <p:cNvPr id="5" name="TextBox 4">
            <a:extLst>
              <a:ext uri="{FF2B5EF4-FFF2-40B4-BE49-F238E27FC236}">
                <a16:creationId xmlns:a16="http://schemas.microsoft.com/office/drawing/2014/main" id="{F3730C16-A15A-4261-811B-61C75181188D}"/>
              </a:ext>
            </a:extLst>
          </p:cNvPr>
          <p:cNvSpPr txBox="1"/>
          <p:nvPr/>
        </p:nvSpPr>
        <p:spPr>
          <a:xfrm>
            <a:off x="838200" y="4062046"/>
            <a:ext cx="8710246" cy="1077218"/>
          </a:xfrm>
          <a:prstGeom prst="rect">
            <a:avLst/>
          </a:prstGeom>
          <a:noFill/>
        </p:spPr>
        <p:txBody>
          <a:bodyPr wrap="square" rtlCol="0">
            <a:spAutoFit/>
          </a:bodyPr>
          <a:lstStyle/>
          <a:p>
            <a:r>
              <a:rPr lang="en-US" sz="3200" dirty="0">
                <a:latin typeface="+mj-lt"/>
              </a:rPr>
              <a:t>Correct the error by changing the statement to:</a:t>
            </a:r>
          </a:p>
          <a:p>
            <a:r>
              <a:rPr lang="en-US" sz="3200" dirty="0">
                <a:latin typeface="+mj-lt"/>
              </a:rPr>
              <a:t>return result./</a:t>
            </a:r>
            <a:r>
              <a:rPr lang="en-US" sz="3200" dirty="0" err="1">
                <a:latin typeface="+mj-lt"/>
              </a:rPr>
              <a:t>input.length</a:t>
            </a:r>
            <a:endParaRPr lang="en-US" sz="3200" dirty="0">
              <a:latin typeface="+mj-lt"/>
            </a:endParaRPr>
          </a:p>
        </p:txBody>
      </p:sp>
    </p:spTree>
    <p:extLst>
      <p:ext uri="{BB962C8B-B14F-4D97-AF65-F5344CB8AC3E}">
        <p14:creationId xmlns:p14="http://schemas.microsoft.com/office/powerpoint/2010/main" val="955063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D1DAF-13AD-495B-9BE5-04B54DF54E87}"/>
              </a:ext>
            </a:extLst>
          </p:cNvPr>
          <p:cNvSpPr>
            <a:spLocks noGrp="1"/>
          </p:cNvSpPr>
          <p:nvPr>
            <p:ph type="title"/>
          </p:nvPr>
        </p:nvSpPr>
        <p:spPr/>
        <p:txBody>
          <a:bodyPr/>
          <a:lstStyle/>
          <a:p>
            <a:r>
              <a:rPr lang="en-US" b="1" dirty="0"/>
              <a:t>Stop and rerun the program</a:t>
            </a:r>
          </a:p>
        </p:txBody>
      </p:sp>
      <p:sp>
        <p:nvSpPr>
          <p:cNvPr id="3" name="Content Placeholder 2">
            <a:extLst>
              <a:ext uri="{FF2B5EF4-FFF2-40B4-BE49-F238E27FC236}">
                <a16:creationId xmlns:a16="http://schemas.microsoft.com/office/drawing/2014/main" id="{9038B5E1-052E-468A-819B-EB65295A8165}"/>
              </a:ext>
            </a:extLst>
          </p:cNvPr>
          <p:cNvSpPr>
            <a:spLocks noGrp="1"/>
          </p:cNvSpPr>
          <p:nvPr>
            <p:ph idx="1"/>
          </p:nvPr>
        </p:nvSpPr>
        <p:spPr>
          <a:xfrm>
            <a:off x="592015" y="1570161"/>
            <a:ext cx="10515600" cy="4351338"/>
          </a:xfrm>
        </p:spPr>
        <p:txBody>
          <a:bodyPr/>
          <a:lstStyle/>
          <a:p>
            <a:r>
              <a:rPr lang="en-US" sz="3200" dirty="0"/>
              <a:t>Click the red square STOP button or press Ctrl + F2</a:t>
            </a:r>
          </a:p>
          <a:p>
            <a:endParaRPr lang="en-US" dirty="0"/>
          </a:p>
        </p:txBody>
      </p:sp>
      <p:pic>
        <p:nvPicPr>
          <p:cNvPr id="4" name="Picture 3">
            <a:extLst>
              <a:ext uri="{FF2B5EF4-FFF2-40B4-BE49-F238E27FC236}">
                <a16:creationId xmlns:a16="http://schemas.microsoft.com/office/drawing/2014/main" id="{1F4B6E60-079D-4438-A707-0E3E4CE13FD6}"/>
              </a:ext>
            </a:extLst>
          </p:cNvPr>
          <p:cNvPicPr>
            <a:picLocks noChangeAspect="1"/>
          </p:cNvPicPr>
          <p:nvPr/>
        </p:nvPicPr>
        <p:blipFill>
          <a:blip r:embed="rId2"/>
          <a:stretch>
            <a:fillRect/>
          </a:stretch>
        </p:blipFill>
        <p:spPr>
          <a:xfrm>
            <a:off x="592015" y="2244849"/>
            <a:ext cx="7248525" cy="3676650"/>
          </a:xfrm>
          <a:prstGeom prst="rect">
            <a:avLst/>
          </a:prstGeom>
        </p:spPr>
      </p:pic>
      <p:sp>
        <p:nvSpPr>
          <p:cNvPr id="5" name="TextBox 4">
            <a:extLst>
              <a:ext uri="{FF2B5EF4-FFF2-40B4-BE49-F238E27FC236}">
                <a16:creationId xmlns:a16="http://schemas.microsoft.com/office/drawing/2014/main" id="{77804005-7EDB-4A7D-877B-BB128DAAFCF1}"/>
              </a:ext>
            </a:extLst>
          </p:cNvPr>
          <p:cNvSpPr txBox="1"/>
          <p:nvPr/>
        </p:nvSpPr>
        <p:spPr>
          <a:xfrm>
            <a:off x="592015" y="5999738"/>
            <a:ext cx="11460189" cy="523220"/>
          </a:xfrm>
          <a:prstGeom prst="rect">
            <a:avLst/>
          </a:prstGeom>
          <a:solidFill>
            <a:schemeClr val="bg1"/>
          </a:solidFill>
        </p:spPr>
        <p:txBody>
          <a:bodyPr wrap="none" rtlCol="0">
            <a:spAutoFit/>
          </a:bodyPr>
          <a:lstStyle/>
          <a:p>
            <a:r>
              <a:rPr lang="en-US" sz="2800" dirty="0"/>
              <a:t>There is another red square button at the top toolbar on the right</a:t>
            </a:r>
          </a:p>
        </p:txBody>
      </p:sp>
    </p:spTree>
    <p:extLst>
      <p:ext uri="{BB962C8B-B14F-4D97-AF65-F5344CB8AC3E}">
        <p14:creationId xmlns:p14="http://schemas.microsoft.com/office/powerpoint/2010/main" val="3688852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940AD-DC32-40F1-A70A-5482F4949A2C}"/>
              </a:ext>
            </a:extLst>
          </p:cNvPr>
          <p:cNvSpPr>
            <a:spLocks noGrp="1"/>
          </p:cNvSpPr>
          <p:nvPr>
            <p:ph type="title"/>
          </p:nvPr>
        </p:nvSpPr>
        <p:spPr/>
        <p:txBody>
          <a:bodyPr/>
          <a:lstStyle/>
          <a:p>
            <a:r>
              <a:rPr lang="en-US" b="1" dirty="0"/>
              <a:t>Verify that the error was corrected</a:t>
            </a:r>
          </a:p>
        </p:txBody>
      </p:sp>
      <p:pic>
        <p:nvPicPr>
          <p:cNvPr id="4" name="Content Placeholder 3">
            <a:extLst>
              <a:ext uri="{FF2B5EF4-FFF2-40B4-BE49-F238E27FC236}">
                <a16:creationId xmlns:a16="http://schemas.microsoft.com/office/drawing/2014/main" id="{396EA3E3-A15F-47F5-BC97-EAD9BA634CB1}"/>
              </a:ext>
            </a:extLst>
          </p:cNvPr>
          <p:cNvPicPr>
            <a:picLocks noGrp="1" noChangeAspect="1"/>
          </p:cNvPicPr>
          <p:nvPr>
            <p:ph idx="1"/>
          </p:nvPr>
        </p:nvPicPr>
        <p:blipFill>
          <a:blip r:embed="rId2"/>
          <a:stretch>
            <a:fillRect/>
          </a:stretch>
        </p:blipFill>
        <p:spPr>
          <a:xfrm>
            <a:off x="201856" y="2021926"/>
            <a:ext cx="10929938" cy="3300413"/>
          </a:xfrm>
          <a:prstGeom prst="rect">
            <a:avLst/>
          </a:prstGeom>
        </p:spPr>
      </p:pic>
    </p:spTree>
    <p:extLst>
      <p:ext uri="{BB962C8B-B14F-4D97-AF65-F5344CB8AC3E}">
        <p14:creationId xmlns:p14="http://schemas.microsoft.com/office/powerpoint/2010/main" val="159163543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86</TotalTime>
  <Words>788</Words>
  <Application>Microsoft Office PowerPoint</Application>
  <PresentationFormat>Widescreen</PresentationFormat>
  <Paragraphs>80</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Century Gothic</vt:lpstr>
      <vt:lpstr>Wingdings 3</vt:lpstr>
      <vt:lpstr>Wisp</vt:lpstr>
      <vt:lpstr>Debugging in IntelliJ</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Run the Program in Debug Mode</vt:lpstr>
      <vt:lpstr>You will get this window, click the + button</vt:lpstr>
      <vt:lpstr>You will get this list of choices, select Application</vt:lpstr>
      <vt:lpstr>Add the name of the application to the top, and the Main class, the arguments, then press Run.  It will show the errors.</vt:lpstr>
      <vt:lpstr>Now run on Debug:</vt:lpstr>
      <vt:lpstr>PowerPoint Presentation</vt:lpstr>
      <vt:lpstr>PowerPoint Presentation</vt:lpstr>
      <vt:lpstr>Step Through the Program</vt:lpstr>
      <vt:lpstr>Keep stepping and see how a local variable result is declared and how it is changed with each iteration of the loop. </vt:lpstr>
      <vt:lpstr>Two more steps take us to the return statement, and we forgot to divide by the number of values</vt:lpstr>
      <vt:lpstr>Stop and rerun the program</vt:lpstr>
      <vt:lpstr>Verify that the error was corrected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Debugging in IntelliJ</dc:title>
  <dc:creator>NELSON, IVONNE</dc:creator>
  <cp:lastModifiedBy>Ivonne Nelson</cp:lastModifiedBy>
  <cp:revision>10</cp:revision>
  <dcterms:created xsi:type="dcterms:W3CDTF">2020-06-24T16:13:14Z</dcterms:created>
  <dcterms:modified xsi:type="dcterms:W3CDTF">2023-01-11T17:36:25Z</dcterms:modified>
</cp:coreProperties>
</file>