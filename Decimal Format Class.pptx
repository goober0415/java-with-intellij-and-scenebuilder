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6" r:id="rId2"/>
    <p:sldId id="261" r:id="rId3"/>
    <p:sldId id="268" r:id="rId4"/>
    <p:sldId id="258" r:id="rId5"/>
    <p:sldId id="262" r:id="rId6"/>
    <p:sldId id="263" r:id="rId7"/>
    <p:sldId id="264" r:id="rId8"/>
    <p:sldId id="265" r:id="rId9"/>
    <p:sldId id="26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39" autoAdjust="0"/>
  </p:normalViewPr>
  <p:slideViewPr>
    <p:cSldViewPr>
      <p:cViewPr varScale="1">
        <p:scale>
          <a:sx n="82" d="100"/>
          <a:sy n="82" d="100"/>
        </p:scale>
        <p:origin x="9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E079AB-949C-44F1-A364-7B196FCCCA25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3B70EDA-D85A-4C51-811A-20E96B852A3E}">
      <dgm:prSet/>
      <dgm:spPr/>
      <dgm:t>
        <a:bodyPr/>
        <a:lstStyle/>
        <a:p>
          <a:endParaRPr lang="en-US" dirty="0"/>
        </a:p>
      </dgm:t>
    </dgm:pt>
    <dgm:pt modelId="{ED657FDE-28B3-4A05-83AA-6CE9D8C4A0C9}" type="parTrans" cxnId="{EF0A3D8F-4C26-4647-A092-A264E48AB9D3}">
      <dgm:prSet/>
      <dgm:spPr/>
      <dgm:t>
        <a:bodyPr/>
        <a:lstStyle/>
        <a:p>
          <a:endParaRPr lang="en-US"/>
        </a:p>
      </dgm:t>
    </dgm:pt>
    <dgm:pt modelId="{518F48C3-D013-46B8-A6BA-6632AF162F89}" type="sibTrans" cxnId="{EF0A3D8F-4C26-4647-A092-A264E48AB9D3}">
      <dgm:prSet/>
      <dgm:spPr/>
      <dgm:t>
        <a:bodyPr/>
        <a:lstStyle/>
        <a:p>
          <a:endParaRPr lang="en-US"/>
        </a:p>
      </dgm:t>
    </dgm:pt>
    <dgm:pt modelId="{C7124989-A3EF-48FB-87B4-CD6CC6E2CAFB}">
      <dgm:prSet/>
      <dgm:spPr/>
      <dgm:t>
        <a:bodyPr/>
        <a:lstStyle/>
        <a:p>
          <a:pPr>
            <a:buFontTx/>
            <a:buNone/>
          </a:pPr>
          <a:r>
            <a:rPr lang="en-US"/>
            <a:t>A </a:t>
          </a:r>
          <a:r>
            <a:rPr lang="en-US" b="1"/>
            <a:t>DecimalFormat</a:t>
          </a:r>
          <a:r>
            <a:rPr lang="en-US"/>
            <a:t> object is associated with a pattern when it is created using the new command</a:t>
          </a:r>
        </a:p>
      </dgm:t>
    </dgm:pt>
    <dgm:pt modelId="{38BDA8D0-DEE3-4FC8-A516-46CE69DA1F2B}" type="parTrans" cxnId="{EA64864F-379C-45BC-9FB1-975E6272A986}">
      <dgm:prSet/>
      <dgm:spPr/>
      <dgm:t>
        <a:bodyPr/>
        <a:lstStyle/>
        <a:p>
          <a:endParaRPr lang="en-US"/>
        </a:p>
      </dgm:t>
    </dgm:pt>
    <dgm:pt modelId="{F3C5727C-D3E7-4CA5-8B36-4ED87E6D09CC}" type="sibTrans" cxnId="{EA64864F-379C-45BC-9FB1-975E6272A986}">
      <dgm:prSet/>
      <dgm:spPr/>
      <dgm:t>
        <a:bodyPr/>
        <a:lstStyle/>
        <a:p>
          <a:endParaRPr lang="en-US"/>
        </a:p>
      </dgm:t>
    </dgm:pt>
    <dgm:pt modelId="{3028A384-747F-43E6-B3CF-2A68DC40ABC0}">
      <dgm:prSet/>
      <dgm:spPr/>
      <dgm:t>
        <a:bodyPr/>
        <a:lstStyle/>
        <a:p>
          <a:pPr>
            <a:buFontTx/>
            <a:buNone/>
          </a:pPr>
          <a:r>
            <a:rPr lang="en-US" dirty="0"/>
            <a:t>The object can then be used with the method </a:t>
          </a:r>
          <a:r>
            <a:rPr lang="en-US" b="1" dirty="0"/>
            <a:t>format</a:t>
          </a:r>
          <a:r>
            <a:rPr lang="en-US" dirty="0"/>
            <a:t> to create strings that satisfy the format</a:t>
          </a:r>
        </a:p>
      </dgm:t>
    </dgm:pt>
    <dgm:pt modelId="{959919E4-1996-4634-9139-DAE09F37CCF6}" type="parTrans" cxnId="{28B51462-294C-47B7-812E-55E63D376595}">
      <dgm:prSet/>
      <dgm:spPr/>
      <dgm:t>
        <a:bodyPr/>
        <a:lstStyle/>
        <a:p>
          <a:endParaRPr lang="en-US"/>
        </a:p>
      </dgm:t>
    </dgm:pt>
    <dgm:pt modelId="{AA975298-E8D6-469F-96B2-86E016525290}" type="sibTrans" cxnId="{28B51462-294C-47B7-812E-55E63D376595}">
      <dgm:prSet/>
      <dgm:spPr/>
      <dgm:t>
        <a:bodyPr/>
        <a:lstStyle/>
        <a:p>
          <a:endParaRPr lang="en-US"/>
        </a:p>
      </dgm:t>
    </dgm:pt>
    <dgm:pt modelId="{5ED5E517-54C3-4E36-B01E-4388D2438C47}">
      <dgm:prSet/>
      <dgm:spPr/>
      <dgm:t>
        <a:bodyPr/>
        <a:lstStyle/>
        <a:p>
          <a:pPr>
            <a:buFontTx/>
            <a:buNone/>
          </a:pPr>
          <a:r>
            <a:rPr lang="en-US"/>
            <a:t>An object of the class </a:t>
          </a:r>
          <a:r>
            <a:rPr lang="en-US" b="1"/>
            <a:t>DecimalFormat</a:t>
          </a:r>
          <a:r>
            <a:rPr lang="en-US"/>
            <a:t> has a number of different methods that can be used to produce numeral strings in various formats</a:t>
          </a:r>
        </a:p>
      </dgm:t>
    </dgm:pt>
    <dgm:pt modelId="{3022CDB7-AAC8-4B95-8279-F2CC57FB256B}" type="parTrans" cxnId="{FAB996FC-61B9-479C-A992-C46FEA82F342}">
      <dgm:prSet/>
      <dgm:spPr/>
      <dgm:t>
        <a:bodyPr/>
        <a:lstStyle/>
        <a:p>
          <a:endParaRPr lang="en-US"/>
        </a:p>
      </dgm:t>
    </dgm:pt>
    <dgm:pt modelId="{D905851D-FD9C-4FDB-AE04-2CC68E0A527D}" type="sibTrans" cxnId="{FAB996FC-61B9-479C-A992-C46FEA82F342}">
      <dgm:prSet/>
      <dgm:spPr/>
      <dgm:t>
        <a:bodyPr/>
        <a:lstStyle/>
        <a:p>
          <a:endParaRPr lang="en-US"/>
        </a:p>
      </dgm:t>
    </dgm:pt>
    <dgm:pt modelId="{0A2A3E99-8B99-41D2-8B5B-6E7187AF37B2}" type="pres">
      <dgm:prSet presAssocID="{2EE079AB-949C-44F1-A364-7B196FCCCA25}" presName="Name0" presStyleCnt="0">
        <dgm:presLayoutVars>
          <dgm:dir/>
          <dgm:animLvl val="lvl"/>
          <dgm:resizeHandles val="exact"/>
        </dgm:presLayoutVars>
      </dgm:prSet>
      <dgm:spPr/>
    </dgm:pt>
    <dgm:pt modelId="{F40562F8-8B36-4E5D-A74E-D016B9579D18}" type="pres">
      <dgm:prSet presAssocID="{83B70EDA-D85A-4C51-811A-20E96B852A3E}" presName="linNode" presStyleCnt="0"/>
      <dgm:spPr/>
    </dgm:pt>
    <dgm:pt modelId="{E9B402C6-4809-4EED-AE69-33E6AD82C954}" type="pres">
      <dgm:prSet presAssocID="{83B70EDA-D85A-4C51-811A-20E96B852A3E}" presName="parentText" presStyleLbl="node1" presStyleIdx="0" presStyleCnt="1" custFlipHor="1" custScaleX="1488">
        <dgm:presLayoutVars>
          <dgm:chMax val="1"/>
          <dgm:bulletEnabled val="1"/>
        </dgm:presLayoutVars>
      </dgm:prSet>
      <dgm:spPr/>
    </dgm:pt>
    <dgm:pt modelId="{0B65433E-ADC0-4DD3-8507-188B4B37C5E0}" type="pres">
      <dgm:prSet presAssocID="{83B70EDA-D85A-4C51-811A-20E96B852A3E}" presName="descendantText" presStyleLbl="alignAccFollowNode1" presStyleIdx="0" presStyleCnt="1" custScaleX="155565" custLinFactNeighborX="7277" custLinFactNeighborY="-2083">
        <dgm:presLayoutVars>
          <dgm:bulletEnabled val="1"/>
        </dgm:presLayoutVars>
      </dgm:prSet>
      <dgm:spPr/>
    </dgm:pt>
  </dgm:ptLst>
  <dgm:cxnLst>
    <dgm:cxn modelId="{A2571003-7B92-404E-940B-7BB9351160B7}" type="presOf" srcId="{2EE079AB-949C-44F1-A364-7B196FCCCA25}" destId="{0A2A3E99-8B99-41D2-8B5B-6E7187AF37B2}" srcOrd="0" destOrd="0" presId="urn:microsoft.com/office/officeart/2005/8/layout/vList5"/>
    <dgm:cxn modelId="{D4F90209-FBDC-4DA5-AA70-3CEEBF08DE08}" type="presOf" srcId="{3028A384-747F-43E6-B3CF-2A68DC40ABC0}" destId="{0B65433E-ADC0-4DD3-8507-188B4B37C5E0}" srcOrd="0" destOrd="1" presId="urn:microsoft.com/office/officeart/2005/8/layout/vList5"/>
    <dgm:cxn modelId="{28B51462-294C-47B7-812E-55E63D376595}" srcId="{83B70EDA-D85A-4C51-811A-20E96B852A3E}" destId="{3028A384-747F-43E6-B3CF-2A68DC40ABC0}" srcOrd="1" destOrd="0" parTransId="{959919E4-1996-4634-9139-DAE09F37CCF6}" sibTransId="{AA975298-E8D6-469F-96B2-86E016525290}"/>
    <dgm:cxn modelId="{F5CCD342-71BB-4A1C-BCCE-C14C9B12AEE1}" type="presOf" srcId="{5ED5E517-54C3-4E36-B01E-4388D2438C47}" destId="{0B65433E-ADC0-4DD3-8507-188B4B37C5E0}" srcOrd="0" destOrd="2" presId="urn:microsoft.com/office/officeart/2005/8/layout/vList5"/>
    <dgm:cxn modelId="{EA64864F-379C-45BC-9FB1-975E6272A986}" srcId="{83B70EDA-D85A-4C51-811A-20E96B852A3E}" destId="{C7124989-A3EF-48FB-87B4-CD6CC6E2CAFB}" srcOrd="0" destOrd="0" parTransId="{38BDA8D0-DEE3-4FC8-A516-46CE69DA1F2B}" sibTransId="{F3C5727C-D3E7-4CA5-8B36-4ED87E6D09CC}"/>
    <dgm:cxn modelId="{EF0A3D8F-4C26-4647-A092-A264E48AB9D3}" srcId="{2EE079AB-949C-44F1-A364-7B196FCCCA25}" destId="{83B70EDA-D85A-4C51-811A-20E96B852A3E}" srcOrd="0" destOrd="0" parTransId="{ED657FDE-28B3-4A05-83AA-6CE9D8C4A0C9}" sibTransId="{518F48C3-D013-46B8-A6BA-6632AF162F89}"/>
    <dgm:cxn modelId="{253F1D96-E9AA-4547-879D-24B14F5C1690}" type="presOf" srcId="{83B70EDA-D85A-4C51-811A-20E96B852A3E}" destId="{E9B402C6-4809-4EED-AE69-33E6AD82C954}" srcOrd="0" destOrd="0" presId="urn:microsoft.com/office/officeart/2005/8/layout/vList5"/>
    <dgm:cxn modelId="{A3A830CC-4F52-4839-9DFA-D6F6542C75DC}" type="presOf" srcId="{C7124989-A3EF-48FB-87B4-CD6CC6E2CAFB}" destId="{0B65433E-ADC0-4DD3-8507-188B4B37C5E0}" srcOrd="0" destOrd="0" presId="urn:microsoft.com/office/officeart/2005/8/layout/vList5"/>
    <dgm:cxn modelId="{FAB996FC-61B9-479C-A992-C46FEA82F342}" srcId="{83B70EDA-D85A-4C51-811A-20E96B852A3E}" destId="{5ED5E517-54C3-4E36-B01E-4388D2438C47}" srcOrd="2" destOrd="0" parTransId="{3022CDB7-AAC8-4B95-8279-F2CC57FB256B}" sibTransId="{D905851D-FD9C-4FDB-AE04-2CC68E0A527D}"/>
    <dgm:cxn modelId="{452E21A9-0B3D-4BB5-8771-00811D0FA0CF}" type="presParOf" srcId="{0A2A3E99-8B99-41D2-8B5B-6E7187AF37B2}" destId="{F40562F8-8B36-4E5D-A74E-D016B9579D18}" srcOrd="0" destOrd="0" presId="urn:microsoft.com/office/officeart/2005/8/layout/vList5"/>
    <dgm:cxn modelId="{2F62EE6E-AD80-499B-920C-0CE7734EF614}" type="presParOf" srcId="{F40562F8-8B36-4E5D-A74E-D016B9579D18}" destId="{E9B402C6-4809-4EED-AE69-33E6AD82C954}" srcOrd="0" destOrd="0" presId="urn:microsoft.com/office/officeart/2005/8/layout/vList5"/>
    <dgm:cxn modelId="{7A098A79-2D3B-4A72-BD74-4BBC0D39AD7C}" type="presParOf" srcId="{F40562F8-8B36-4E5D-A74E-D016B9579D18}" destId="{0B65433E-ADC0-4DD3-8507-188B4B37C5E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8CFEE2-030C-4949-82D3-4D6E03F27C25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D42AA57-0005-419F-8FEA-46B5E36912A2}">
      <dgm:prSet/>
      <dgm:spPr/>
      <dgm:t>
        <a:bodyPr/>
        <a:lstStyle/>
        <a:p>
          <a:r>
            <a:rPr lang="en-US" dirty="0"/>
            <a:t>How to use Decimal Format</a:t>
          </a:r>
        </a:p>
      </dgm:t>
    </dgm:pt>
    <dgm:pt modelId="{EEE28D99-0432-4F22-A06F-40607BFE19D7}" type="parTrans" cxnId="{A5003859-A646-41B6-AA96-27A7F4CF63A2}">
      <dgm:prSet/>
      <dgm:spPr/>
      <dgm:t>
        <a:bodyPr/>
        <a:lstStyle/>
        <a:p>
          <a:endParaRPr lang="en-US"/>
        </a:p>
      </dgm:t>
    </dgm:pt>
    <dgm:pt modelId="{C4FA484F-2B99-4DC0-B035-B1DC1554C1FD}" type="sibTrans" cxnId="{A5003859-A646-41B6-AA96-27A7F4CF63A2}">
      <dgm:prSet/>
      <dgm:spPr/>
      <dgm:t>
        <a:bodyPr/>
        <a:lstStyle/>
        <a:p>
          <a:endParaRPr lang="en-US"/>
        </a:p>
      </dgm:t>
    </dgm:pt>
    <dgm:pt modelId="{E1A02664-2892-4BA7-B030-36A7AC64FC73}">
      <dgm:prSet custT="1"/>
      <dgm:spPr/>
      <dgm:t>
        <a:bodyPr/>
        <a:lstStyle/>
        <a:p>
          <a:pPr>
            <a:buFontTx/>
            <a:buNone/>
          </a:pPr>
          <a:r>
            <a:rPr lang="en-US" sz="2400" dirty="0"/>
            <a:t>import </a:t>
          </a:r>
          <a:r>
            <a:rPr lang="en-US" sz="2400" dirty="0" err="1"/>
            <a:t>java.text.DecimalFormat</a:t>
          </a:r>
          <a:r>
            <a:rPr lang="en-US" sz="2400" dirty="0"/>
            <a:t>;</a:t>
          </a:r>
        </a:p>
      </dgm:t>
    </dgm:pt>
    <dgm:pt modelId="{67B36A07-EAE1-4ABA-82B7-6D19F0B8CA64}" type="parTrans" cxnId="{0F0BEE22-4870-45D4-B7A4-855BB96A40F4}">
      <dgm:prSet/>
      <dgm:spPr/>
      <dgm:t>
        <a:bodyPr/>
        <a:lstStyle/>
        <a:p>
          <a:endParaRPr lang="en-US"/>
        </a:p>
      </dgm:t>
    </dgm:pt>
    <dgm:pt modelId="{CD519180-BEDC-4A18-8FEB-5654A93467A4}" type="sibTrans" cxnId="{0F0BEE22-4870-45D4-B7A4-855BB96A40F4}">
      <dgm:prSet/>
      <dgm:spPr/>
      <dgm:t>
        <a:bodyPr/>
        <a:lstStyle/>
        <a:p>
          <a:endParaRPr lang="en-US"/>
        </a:p>
      </dgm:t>
    </dgm:pt>
    <dgm:pt modelId="{D5FDEDF3-5847-4DCC-8E6C-2548C1620286}">
      <dgm:prSet custT="1"/>
      <dgm:spPr/>
      <dgm:t>
        <a:bodyPr/>
        <a:lstStyle/>
        <a:p>
          <a:pPr>
            <a:buFontTx/>
            <a:buNone/>
          </a:pPr>
          <a:r>
            <a:rPr lang="en-US" sz="2400" dirty="0"/>
            <a:t>Instantiate a </a:t>
          </a:r>
          <a:r>
            <a:rPr lang="en-US" sz="2400" dirty="0" err="1"/>
            <a:t>DecimalFormat</a:t>
          </a:r>
          <a:r>
            <a:rPr lang="en-US" sz="2400" dirty="0"/>
            <a:t> object using a constructor which passes a String for the pattern: </a:t>
          </a:r>
        </a:p>
      </dgm:t>
    </dgm:pt>
    <dgm:pt modelId="{30B7D6EA-C5AB-4B2E-A25D-FF0CC2EF5DA3}" type="parTrans" cxnId="{C79FBEC2-D591-4B12-B671-0A05DFFB5B49}">
      <dgm:prSet/>
      <dgm:spPr/>
      <dgm:t>
        <a:bodyPr/>
        <a:lstStyle/>
        <a:p>
          <a:endParaRPr lang="en-US"/>
        </a:p>
      </dgm:t>
    </dgm:pt>
    <dgm:pt modelId="{740E8F3C-225A-447D-A5F2-90B3244E8EE6}" type="sibTrans" cxnId="{C79FBEC2-D591-4B12-B671-0A05DFFB5B49}">
      <dgm:prSet/>
      <dgm:spPr/>
      <dgm:t>
        <a:bodyPr/>
        <a:lstStyle/>
        <a:p>
          <a:endParaRPr lang="en-US"/>
        </a:p>
      </dgm:t>
    </dgm:pt>
    <dgm:pt modelId="{A25FC4DE-EB35-4479-BCB7-6629E7119542}">
      <dgm:prSet custT="1"/>
      <dgm:spPr/>
      <dgm:t>
        <a:bodyPr/>
        <a:lstStyle/>
        <a:p>
          <a:pPr>
            <a:buFontTx/>
            <a:buNone/>
          </a:pPr>
          <a:r>
            <a:rPr lang="en-US" sz="2400" b="1" dirty="0" err="1"/>
            <a:t>DecimalFormat</a:t>
          </a:r>
          <a:r>
            <a:rPr lang="en-US" sz="2400" b="1" dirty="0"/>
            <a:t> </a:t>
          </a:r>
          <a:r>
            <a:rPr lang="en-US" sz="2400" b="1" dirty="0" err="1"/>
            <a:t>pricePattern</a:t>
          </a:r>
          <a:r>
            <a:rPr lang="en-US" sz="2400" b="1" dirty="0"/>
            <a:t> = new	</a:t>
          </a:r>
          <a:r>
            <a:rPr lang="en-US" sz="2400" b="1" dirty="0" err="1"/>
            <a:t>DecimalFormat</a:t>
          </a:r>
          <a:r>
            <a:rPr lang="en-US" sz="2400" b="1" dirty="0"/>
            <a:t>(“$0.00”);</a:t>
          </a:r>
        </a:p>
      </dgm:t>
    </dgm:pt>
    <dgm:pt modelId="{2B17C22D-16E3-4C25-86D1-ADEC274B2917}" type="parTrans" cxnId="{65F56C3B-46CE-4C65-A36F-1F05C5ABDDB4}">
      <dgm:prSet/>
      <dgm:spPr/>
      <dgm:t>
        <a:bodyPr/>
        <a:lstStyle/>
        <a:p>
          <a:endParaRPr lang="en-US"/>
        </a:p>
      </dgm:t>
    </dgm:pt>
    <dgm:pt modelId="{B6B6A355-E17C-4AF4-8446-64C5B2E1B5A2}" type="sibTrans" cxnId="{65F56C3B-46CE-4C65-A36F-1F05C5ABDDB4}">
      <dgm:prSet/>
      <dgm:spPr/>
      <dgm:t>
        <a:bodyPr/>
        <a:lstStyle/>
        <a:p>
          <a:endParaRPr lang="en-US"/>
        </a:p>
      </dgm:t>
    </dgm:pt>
    <dgm:pt modelId="{106C7463-BBF8-4759-943F-7F5412DA1591}">
      <dgm:prSet custT="1"/>
      <dgm:spPr/>
      <dgm:t>
        <a:bodyPr/>
        <a:lstStyle/>
        <a:p>
          <a:pPr>
            <a:buFontTx/>
            <a:buNone/>
          </a:pPr>
          <a:r>
            <a:rPr lang="en-US" sz="2400" dirty="0"/>
            <a:t>Use the </a:t>
          </a:r>
          <a:r>
            <a:rPr lang="en-US" sz="2400" dirty="0" err="1"/>
            <a:t>DecimalFormat</a:t>
          </a:r>
          <a:r>
            <a:rPr lang="en-US" sz="2400" dirty="0"/>
            <a:t> class’s method </a:t>
          </a:r>
          <a:r>
            <a:rPr lang="en-US" sz="2400" i="1" dirty="0"/>
            <a:t>format</a:t>
          </a:r>
          <a:r>
            <a:rPr lang="en-US" sz="2400" dirty="0"/>
            <a:t> to format a number and return a String:</a:t>
          </a:r>
        </a:p>
      </dgm:t>
    </dgm:pt>
    <dgm:pt modelId="{138FCA6C-597A-4ECE-A9CE-5A11334B229E}" type="parTrans" cxnId="{A79AB0AD-443D-472F-92A6-13EBDCA83D5D}">
      <dgm:prSet/>
      <dgm:spPr/>
      <dgm:t>
        <a:bodyPr/>
        <a:lstStyle/>
        <a:p>
          <a:endParaRPr lang="en-US"/>
        </a:p>
      </dgm:t>
    </dgm:pt>
    <dgm:pt modelId="{7289676A-AEBC-4B3F-B07D-FCC4CAF8F833}" type="sibTrans" cxnId="{A79AB0AD-443D-472F-92A6-13EBDCA83D5D}">
      <dgm:prSet/>
      <dgm:spPr/>
      <dgm:t>
        <a:bodyPr/>
        <a:lstStyle/>
        <a:p>
          <a:endParaRPr lang="en-US"/>
        </a:p>
      </dgm:t>
    </dgm:pt>
    <dgm:pt modelId="{AB60C872-B60D-4EA7-BA31-E4BFBF42DB57}">
      <dgm:prSet custT="1"/>
      <dgm:spPr/>
      <dgm:t>
        <a:bodyPr/>
        <a:lstStyle/>
        <a:p>
          <a:pPr>
            <a:buFontTx/>
            <a:buNone/>
          </a:pPr>
          <a:r>
            <a:rPr lang="en-US" sz="2400" dirty="0"/>
            <a:t>double price = 38.9555555 </a:t>
          </a:r>
        </a:p>
      </dgm:t>
    </dgm:pt>
    <dgm:pt modelId="{D61D7988-4528-49E8-A5F4-8D519CDB12AE}" type="parTrans" cxnId="{ABE7A439-A6D4-43A0-B699-EEAFAF031024}">
      <dgm:prSet/>
      <dgm:spPr/>
      <dgm:t>
        <a:bodyPr/>
        <a:lstStyle/>
        <a:p>
          <a:endParaRPr lang="en-US"/>
        </a:p>
      </dgm:t>
    </dgm:pt>
    <dgm:pt modelId="{1477CF70-DA30-4076-9BAC-8A6254D9CE6F}" type="sibTrans" cxnId="{ABE7A439-A6D4-43A0-B699-EEAFAF031024}">
      <dgm:prSet/>
      <dgm:spPr/>
      <dgm:t>
        <a:bodyPr/>
        <a:lstStyle/>
        <a:p>
          <a:endParaRPr lang="en-US"/>
        </a:p>
      </dgm:t>
    </dgm:pt>
    <dgm:pt modelId="{5B4803BE-0E00-4544-928E-885F481C2602}">
      <dgm:prSet custT="1"/>
      <dgm:spPr/>
      <dgm:t>
        <a:bodyPr/>
        <a:lstStyle/>
        <a:p>
          <a:pPr>
            <a:buFontTx/>
            <a:buNone/>
          </a:pPr>
          <a:r>
            <a:rPr lang="en-US" sz="2400" b="1" dirty="0" err="1"/>
            <a:t>System.out.println</a:t>
          </a:r>
          <a:r>
            <a:rPr lang="en-US" sz="2400" b="1" dirty="0"/>
            <a:t>(</a:t>
          </a:r>
          <a:r>
            <a:rPr lang="en-US" sz="2400" b="1" dirty="0" err="1"/>
            <a:t>pricepattern.format</a:t>
          </a:r>
          <a:r>
            <a:rPr lang="en-US" sz="2400" b="1" dirty="0"/>
            <a:t>(price));</a:t>
          </a:r>
        </a:p>
      </dgm:t>
    </dgm:pt>
    <dgm:pt modelId="{24608247-1F56-488A-A67A-8505B18E2C51}" type="parTrans" cxnId="{7CF9DAE3-541C-4A2B-8B56-F654D6B8847A}">
      <dgm:prSet/>
      <dgm:spPr/>
      <dgm:t>
        <a:bodyPr/>
        <a:lstStyle/>
        <a:p>
          <a:endParaRPr lang="en-US"/>
        </a:p>
      </dgm:t>
    </dgm:pt>
    <dgm:pt modelId="{E4F16214-2BE2-4F99-B91B-8704B56184E8}" type="sibTrans" cxnId="{7CF9DAE3-541C-4A2B-8B56-F654D6B8847A}">
      <dgm:prSet/>
      <dgm:spPr/>
      <dgm:t>
        <a:bodyPr/>
        <a:lstStyle/>
        <a:p>
          <a:endParaRPr lang="en-US"/>
        </a:p>
      </dgm:t>
    </dgm:pt>
    <dgm:pt modelId="{7B7E78EE-DBAB-413B-A297-D3EFCED0825D}">
      <dgm:prSet custT="1"/>
      <dgm:spPr/>
      <dgm:t>
        <a:bodyPr/>
        <a:lstStyle/>
        <a:p>
          <a:pPr>
            <a:buFontTx/>
            <a:buNone/>
          </a:pPr>
          <a:r>
            <a:rPr lang="en-US" sz="2400" dirty="0"/>
            <a:t>Result:  $38.55</a:t>
          </a:r>
        </a:p>
      </dgm:t>
    </dgm:pt>
    <dgm:pt modelId="{5A977199-74D2-484B-9F9C-13EBF06AF0DF}" type="parTrans" cxnId="{BDA17AA4-A8AA-414C-BD85-F663439CF14B}">
      <dgm:prSet/>
      <dgm:spPr/>
      <dgm:t>
        <a:bodyPr/>
        <a:lstStyle/>
        <a:p>
          <a:endParaRPr lang="en-US"/>
        </a:p>
      </dgm:t>
    </dgm:pt>
    <dgm:pt modelId="{A56EF46C-E7AF-44F6-9D02-06A8CC6A28CE}" type="sibTrans" cxnId="{BDA17AA4-A8AA-414C-BD85-F663439CF14B}">
      <dgm:prSet/>
      <dgm:spPr/>
      <dgm:t>
        <a:bodyPr/>
        <a:lstStyle/>
        <a:p>
          <a:endParaRPr lang="en-US"/>
        </a:p>
      </dgm:t>
    </dgm:pt>
    <dgm:pt modelId="{4EEB8704-27BF-4FC5-9CA1-C73937687487}" type="pres">
      <dgm:prSet presAssocID="{488CFEE2-030C-4949-82D3-4D6E03F27C25}" presName="Name0" presStyleCnt="0">
        <dgm:presLayoutVars>
          <dgm:dir/>
          <dgm:animLvl val="lvl"/>
          <dgm:resizeHandles val="exact"/>
        </dgm:presLayoutVars>
      </dgm:prSet>
      <dgm:spPr/>
    </dgm:pt>
    <dgm:pt modelId="{555206F2-8B45-4B5C-B6A3-3DE99EDAC5D1}" type="pres">
      <dgm:prSet presAssocID="{3D42AA57-0005-419F-8FEA-46B5E36912A2}" presName="linNode" presStyleCnt="0"/>
      <dgm:spPr/>
    </dgm:pt>
    <dgm:pt modelId="{39FD71F8-16EF-4E25-B3F0-2DC149E8E724}" type="pres">
      <dgm:prSet presAssocID="{3D42AA57-0005-419F-8FEA-46B5E36912A2}" presName="parentText" presStyleLbl="node1" presStyleIdx="0" presStyleCnt="1" custScaleX="1706">
        <dgm:presLayoutVars>
          <dgm:chMax val="1"/>
          <dgm:bulletEnabled val="1"/>
        </dgm:presLayoutVars>
      </dgm:prSet>
      <dgm:spPr/>
    </dgm:pt>
    <dgm:pt modelId="{654688D6-B8B6-44D6-B0E1-D25A5F6178B4}" type="pres">
      <dgm:prSet presAssocID="{3D42AA57-0005-419F-8FEA-46B5E36912A2}" presName="descendantText" presStyleLbl="alignAccFollowNode1" presStyleIdx="0" presStyleCnt="1" custScaleY="116071">
        <dgm:presLayoutVars>
          <dgm:bulletEnabled val="1"/>
        </dgm:presLayoutVars>
      </dgm:prSet>
      <dgm:spPr/>
    </dgm:pt>
  </dgm:ptLst>
  <dgm:cxnLst>
    <dgm:cxn modelId="{71BFDD0F-5EDF-4217-93B7-5A63BF5AC076}" type="presOf" srcId="{488CFEE2-030C-4949-82D3-4D6E03F27C25}" destId="{4EEB8704-27BF-4FC5-9CA1-C73937687487}" srcOrd="0" destOrd="0" presId="urn:microsoft.com/office/officeart/2005/8/layout/vList5"/>
    <dgm:cxn modelId="{0F0BEE22-4870-45D4-B7A4-855BB96A40F4}" srcId="{3D42AA57-0005-419F-8FEA-46B5E36912A2}" destId="{E1A02664-2892-4BA7-B030-36A7AC64FC73}" srcOrd="0" destOrd="0" parTransId="{67B36A07-EAE1-4ABA-82B7-6D19F0B8CA64}" sibTransId="{CD519180-BEDC-4A18-8FEB-5654A93467A4}"/>
    <dgm:cxn modelId="{ABE7A439-A6D4-43A0-B699-EEAFAF031024}" srcId="{106C7463-BBF8-4759-943F-7F5412DA1591}" destId="{AB60C872-B60D-4EA7-BA31-E4BFBF42DB57}" srcOrd="0" destOrd="0" parTransId="{D61D7988-4528-49E8-A5F4-8D519CDB12AE}" sibTransId="{1477CF70-DA30-4076-9BAC-8A6254D9CE6F}"/>
    <dgm:cxn modelId="{65F56C3B-46CE-4C65-A36F-1F05C5ABDDB4}" srcId="{3D42AA57-0005-419F-8FEA-46B5E36912A2}" destId="{A25FC4DE-EB35-4479-BCB7-6629E7119542}" srcOrd="2" destOrd="0" parTransId="{2B17C22D-16E3-4C25-86D1-ADEC274B2917}" sibTransId="{B6B6A355-E17C-4AF4-8446-64C5B2E1B5A2}"/>
    <dgm:cxn modelId="{AE9AE55F-B2DC-4FD6-B286-BA655ECA822D}" type="presOf" srcId="{E1A02664-2892-4BA7-B030-36A7AC64FC73}" destId="{654688D6-B8B6-44D6-B0E1-D25A5F6178B4}" srcOrd="0" destOrd="0" presId="urn:microsoft.com/office/officeart/2005/8/layout/vList5"/>
    <dgm:cxn modelId="{A5003859-A646-41B6-AA96-27A7F4CF63A2}" srcId="{488CFEE2-030C-4949-82D3-4D6E03F27C25}" destId="{3D42AA57-0005-419F-8FEA-46B5E36912A2}" srcOrd="0" destOrd="0" parTransId="{EEE28D99-0432-4F22-A06F-40607BFE19D7}" sibTransId="{C4FA484F-2B99-4DC0-B035-B1DC1554C1FD}"/>
    <dgm:cxn modelId="{CD229191-69BD-40CE-B7F2-E5E7F093D4BE}" type="presOf" srcId="{3D42AA57-0005-419F-8FEA-46B5E36912A2}" destId="{39FD71F8-16EF-4E25-B3F0-2DC149E8E724}" srcOrd="0" destOrd="0" presId="urn:microsoft.com/office/officeart/2005/8/layout/vList5"/>
    <dgm:cxn modelId="{A6A64694-97FC-4917-8000-323CEF3C155D}" type="presOf" srcId="{A25FC4DE-EB35-4479-BCB7-6629E7119542}" destId="{654688D6-B8B6-44D6-B0E1-D25A5F6178B4}" srcOrd="0" destOrd="2" presId="urn:microsoft.com/office/officeart/2005/8/layout/vList5"/>
    <dgm:cxn modelId="{BDA17AA4-A8AA-414C-BD85-F663439CF14B}" srcId="{5B4803BE-0E00-4544-928E-885F481C2602}" destId="{7B7E78EE-DBAB-413B-A297-D3EFCED0825D}" srcOrd="0" destOrd="0" parTransId="{5A977199-74D2-484B-9F9C-13EBF06AF0DF}" sibTransId="{A56EF46C-E7AF-44F6-9D02-06A8CC6A28CE}"/>
    <dgm:cxn modelId="{ECF385AD-7B39-4B07-A4AC-D1DC95EE7426}" type="presOf" srcId="{AB60C872-B60D-4EA7-BA31-E4BFBF42DB57}" destId="{654688D6-B8B6-44D6-B0E1-D25A5F6178B4}" srcOrd="0" destOrd="4" presId="urn:microsoft.com/office/officeart/2005/8/layout/vList5"/>
    <dgm:cxn modelId="{A79AB0AD-443D-472F-92A6-13EBDCA83D5D}" srcId="{3D42AA57-0005-419F-8FEA-46B5E36912A2}" destId="{106C7463-BBF8-4759-943F-7F5412DA1591}" srcOrd="3" destOrd="0" parTransId="{138FCA6C-597A-4ECE-A9CE-5A11334B229E}" sibTransId="{7289676A-AEBC-4B3F-B07D-FCC4CAF8F833}"/>
    <dgm:cxn modelId="{8C8F08B4-95CD-4C3B-868A-5B130DF03906}" type="presOf" srcId="{7B7E78EE-DBAB-413B-A297-D3EFCED0825D}" destId="{654688D6-B8B6-44D6-B0E1-D25A5F6178B4}" srcOrd="0" destOrd="6" presId="urn:microsoft.com/office/officeart/2005/8/layout/vList5"/>
    <dgm:cxn modelId="{C79FBEC2-D591-4B12-B671-0A05DFFB5B49}" srcId="{3D42AA57-0005-419F-8FEA-46B5E36912A2}" destId="{D5FDEDF3-5847-4DCC-8E6C-2548C1620286}" srcOrd="1" destOrd="0" parTransId="{30B7D6EA-C5AB-4B2E-A25D-FF0CC2EF5DA3}" sibTransId="{740E8F3C-225A-447D-A5F2-90B3244E8EE6}"/>
    <dgm:cxn modelId="{952A33D3-E456-42F9-816B-342F6843B184}" type="presOf" srcId="{106C7463-BBF8-4759-943F-7F5412DA1591}" destId="{654688D6-B8B6-44D6-B0E1-D25A5F6178B4}" srcOrd="0" destOrd="3" presId="urn:microsoft.com/office/officeart/2005/8/layout/vList5"/>
    <dgm:cxn modelId="{7CF9DAE3-541C-4A2B-8B56-F654D6B8847A}" srcId="{3D42AA57-0005-419F-8FEA-46B5E36912A2}" destId="{5B4803BE-0E00-4544-928E-885F481C2602}" srcOrd="4" destOrd="0" parTransId="{24608247-1F56-488A-A67A-8505B18E2C51}" sibTransId="{E4F16214-2BE2-4F99-B91B-8704B56184E8}"/>
    <dgm:cxn modelId="{3C8CD3E4-FAC5-43E1-BF58-F951DD72BC16}" type="presOf" srcId="{5B4803BE-0E00-4544-928E-885F481C2602}" destId="{654688D6-B8B6-44D6-B0E1-D25A5F6178B4}" srcOrd="0" destOrd="5" presId="urn:microsoft.com/office/officeart/2005/8/layout/vList5"/>
    <dgm:cxn modelId="{B64972E6-8C83-400A-AFC1-C2BED2E8B8AF}" type="presOf" srcId="{D5FDEDF3-5847-4DCC-8E6C-2548C1620286}" destId="{654688D6-B8B6-44D6-B0E1-D25A5F6178B4}" srcOrd="0" destOrd="1" presId="urn:microsoft.com/office/officeart/2005/8/layout/vList5"/>
    <dgm:cxn modelId="{46BEF1ED-3D56-4253-BE5C-092A1226C951}" type="presParOf" srcId="{4EEB8704-27BF-4FC5-9CA1-C73937687487}" destId="{555206F2-8B45-4B5C-B6A3-3DE99EDAC5D1}" srcOrd="0" destOrd="0" presId="urn:microsoft.com/office/officeart/2005/8/layout/vList5"/>
    <dgm:cxn modelId="{49D8BD45-4389-49C9-9E86-C972656E2098}" type="presParOf" srcId="{555206F2-8B45-4B5C-B6A3-3DE99EDAC5D1}" destId="{39FD71F8-16EF-4E25-B3F0-2DC149E8E724}" srcOrd="0" destOrd="0" presId="urn:microsoft.com/office/officeart/2005/8/layout/vList5"/>
    <dgm:cxn modelId="{99B65BFD-CA46-4D5C-87B5-AFA7743BF51F}" type="presParOf" srcId="{555206F2-8B45-4B5C-B6A3-3DE99EDAC5D1}" destId="{654688D6-B8B6-44D6-B0E1-D25A5F6178B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1DEF78-5B1E-4AEB-A8EC-0727882CA88F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EA33424-F144-4427-8D04-7F51B507CE7D}">
      <dgm:prSet/>
      <dgm:spPr/>
      <dgm:t>
        <a:bodyPr/>
        <a:lstStyle/>
        <a:p>
          <a:endParaRPr lang="en-US" dirty="0"/>
        </a:p>
      </dgm:t>
    </dgm:pt>
    <dgm:pt modelId="{DDA81230-6AB7-4F7D-AE52-3CAC4D2CC210}" type="parTrans" cxnId="{63846E99-B2BC-40B5-AF33-B37D6F5998F1}">
      <dgm:prSet/>
      <dgm:spPr/>
      <dgm:t>
        <a:bodyPr/>
        <a:lstStyle/>
        <a:p>
          <a:endParaRPr lang="en-US"/>
        </a:p>
      </dgm:t>
    </dgm:pt>
    <dgm:pt modelId="{0860D373-A87F-4261-941B-042175E95341}" type="sibTrans" cxnId="{63846E99-B2BC-40B5-AF33-B37D6F5998F1}">
      <dgm:prSet/>
      <dgm:spPr/>
      <dgm:t>
        <a:bodyPr/>
        <a:lstStyle/>
        <a:p>
          <a:endParaRPr lang="en-US"/>
        </a:p>
      </dgm:t>
    </dgm:pt>
    <dgm:pt modelId="{D214CF53-423B-4851-ADFC-D8ED54996FB4}">
      <dgm:prSet/>
      <dgm:spPr/>
      <dgm:t>
        <a:bodyPr/>
        <a:lstStyle/>
        <a:p>
          <a:pPr>
            <a:buFontTx/>
            <a:buNone/>
          </a:pPr>
          <a:r>
            <a:rPr lang="en-US" dirty="0"/>
            <a:t>Create a </a:t>
          </a:r>
          <a:r>
            <a:rPr lang="en-US" dirty="0" err="1"/>
            <a:t>DecimalFormat</a:t>
          </a:r>
          <a:r>
            <a:rPr lang="en-US" dirty="0"/>
            <a:t> object to help format numbers – the default format  gives 3 decimal places:</a:t>
          </a:r>
        </a:p>
      </dgm:t>
    </dgm:pt>
    <dgm:pt modelId="{663D46D8-008E-4B5B-9962-2EAB5CE39607}" type="parTrans" cxnId="{ADE563BE-C1BE-485F-B91A-8F6D2D3BCA4E}">
      <dgm:prSet/>
      <dgm:spPr/>
      <dgm:t>
        <a:bodyPr/>
        <a:lstStyle/>
        <a:p>
          <a:endParaRPr lang="en-US"/>
        </a:p>
      </dgm:t>
    </dgm:pt>
    <dgm:pt modelId="{EFCFD88C-D557-4378-B5E7-D1D98F6618B6}" type="sibTrans" cxnId="{ADE563BE-C1BE-485F-B91A-8F6D2D3BCA4E}">
      <dgm:prSet/>
      <dgm:spPr/>
      <dgm:t>
        <a:bodyPr/>
        <a:lstStyle/>
        <a:p>
          <a:endParaRPr lang="en-US"/>
        </a:p>
      </dgm:t>
    </dgm:pt>
    <dgm:pt modelId="{FA1F8F44-C01A-48EC-A6B3-5CF89D657012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DecimalFormat</a:t>
          </a:r>
          <a:r>
            <a:rPr lang="en-US" b="1" dirty="0"/>
            <a:t> formatter = new </a:t>
          </a:r>
          <a:r>
            <a:rPr lang="en-US" b="1" dirty="0" err="1"/>
            <a:t>DecimalFormat</a:t>
          </a:r>
          <a:r>
            <a:rPr lang="en-US" b="1" dirty="0"/>
            <a:t>( );   </a:t>
          </a:r>
        </a:p>
      </dgm:t>
    </dgm:pt>
    <dgm:pt modelId="{47277B7F-E4D1-41A6-8044-7A74D1F22BBF}" type="parTrans" cxnId="{84E8B920-B7DD-4663-919F-A97A3A8D8164}">
      <dgm:prSet/>
      <dgm:spPr/>
      <dgm:t>
        <a:bodyPr/>
        <a:lstStyle/>
        <a:p>
          <a:endParaRPr lang="en-US"/>
        </a:p>
      </dgm:t>
    </dgm:pt>
    <dgm:pt modelId="{07996047-1EB5-4E9B-BDC9-EB052F9FA0B0}" type="sibTrans" cxnId="{84E8B920-B7DD-4663-919F-A97A3A8D8164}">
      <dgm:prSet/>
      <dgm:spPr/>
      <dgm:t>
        <a:bodyPr/>
        <a:lstStyle/>
        <a:p>
          <a:endParaRPr lang="en-US"/>
        </a:p>
      </dgm:t>
    </dgm:pt>
    <dgm:pt modelId="{50876589-2E93-444A-B644-26023D67FE0C}">
      <dgm:prSet/>
      <dgm:spPr/>
      <dgm:t>
        <a:bodyPr/>
        <a:lstStyle/>
        <a:p>
          <a:pPr>
            <a:buFontTx/>
            <a:buNone/>
          </a:pPr>
          <a:r>
            <a:rPr lang="en-US" b="1" dirty="0"/>
            <a:t>String pattern = “###,###.###”;</a:t>
          </a:r>
        </a:p>
      </dgm:t>
    </dgm:pt>
    <dgm:pt modelId="{EC0865F7-1BDF-43CA-A74B-774942075885}" type="parTrans" cxnId="{BD11680D-CE30-41EE-A666-438CDCCDC44C}">
      <dgm:prSet/>
      <dgm:spPr/>
      <dgm:t>
        <a:bodyPr/>
        <a:lstStyle/>
        <a:p>
          <a:endParaRPr lang="en-US"/>
        </a:p>
      </dgm:t>
    </dgm:pt>
    <dgm:pt modelId="{99BAB0ED-DA24-49E0-8902-C378E88DA069}" type="sibTrans" cxnId="{BD11680D-CE30-41EE-A666-438CDCCDC44C}">
      <dgm:prSet/>
      <dgm:spPr/>
      <dgm:t>
        <a:bodyPr/>
        <a:lstStyle/>
        <a:p>
          <a:endParaRPr lang="en-US"/>
        </a:p>
      </dgm:t>
    </dgm:pt>
    <dgm:pt modelId="{5268AE06-DF08-44BB-A646-082CF05D9A1B}">
      <dgm:prSet/>
      <dgm:spPr/>
      <dgm:t>
        <a:bodyPr/>
        <a:lstStyle/>
        <a:p>
          <a:pPr>
            <a:buFontTx/>
            <a:buNone/>
          </a:pPr>
          <a:r>
            <a:rPr lang="en-US" b="1" dirty="0" err="1"/>
            <a:t>DecimalFormat</a:t>
          </a:r>
          <a:r>
            <a:rPr lang="en-US" b="1" dirty="0"/>
            <a:t> formatter = new </a:t>
          </a:r>
          <a:r>
            <a:rPr lang="en-US" b="1" dirty="0" err="1"/>
            <a:t>DecimalFormat</a:t>
          </a:r>
          <a:r>
            <a:rPr lang="en-US" b="1" dirty="0"/>
            <a:t>( pattern);   </a:t>
          </a:r>
        </a:p>
      </dgm:t>
    </dgm:pt>
    <dgm:pt modelId="{F7AA192D-3B6C-402F-9372-71721BB5FD78}" type="parTrans" cxnId="{72AACA39-3B60-49AC-ACE0-93B5476B4017}">
      <dgm:prSet/>
      <dgm:spPr/>
      <dgm:t>
        <a:bodyPr/>
        <a:lstStyle/>
        <a:p>
          <a:endParaRPr lang="en-US"/>
        </a:p>
      </dgm:t>
    </dgm:pt>
    <dgm:pt modelId="{06DBA279-EA0C-4CD1-85AF-99185319E1AD}" type="sibTrans" cxnId="{72AACA39-3B60-49AC-ACE0-93B5476B4017}">
      <dgm:prSet/>
      <dgm:spPr/>
      <dgm:t>
        <a:bodyPr/>
        <a:lstStyle/>
        <a:p>
          <a:endParaRPr lang="en-US"/>
        </a:p>
      </dgm:t>
    </dgm:pt>
    <dgm:pt modelId="{42F972A9-3E57-4738-98D3-7E59C2620D52}">
      <dgm:prSet/>
      <dgm:spPr/>
      <dgm:t>
        <a:bodyPr/>
        <a:lstStyle/>
        <a:p>
          <a:pPr>
            <a:buFontTx/>
            <a:buNone/>
          </a:pPr>
          <a:r>
            <a:rPr lang="en-US" b="1" dirty="0"/>
            <a:t>String number = </a:t>
          </a:r>
          <a:r>
            <a:rPr lang="en-US" b="1" dirty="0" err="1"/>
            <a:t>formatter.format</a:t>
          </a:r>
          <a:r>
            <a:rPr lang="en-US" b="1" dirty="0"/>
            <a:t>(123456789.123);</a:t>
          </a:r>
        </a:p>
      </dgm:t>
    </dgm:pt>
    <dgm:pt modelId="{47B792BB-EE00-4EC5-9F15-798331D5D4C4}" type="parTrans" cxnId="{A6FA849F-9EBF-4071-9205-111823926C0A}">
      <dgm:prSet/>
      <dgm:spPr/>
      <dgm:t>
        <a:bodyPr/>
        <a:lstStyle/>
        <a:p>
          <a:endParaRPr lang="en-US"/>
        </a:p>
      </dgm:t>
    </dgm:pt>
    <dgm:pt modelId="{982B0D9C-7215-4D09-979C-798D4BE264BE}" type="sibTrans" cxnId="{A6FA849F-9EBF-4071-9205-111823926C0A}">
      <dgm:prSet/>
      <dgm:spPr/>
      <dgm:t>
        <a:bodyPr/>
        <a:lstStyle/>
        <a:p>
          <a:endParaRPr lang="en-US"/>
        </a:p>
      </dgm:t>
    </dgm:pt>
    <dgm:pt modelId="{079934E0-2A6D-4777-88DF-4A3287B91F79}">
      <dgm:prSet/>
      <dgm:spPr/>
      <dgm:t>
        <a:bodyPr/>
        <a:lstStyle/>
        <a:p>
          <a:pPr>
            <a:buFontTx/>
            <a:buNone/>
          </a:pPr>
          <a:r>
            <a:rPr lang="en-US" dirty="0"/>
            <a:t>number will look like: 123,456,789.123</a:t>
          </a:r>
        </a:p>
      </dgm:t>
    </dgm:pt>
    <dgm:pt modelId="{6AB8A53E-1E35-4CA8-A615-0721EFD9DDF8}" type="parTrans" cxnId="{27456417-2B85-4E49-B786-5A3817D0E1ED}">
      <dgm:prSet/>
      <dgm:spPr/>
      <dgm:t>
        <a:bodyPr/>
        <a:lstStyle/>
        <a:p>
          <a:endParaRPr lang="en-US"/>
        </a:p>
      </dgm:t>
    </dgm:pt>
    <dgm:pt modelId="{B0479FF5-1F33-4578-98E5-AF51935B8F6D}" type="sibTrans" cxnId="{27456417-2B85-4E49-B786-5A3817D0E1ED}">
      <dgm:prSet/>
      <dgm:spPr/>
      <dgm:t>
        <a:bodyPr/>
        <a:lstStyle/>
        <a:p>
          <a:endParaRPr lang="en-US"/>
        </a:p>
      </dgm:t>
    </dgm:pt>
    <dgm:pt modelId="{C0D58ABA-3FD7-4D64-B0A3-8884E859A25A}" type="pres">
      <dgm:prSet presAssocID="{9A1DEF78-5B1E-4AEB-A8EC-0727882CA88F}" presName="Name0" presStyleCnt="0">
        <dgm:presLayoutVars>
          <dgm:dir/>
          <dgm:animLvl val="lvl"/>
          <dgm:resizeHandles val="exact"/>
        </dgm:presLayoutVars>
      </dgm:prSet>
      <dgm:spPr/>
    </dgm:pt>
    <dgm:pt modelId="{E007FC3D-0335-49C7-9BA8-6B0AA3FA1E8C}" type="pres">
      <dgm:prSet presAssocID="{4EA33424-F144-4427-8D04-7F51B507CE7D}" presName="linNode" presStyleCnt="0"/>
      <dgm:spPr/>
    </dgm:pt>
    <dgm:pt modelId="{3869D9CF-80F9-49E3-8AB9-07C1AAA40447}" type="pres">
      <dgm:prSet presAssocID="{4EA33424-F144-4427-8D04-7F51B507CE7D}" presName="parentText" presStyleLbl="node1" presStyleIdx="0" presStyleCnt="1" custFlipHor="1" custScaleX="1483">
        <dgm:presLayoutVars>
          <dgm:chMax val="1"/>
          <dgm:bulletEnabled val="1"/>
        </dgm:presLayoutVars>
      </dgm:prSet>
      <dgm:spPr/>
    </dgm:pt>
    <dgm:pt modelId="{4A339615-967D-4041-B40B-334469F77574}" type="pres">
      <dgm:prSet presAssocID="{4EA33424-F144-4427-8D04-7F51B507CE7D}" presName="descendantText" presStyleLbl="alignAccFollowNode1" presStyleIdx="0" presStyleCnt="1" custScaleY="116279" custLinFactNeighborX="-742" custLinFactNeighborY="1071">
        <dgm:presLayoutVars>
          <dgm:bulletEnabled val="1"/>
        </dgm:presLayoutVars>
      </dgm:prSet>
      <dgm:spPr/>
    </dgm:pt>
  </dgm:ptLst>
  <dgm:cxnLst>
    <dgm:cxn modelId="{6DB9FC00-8754-478D-B012-06916F122680}" type="presOf" srcId="{4EA33424-F144-4427-8D04-7F51B507CE7D}" destId="{3869D9CF-80F9-49E3-8AB9-07C1AAA40447}" srcOrd="0" destOrd="0" presId="urn:microsoft.com/office/officeart/2005/8/layout/vList5"/>
    <dgm:cxn modelId="{EF052F09-9800-4294-B12A-81491B5B2814}" type="presOf" srcId="{5268AE06-DF08-44BB-A646-082CF05D9A1B}" destId="{4A339615-967D-4041-B40B-334469F77574}" srcOrd="0" destOrd="3" presId="urn:microsoft.com/office/officeart/2005/8/layout/vList5"/>
    <dgm:cxn modelId="{BD11680D-CE30-41EE-A666-438CDCCDC44C}" srcId="{4EA33424-F144-4427-8D04-7F51B507CE7D}" destId="{50876589-2E93-444A-B644-26023D67FE0C}" srcOrd="2" destOrd="0" parTransId="{EC0865F7-1BDF-43CA-A74B-774942075885}" sibTransId="{99BAB0ED-DA24-49E0-8902-C378E88DA069}"/>
    <dgm:cxn modelId="{27456417-2B85-4E49-B786-5A3817D0E1ED}" srcId="{4EA33424-F144-4427-8D04-7F51B507CE7D}" destId="{079934E0-2A6D-4777-88DF-4A3287B91F79}" srcOrd="5" destOrd="0" parTransId="{6AB8A53E-1E35-4CA8-A615-0721EFD9DDF8}" sibTransId="{B0479FF5-1F33-4578-98E5-AF51935B8F6D}"/>
    <dgm:cxn modelId="{7AD3BF18-577A-4919-9381-01BBA34D62B8}" type="presOf" srcId="{42F972A9-3E57-4738-98D3-7E59C2620D52}" destId="{4A339615-967D-4041-B40B-334469F77574}" srcOrd="0" destOrd="4" presId="urn:microsoft.com/office/officeart/2005/8/layout/vList5"/>
    <dgm:cxn modelId="{84E8B920-B7DD-4663-919F-A97A3A8D8164}" srcId="{4EA33424-F144-4427-8D04-7F51B507CE7D}" destId="{FA1F8F44-C01A-48EC-A6B3-5CF89D657012}" srcOrd="1" destOrd="0" parTransId="{47277B7F-E4D1-41A6-8044-7A74D1F22BBF}" sibTransId="{07996047-1EB5-4E9B-BDC9-EB052F9FA0B0}"/>
    <dgm:cxn modelId="{72AACA39-3B60-49AC-ACE0-93B5476B4017}" srcId="{4EA33424-F144-4427-8D04-7F51B507CE7D}" destId="{5268AE06-DF08-44BB-A646-082CF05D9A1B}" srcOrd="3" destOrd="0" parTransId="{F7AA192D-3B6C-402F-9372-71721BB5FD78}" sibTransId="{06DBA279-EA0C-4CD1-85AF-99185319E1AD}"/>
    <dgm:cxn modelId="{C5AD893E-03E6-463C-B9B2-2A4F1672BAB6}" type="presOf" srcId="{9A1DEF78-5B1E-4AEB-A8EC-0727882CA88F}" destId="{C0D58ABA-3FD7-4D64-B0A3-8884E859A25A}" srcOrd="0" destOrd="0" presId="urn:microsoft.com/office/officeart/2005/8/layout/vList5"/>
    <dgm:cxn modelId="{BC8E995B-5C8E-476A-B911-11BA3CCD314E}" type="presOf" srcId="{FA1F8F44-C01A-48EC-A6B3-5CF89D657012}" destId="{4A339615-967D-4041-B40B-334469F77574}" srcOrd="0" destOrd="1" presId="urn:microsoft.com/office/officeart/2005/8/layout/vList5"/>
    <dgm:cxn modelId="{7FAFD964-E207-49A6-894A-48D2B0E272A4}" type="presOf" srcId="{079934E0-2A6D-4777-88DF-4A3287B91F79}" destId="{4A339615-967D-4041-B40B-334469F77574}" srcOrd="0" destOrd="5" presId="urn:microsoft.com/office/officeart/2005/8/layout/vList5"/>
    <dgm:cxn modelId="{73FBB079-E2BC-43FE-9797-9AA44488310B}" type="presOf" srcId="{50876589-2E93-444A-B644-26023D67FE0C}" destId="{4A339615-967D-4041-B40B-334469F77574}" srcOrd="0" destOrd="2" presId="urn:microsoft.com/office/officeart/2005/8/layout/vList5"/>
    <dgm:cxn modelId="{E8CBD68E-4A5A-422F-995A-1BDD1E0C1790}" type="presOf" srcId="{D214CF53-423B-4851-ADFC-D8ED54996FB4}" destId="{4A339615-967D-4041-B40B-334469F77574}" srcOrd="0" destOrd="0" presId="urn:microsoft.com/office/officeart/2005/8/layout/vList5"/>
    <dgm:cxn modelId="{63846E99-B2BC-40B5-AF33-B37D6F5998F1}" srcId="{9A1DEF78-5B1E-4AEB-A8EC-0727882CA88F}" destId="{4EA33424-F144-4427-8D04-7F51B507CE7D}" srcOrd="0" destOrd="0" parTransId="{DDA81230-6AB7-4F7D-AE52-3CAC4D2CC210}" sibTransId="{0860D373-A87F-4261-941B-042175E95341}"/>
    <dgm:cxn modelId="{A6FA849F-9EBF-4071-9205-111823926C0A}" srcId="{4EA33424-F144-4427-8D04-7F51B507CE7D}" destId="{42F972A9-3E57-4738-98D3-7E59C2620D52}" srcOrd="4" destOrd="0" parTransId="{47B792BB-EE00-4EC5-9F15-798331D5D4C4}" sibTransId="{982B0D9C-7215-4D09-979C-798D4BE264BE}"/>
    <dgm:cxn modelId="{ADE563BE-C1BE-485F-B91A-8F6D2D3BCA4E}" srcId="{4EA33424-F144-4427-8D04-7F51B507CE7D}" destId="{D214CF53-423B-4851-ADFC-D8ED54996FB4}" srcOrd="0" destOrd="0" parTransId="{663D46D8-008E-4B5B-9962-2EAB5CE39607}" sibTransId="{EFCFD88C-D557-4378-B5E7-D1D98F6618B6}"/>
    <dgm:cxn modelId="{46E43708-6BE4-4454-81A7-C4E7B007C323}" type="presParOf" srcId="{C0D58ABA-3FD7-4D64-B0A3-8884E859A25A}" destId="{E007FC3D-0335-49C7-9BA8-6B0AA3FA1E8C}" srcOrd="0" destOrd="0" presId="urn:microsoft.com/office/officeart/2005/8/layout/vList5"/>
    <dgm:cxn modelId="{8F42868B-76E6-42AC-9DF8-BCE85A52D364}" type="presParOf" srcId="{E007FC3D-0335-49C7-9BA8-6B0AA3FA1E8C}" destId="{3869D9CF-80F9-49E3-8AB9-07C1AAA40447}" srcOrd="0" destOrd="0" presId="urn:microsoft.com/office/officeart/2005/8/layout/vList5"/>
    <dgm:cxn modelId="{06BE77EE-34AF-48F8-AF9F-A5A645DE5836}" type="presParOf" srcId="{E007FC3D-0335-49C7-9BA8-6B0AA3FA1E8C}" destId="{4A339615-967D-4041-B40B-334469F7757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C268C9-CC02-4911-B231-147163F7B28E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F6FA54B-B4CA-4149-9316-EEDE057E6768}">
      <dgm:prSet/>
      <dgm:spPr/>
      <dgm:t>
        <a:bodyPr/>
        <a:lstStyle/>
        <a:p>
          <a:r>
            <a:rPr lang="en-US" dirty="0"/>
            <a:t>Using the </a:t>
          </a:r>
          <a:r>
            <a:rPr lang="en-US" b="1" dirty="0" err="1"/>
            <a:t>NumberFormat</a:t>
          </a:r>
          <a:r>
            <a:rPr lang="en-US" dirty="0"/>
            <a:t> class enables a program to output amounts of money using the appropriate format</a:t>
          </a:r>
        </a:p>
      </dgm:t>
    </dgm:pt>
    <dgm:pt modelId="{F38AEF71-9509-4451-BCB3-EF2F1B280FBA}" type="parTrans" cxnId="{62384454-C0B2-44BE-BCA9-31460ED4D4FA}">
      <dgm:prSet/>
      <dgm:spPr/>
      <dgm:t>
        <a:bodyPr/>
        <a:lstStyle/>
        <a:p>
          <a:endParaRPr lang="en-US"/>
        </a:p>
      </dgm:t>
    </dgm:pt>
    <dgm:pt modelId="{6D137AC5-F55F-4E94-A458-E69C21C4F49C}" type="sibTrans" cxnId="{62384454-C0B2-44BE-BCA9-31460ED4D4FA}">
      <dgm:prSet/>
      <dgm:spPr/>
      <dgm:t>
        <a:bodyPr/>
        <a:lstStyle/>
        <a:p>
          <a:endParaRPr lang="en-US"/>
        </a:p>
      </dgm:t>
    </dgm:pt>
    <dgm:pt modelId="{974E24DD-7EAB-4B8A-B425-399A7703059D}">
      <dgm:prSet/>
      <dgm:spPr/>
      <dgm:t>
        <a:bodyPr/>
        <a:lstStyle/>
        <a:p>
          <a:pPr>
            <a:buFontTx/>
            <a:buNone/>
          </a:pPr>
          <a:endParaRPr lang="en-US" dirty="0"/>
        </a:p>
      </dgm:t>
    </dgm:pt>
    <dgm:pt modelId="{968FF1E8-A7CD-42FF-B248-2A65AE92EA02}" type="parTrans" cxnId="{A649EAFD-B5BA-45A5-85C9-6174898CE72F}">
      <dgm:prSet/>
      <dgm:spPr/>
      <dgm:t>
        <a:bodyPr/>
        <a:lstStyle/>
        <a:p>
          <a:endParaRPr lang="en-US"/>
        </a:p>
      </dgm:t>
    </dgm:pt>
    <dgm:pt modelId="{04AF6BC6-093E-4374-8609-47ACA7DCC976}" type="sibTrans" cxnId="{A649EAFD-B5BA-45A5-85C9-6174898CE72F}">
      <dgm:prSet/>
      <dgm:spPr/>
      <dgm:t>
        <a:bodyPr/>
        <a:lstStyle/>
        <a:p>
          <a:endParaRPr lang="en-US"/>
        </a:p>
      </dgm:t>
    </dgm:pt>
    <dgm:pt modelId="{9E0AA936-780F-4CB8-B77B-0AB9E172F8A7}">
      <dgm:prSet/>
      <dgm:spPr/>
      <dgm:t>
        <a:bodyPr/>
        <a:lstStyle/>
        <a:p>
          <a:pPr>
            <a:buFontTx/>
            <a:buNone/>
          </a:pPr>
          <a:r>
            <a:rPr lang="en-US" b="1" dirty="0"/>
            <a:t>import </a:t>
          </a:r>
          <a:r>
            <a:rPr lang="en-US" b="1" dirty="0" err="1"/>
            <a:t>java.text.NumberFormat</a:t>
          </a:r>
          <a:r>
            <a:rPr lang="en-US" b="1" dirty="0"/>
            <a:t>;</a:t>
          </a:r>
          <a:endParaRPr lang="en-US" dirty="0"/>
        </a:p>
      </dgm:t>
    </dgm:pt>
    <dgm:pt modelId="{CF525795-41B2-411F-ADA9-3CB5D4EBD313}" type="parTrans" cxnId="{6CB6D423-C903-4D51-B553-D8EA4A00FECC}">
      <dgm:prSet/>
      <dgm:spPr/>
      <dgm:t>
        <a:bodyPr/>
        <a:lstStyle/>
        <a:p>
          <a:endParaRPr lang="en-US"/>
        </a:p>
      </dgm:t>
    </dgm:pt>
    <dgm:pt modelId="{E002F410-2608-417D-8B93-91BFA2935AF4}" type="sibTrans" cxnId="{6CB6D423-C903-4D51-B553-D8EA4A00FECC}">
      <dgm:prSet/>
      <dgm:spPr/>
      <dgm:t>
        <a:bodyPr/>
        <a:lstStyle/>
        <a:p>
          <a:endParaRPr lang="en-US"/>
        </a:p>
      </dgm:t>
    </dgm:pt>
    <dgm:pt modelId="{A0032424-4B2F-4C6A-AAD1-521715103579}">
      <dgm:prSet/>
      <dgm:spPr/>
      <dgm:t>
        <a:bodyPr/>
        <a:lstStyle/>
        <a:p>
          <a:pPr>
            <a:buFontTx/>
            <a:buNone/>
          </a:pPr>
          <a:r>
            <a:rPr lang="en-US"/>
            <a:t>An object of </a:t>
          </a:r>
          <a:r>
            <a:rPr lang="en-US" b="1"/>
            <a:t>NumberFormat</a:t>
          </a:r>
          <a:r>
            <a:rPr lang="en-US"/>
            <a:t> must then be created using the </a:t>
          </a:r>
          <a:r>
            <a:rPr lang="en-US" b="1"/>
            <a:t>getCurrencyInstance()</a:t>
          </a:r>
          <a:r>
            <a:rPr lang="en-US"/>
            <a:t> method</a:t>
          </a:r>
        </a:p>
      </dgm:t>
    </dgm:pt>
    <dgm:pt modelId="{0E3A3591-8E5D-4B11-BDF6-16CCA4648257}" type="parTrans" cxnId="{10DA50F7-D8ED-4841-A541-347810523FCE}">
      <dgm:prSet/>
      <dgm:spPr/>
      <dgm:t>
        <a:bodyPr/>
        <a:lstStyle/>
        <a:p>
          <a:endParaRPr lang="en-US"/>
        </a:p>
      </dgm:t>
    </dgm:pt>
    <dgm:pt modelId="{CB99F9F9-7561-4D8D-AD74-8C29FEFBDD1F}" type="sibTrans" cxnId="{10DA50F7-D8ED-4841-A541-347810523FCE}">
      <dgm:prSet/>
      <dgm:spPr/>
      <dgm:t>
        <a:bodyPr/>
        <a:lstStyle/>
        <a:p>
          <a:endParaRPr lang="en-US"/>
        </a:p>
      </dgm:t>
    </dgm:pt>
    <dgm:pt modelId="{EC63888E-3928-43E7-BADF-6925BC4A0299}">
      <dgm:prSet/>
      <dgm:spPr/>
      <dgm:t>
        <a:bodyPr/>
        <a:lstStyle/>
        <a:p>
          <a:pPr>
            <a:buFontTx/>
            <a:buNone/>
          </a:pPr>
          <a:r>
            <a:rPr lang="en-US"/>
            <a:t>The </a:t>
          </a:r>
          <a:r>
            <a:rPr lang="en-US" b="1"/>
            <a:t>format</a:t>
          </a:r>
          <a:r>
            <a:rPr lang="en-US"/>
            <a:t> method takes a floating-point number as an argument and returns a </a:t>
          </a:r>
          <a:r>
            <a:rPr lang="en-US" b="1"/>
            <a:t>String</a:t>
          </a:r>
          <a:r>
            <a:rPr lang="en-US"/>
            <a:t> value representation of the number in the local currency</a:t>
          </a:r>
        </a:p>
      </dgm:t>
    </dgm:pt>
    <dgm:pt modelId="{C470D96C-43AA-40E3-B4DA-BC90CF0665E1}" type="parTrans" cxnId="{E94FC036-A09A-4981-B3DB-CFA6485A383F}">
      <dgm:prSet/>
      <dgm:spPr/>
      <dgm:t>
        <a:bodyPr/>
        <a:lstStyle/>
        <a:p>
          <a:endParaRPr lang="en-US"/>
        </a:p>
      </dgm:t>
    </dgm:pt>
    <dgm:pt modelId="{37683845-362F-4E0C-A6B0-AC35E3B77882}" type="sibTrans" cxnId="{E94FC036-A09A-4981-B3DB-CFA6485A383F}">
      <dgm:prSet/>
      <dgm:spPr/>
      <dgm:t>
        <a:bodyPr/>
        <a:lstStyle/>
        <a:p>
          <a:endParaRPr lang="en-US"/>
        </a:p>
      </dgm:t>
    </dgm:pt>
    <dgm:pt modelId="{C3F1164D-A740-4063-8DFA-E8B3C388801A}" type="pres">
      <dgm:prSet presAssocID="{D4C268C9-CC02-4911-B231-147163F7B28E}" presName="Name0" presStyleCnt="0">
        <dgm:presLayoutVars>
          <dgm:dir/>
          <dgm:animLvl val="lvl"/>
          <dgm:resizeHandles val="exact"/>
        </dgm:presLayoutVars>
      </dgm:prSet>
      <dgm:spPr/>
    </dgm:pt>
    <dgm:pt modelId="{59B2CFF0-E407-4A73-B4DB-26A5EA692F05}" type="pres">
      <dgm:prSet presAssocID="{FF6FA54B-B4CA-4149-9316-EEDE057E6768}" presName="linNode" presStyleCnt="0"/>
      <dgm:spPr/>
    </dgm:pt>
    <dgm:pt modelId="{E5C3C009-186F-4354-B587-438E3077780F}" type="pres">
      <dgm:prSet presAssocID="{FF6FA54B-B4CA-4149-9316-EEDE057E6768}" presName="parentText" presStyleLbl="node1" presStyleIdx="0" presStyleCnt="1" custFlipHor="1" custScaleX="1488">
        <dgm:presLayoutVars>
          <dgm:chMax val="1"/>
          <dgm:bulletEnabled val="1"/>
        </dgm:presLayoutVars>
      </dgm:prSet>
      <dgm:spPr/>
    </dgm:pt>
    <dgm:pt modelId="{B3B62975-ED3B-4288-99A0-0F8876ECA0EC}" type="pres">
      <dgm:prSet presAssocID="{FF6FA54B-B4CA-4149-9316-EEDE057E6768}" presName="descendantText" presStyleLbl="alignAccFollowNode1" presStyleIdx="0" presStyleCnt="1" custScaleY="125122">
        <dgm:presLayoutVars>
          <dgm:bulletEnabled val="1"/>
        </dgm:presLayoutVars>
      </dgm:prSet>
      <dgm:spPr/>
    </dgm:pt>
  </dgm:ptLst>
  <dgm:cxnLst>
    <dgm:cxn modelId="{A905861D-0B34-4E6F-818D-B51D424FD2B2}" type="presOf" srcId="{EC63888E-3928-43E7-BADF-6925BC4A0299}" destId="{B3B62975-ED3B-4288-99A0-0F8876ECA0EC}" srcOrd="0" destOrd="3" presId="urn:microsoft.com/office/officeart/2005/8/layout/vList5"/>
    <dgm:cxn modelId="{6CB6D423-C903-4D51-B553-D8EA4A00FECC}" srcId="{FF6FA54B-B4CA-4149-9316-EEDE057E6768}" destId="{9E0AA936-780F-4CB8-B77B-0AB9E172F8A7}" srcOrd="1" destOrd="0" parTransId="{CF525795-41B2-411F-ADA9-3CB5D4EBD313}" sibTransId="{E002F410-2608-417D-8B93-91BFA2935AF4}"/>
    <dgm:cxn modelId="{E94FC036-A09A-4981-B3DB-CFA6485A383F}" srcId="{FF6FA54B-B4CA-4149-9316-EEDE057E6768}" destId="{EC63888E-3928-43E7-BADF-6925BC4A0299}" srcOrd="3" destOrd="0" parTransId="{C470D96C-43AA-40E3-B4DA-BC90CF0665E1}" sibTransId="{37683845-362F-4E0C-A6B0-AC35E3B77882}"/>
    <dgm:cxn modelId="{62384454-C0B2-44BE-BCA9-31460ED4D4FA}" srcId="{D4C268C9-CC02-4911-B231-147163F7B28E}" destId="{FF6FA54B-B4CA-4149-9316-EEDE057E6768}" srcOrd="0" destOrd="0" parTransId="{F38AEF71-9509-4451-BCB3-EF2F1B280FBA}" sibTransId="{6D137AC5-F55F-4E94-A458-E69C21C4F49C}"/>
    <dgm:cxn modelId="{2F39B658-C9FF-4B59-A730-B5B76F27010A}" type="presOf" srcId="{A0032424-4B2F-4C6A-AAD1-521715103579}" destId="{B3B62975-ED3B-4288-99A0-0F8876ECA0EC}" srcOrd="0" destOrd="2" presId="urn:microsoft.com/office/officeart/2005/8/layout/vList5"/>
    <dgm:cxn modelId="{94F036C4-5B46-4568-8BC4-8EC57490A0D6}" type="presOf" srcId="{9E0AA936-780F-4CB8-B77B-0AB9E172F8A7}" destId="{B3B62975-ED3B-4288-99A0-0F8876ECA0EC}" srcOrd="0" destOrd="1" presId="urn:microsoft.com/office/officeart/2005/8/layout/vList5"/>
    <dgm:cxn modelId="{CBC857CE-B13F-4599-8BFF-3AC875CA9A09}" type="presOf" srcId="{FF6FA54B-B4CA-4149-9316-EEDE057E6768}" destId="{E5C3C009-186F-4354-B587-438E3077780F}" srcOrd="0" destOrd="0" presId="urn:microsoft.com/office/officeart/2005/8/layout/vList5"/>
    <dgm:cxn modelId="{77D072D6-4EFA-4E2C-BF04-09717D944FC2}" type="presOf" srcId="{974E24DD-7EAB-4B8A-B425-399A7703059D}" destId="{B3B62975-ED3B-4288-99A0-0F8876ECA0EC}" srcOrd="0" destOrd="0" presId="urn:microsoft.com/office/officeart/2005/8/layout/vList5"/>
    <dgm:cxn modelId="{10DA50F7-D8ED-4841-A541-347810523FCE}" srcId="{FF6FA54B-B4CA-4149-9316-EEDE057E6768}" destId="{A0032424-4B2F-4C6A-AAD1-521715103579}" srcOrd="2" destOrd="0" parTransId="{0E3A3591-8E5D-4B11-BDF6-16CCA4648257}" sibTransId="{CB99F9F9-7561-4D8D-AD74-8C29FEFBDD1F}"/>
    <dgm:cxn modelId="{FB18CDF9-2C10-436D-AB6B-BE1DE66F4085}" type="presOf" srcId="{D4C268C9-CC02-4911-B231-147163F7B28E}" destId="{C3F1164D-A740-4063-8DFA-E8B3C388801A}" srcOrd="0" destOrd="0" presId="urn:microsoft.com/office/officeart/2005/8/layout/vList5"/>
    <dgm:cxn modelId="{A649EAFD-B5BA-45A5-85C9-6174898CE72F}" srcId="{FF6FA54B-B4CA-4149-9316-EEDE057E6768}" destId="{974E24DD-7EAB-4B8A-B425-399A7703059D}" srcOrd="0" destOrd="0" parTransId="{968FF1E8-A7CD-42FF-B248-2A65AE92EA02}" sibTransId="{04AF6BC6-093E-4374-8609-47ACA7DCC976}"/>
    <dgm:cxn modelId="{9A736481-FD64-43B2-8E07-576066A047C0}" type="presParOf" srcId="{C3F1164D-A740-4063-8DFA-E8B3C388801A}" destId="{59B2CFF0-E407-4A73-B4DB-26A5EA692F05}" srcOrd="0" destOrd="0" presId="urn:microsoft.com/office/officeart/2005/8/layout/vList5"/>
    <dgm:cxn modelId="{690FF537-DD78-4688-9012-3C7209B35CB4}" type="presParOf" srcId="{59B2CFF0-E407-4A73-B4DB-26A5EA692F05}" destId="{E5C3C009-186F-4354-B587-438E3077780F}" srcOrd="0" destOrd="0" presId="urn:microsoft.com/office/officeart/2005/8/layout/vList5"/>
    <dgm:cxn modelId="{6E68E40D-B4FB-4D27-9144-E194F6AF2435}" type="presParOf" srcId="{59B2CFF0-E407-4A73-B4DB-26A5EA692F05}" destId="{B3B62975-ED3B-4288-99A0-0F8876ECA0E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D43398-C33C-41EC-AE9B-DBF42CC52DFA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42045E3-47C8-4688-9446-DF4F9106BD33}">
      <dgm:prSet/>
      <dgm:spPr/>
      <dgm:t>
        <a:bodyPr/>
        <a:lstStyle/>
        <a:p>
          <a:r>
            <a:rPr lang="en-US" b="1"/>
            <a:t>Number Format Pattern Syntax</a:t>
          </a:r>
          <a:endParaRPr lang="en-US"/>
        </a:p>
      </dgm:t>
    </dgm:pt>
    <dgm:pt modelId="{DCBB8C2E-8A38-419F-A524-9ABAB20B094F}" type="parTrans" cxnId="{63E24AFB-17D6-4EC6-BDD1-357E76418278}">
      <dgm:prSet/>
      <dgm:spPr/>
      <dgm:t>
        <a:bodyPr/>
        <a:lstStyle/>
        <a:p>
          <a:endParaRPr lang="en-US"/>
        </a:p>
      </dgm:t>
    </dgm:pt>
    <dgm:pt modelId="{902DA4C1-3897-466F-8DFA-25F065A16EA5}" type="sibTrans" cxnId="{63E24AFB-17D6-4EC6-BDD1-357E76418278}">
      <dgm:prSet/>
      <dgm:spPr/>
      <dgm:t>
        <a:bodyPr/>
        <a:lstStyle/>
        <a:p>
          <a:endParaRPr lang="en-US"/>
        </a:p>
      </dgm:t>
    </dgm:pt>
    <dgm:pt modelId="{2539C3BC-6D35-4DC0-9928-0C7C7B6A83E2}" type="pres">
      <dgm:prSet presAssocID="{E9D43398-C33C-41EC-AE9B-DBF42CC52DFA}" presName="linear" presStyleCnt="0">
        <dgm:presLayoutVars>
          <dgm:animLvl val="lvl"/>
          <dgm:resizeHandles val="exact"/>
        </dgm:presLayoutVars>
      </dgm:prSet>
      <dgm:spPr/>
    </dgm:pt>
    <dgm:pt modelId="{F7B83B10-B2A4-4C3A-9DF7-D4728AE5616C}" type="pres">
      <dgm:prSet presAssocID="{F42045E3-47C8-4688-9446-DF4F9106BD3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D61475F-9CED-4A92-A6B0-1DAC4DFB86C1}" type="presOf" srcId="{E9D43398-C33C-41EC-AE9B-DBF42CC52DFA}" destId="{2539C3BC-6D35-4DC0-9928-0C7C7B6A83E2}" srcOrd="0" destOrd="0" presId="urn:microsoft.com/office/officeart/2005/8/layout/vList2"/>
    <dgm:cxn modelId="{40733FCD-CA5A-405D-A337-9BFD40578186}" type="presOf" srcId="{F42045E3-47C8-4688-9446-DF4F9106BD33}" destId="{F7B83B10-B2A4-4C3A-9DF7-D4728AE5616C}" srcOrd="0" destOrd="0" presId="urn:microsoft.com/office/officeart/2005/8/layout/vList2"/>
    <dgm:cxn modelId="{63E24AFB-17D6-4EC6-BDD1-357E76418278}" srcId="{E9D43398-C33C-41EC-AE9B-DBF42CC52DFA}" destId="{F42045E3-47C8-4688-9446-DF4F9106BD33}" srcOrd="0" destOrd="0" parTransId="{DCBB8C2E-8A38-419F-A524-9ABAB20B094F}" sibTransId="{902DA4C1-3897-466F-8DFA-25F065A16EA5}"/>
    <dgm:cxn modelId="{2E1A1275-D0F1-45D5-BB55-723627DDB80D}" type="presParOf" srcId="{2539C3BC-6D35-4DC0-9928-0C7C7B6A83E2}" destId="{F7B83B10-B2A4-4C3A-9DF7-D4728AE561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5433E-ADC0-4DD3-8507-188B4B37C5E0}">
      <dsp:nvSpPr>
        <dsp:cNvPr id="0" name=""/>
        <dsp:cNvSpPr/>
      </dsp:nvSpPr>
      <dsp:spPr>
        <a:xfrm rot="5400000">
          <a:off x="1423303" y="-847439"/>
          <a:ext cx="5120640" cy="7882352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/>
            <a:t>A </a:t>
          </a:r>
          <a:r>
            <a:rPr lang="en-US" sz="3100" b="1" kern="1200"/>
            <a:t>DecimalFormat</a:t>
          </a:r>
          <a:r>
            <a:rPr lang="en-US" sz="3100" kern="1200"/>
            <a:t> object is associated with a pattern when it is created using the new command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 dirty="0"/>
            <a:t>The object can then be used with the method </a:t>
          </a:r>
          <a:r>
            <a:rPr lang="en-US" sz="3100" b="1" kern="1200" dirty="0"/>
            <a:t>format</a:t>
          </a:r>
          <a:r>
            <a:rPr lang="en-US" sz="3100" kern="1200" dirty="0"/>
            <a:t> to create strings that satisfy the format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3100" kern="1200"/>
            <a:t>An object of the class </a:t>
          </a:r>
          <a:r>
            <a:rPr lang="en-US" sz="3100" b="1" kern="1200"/>
            <a:t>DecimalFormat</a:t>
          </a:r>
          <a:r>
            <a:rPr lang="en-US" sz="3100" kern="1200"/>
            <a:t> has a number of different methods that can be used to produce numeral strings in various formats</a:t>
          </a:r>
        </a:p>
      </dsp:txBody>
      <dsp:txXfrm rot="-5400000">
        <a:off x="42448" y="783385"/>
        <a:ext cx="7632383" cy="4620702"/>
      </dsp:txXfrm>
    </dsp:sp>
    <dsp:sp modelId="{E9B402C6-4809-4EED-AE69-33E6AD82C954}">
      <dsp:nvSpPr>
        <dsp:cNvPr id="0" name=""/>
        <dsp:cNvSpPr/>
      </dsp:nvSpPr>
      <dsp:spPr>
        <a:xfrm flipH="1">
          <a:off x="18" y="0"/>
          <a:ext cx="42410" cy="6400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2088" y="2070"/>
        <a:ext cx="38270" cy="63966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688D6-B8B6-44D6-B0E1-D25A5F6178B4}">
      <dsp:nvSpPr>
        <dsp:cNvPr id="0" name=""/>
        <dsp:cNvSpPr/>
      </dsp:nvSpPr>
      <dsp:spPr>
        <a:xfrm rot="5400000">
          <a:off x="1512699" y="318456"/>
          <a:ext cx="5796398" cy="5611486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import </a:t>
          </a:r>
          <a:r>
            <a:rPr lang="en-US" sz="2400" kern="1200" dirty="0" err="1"/>
            <a:t>java.text.DecimalFormat</a:t>
          </a:r>
          <a:r>
            <a:rPr lang="en-US" sz="2400" kern="1200" dirty="0"/>
            <a:t>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Instantiate a </a:t>
          </a:r>
          <a:r>
            <a:rPr lang="en-US" sz="2400" kern="1200" dirty="0" err="1"/>
            <a:t>DecimalFormat</a:t>
          </a:r>
          <a:r>
            <a:rPr lang="en-US" sz="2400" kern="1200" dirty="0"/>
            <a:t> object using a constructor which passes a String for the pattern: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b="1" kern="1200" dirty="0" err="1"/>
            <a:t>DecimalFormat</a:t>
          </a:r>
          <a:r>
            <a:rPr lang="en-US" sz="2400" b="1" kern="1200" dirty="0"/>
            <a:t> </a:t>
          </a:r>
          <a:r>
            <a:rPr lang="en-US" sz="2400" b="1" kern="1200" dirty="0" err="1"/>
            <a:t>pricePattern</a:t>
          </a:r>
          <a:r>
            <a:rPr lang="en-US" sz="2400" b="1" kern="1200" dirty="0"/>
            <a:t> = new	</a:t>
          </a:r>
          <a:r>
            <a:rPr lang="en-US" sz="2400" b="1" kern="1200" dirty="0" err="1"/>
            <a:t>DecimalFormat</a:t>
          </a:r>
          <a:r>
            <a:rPr lang="en-US" sz="2400" b="1" kern="1200" dirty="0"/>
            <a:t>(“$0.00”);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Use the </a:t>
          </a:r>
          <a:r>
            <a:rPr lang="en-US" sz="2400" kern="1200" dirty="0" err="1"/>
            <a:t>DecimalFormat</a:t>
          </a:r>
          <a:r>
            <a:rPr lang="en-US" sz="2400" kern="1200" dirty="0"/>
            <a:t> class’s method </a:t>
          </a:r>
          <a:r>
            <a:rPr lang="en-US" sz="2400" i="1" kern="1200" dirty="0"/>
            <a:t>format</a:t>
          </a:r>
          <a:r>
            <a:rPr lang="en-US" sz="2400" kern="1200" dirty="0"/>
            <a:t> to format a number and return a String: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double price = 38.9555555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b="1" kern="1200" dirty="0" err="1"/>
            <a:t>System.out.println</a:t>
          </a:r>
          <a:r>
            <a:rPr lang="en-US" sz="2400" b="1" kern="1200" dirty="0"/>
            <a:t>(</a:t>
          </a:r>
          <a:r>
            <a:rPr lang="en-US" sz="2400" b="1" kern="1200" dirty="0" err="1"/>
            <a:t>pricepattern.format</a:t>
          </a:r>
          <a:r>
            <a:rPr lang="en-US" sz="2400" b="1" kern="1200" dirty="0"/>
            <a:t>(price));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400" kern="1200" dirty="0"/>
            <a:t>Result:  $38.55</a:t>
          </a:r>
        </a:p>
      </dsp:txBody>
      <dsp:txXfrm rot="-5400000">
        <a:off x="1605155" y="499930"/>
        <a:ext cx="5337556" cy="5248538"/>
      </dsp:txXfrm>
    </dsp:sp>
    <dsp:sp modelId="{39FD71F8-16EF-4E25-B3F0-2DC149E8E724}">
      <dsp:nvSpPr>
        <dsp:cNvPr id="0" name=""/>
        <dsp:cNvSpPr/>
      </dsp:nvSpPr>
      <dsp:spPr>
        <a:xfrm>
          <a:off x="1551306" y="3050"/>
          <a:ext cx="53849" cy="624229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How to use Decimal Format</a:t>
          </a:r>
        </a:p>
      </dsp:txBody>
      <dsp:txXfrm>
        <a:off x="1553935" y="5679"/>
        <a:ext cx="48591" cy="6237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39615-967D-4041-B40B-334469F77574}">
      <dsp:nvSpPr>
        <dsp:cNvPr id="0" name=""/>
        <dsp:cNvSpPr/>
      </dsp:nvSpPr>
      <dsp:spPr>
        <a:xfrm rot="5400000">
          <a:off x="1589271" y="204184"/>
          <a:ext cx="5387159" cy="5482069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300" kern="1200" dirty="0"/>
            <a:t>Create a </a:t>
          </a:r>
          <a:r>
            <a:rPr lang="en-US" sz="2300" kern="1200" dirty="0" err="1"/>
            <a:t>DecimalFormat</a:t>
          </a:r>
          <a:r>
            <a:rPr lang="en-US" sz="2300" kern="1200" dirty="0"/>
            <a:t> object to help format numbers – the default format  gives 3 decimal places: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300" b="1" kern="1200" dirty="0" err="1"/>
            <a:t>DecimalFormat</a:t>
          </a:r>
          <a:r>
            <a:rPr lang="en-US" sz="2300" b="1" kern="1200" dirty="0"/>
            <a:t> formatter = new </a:t>
          </a:r>
          <a:r>
            <a:rPr lang="en-US" sz="2300" b="1" kern="1200" dirty="0" err="1"/>
            <a:t>DecimalFormat</a:t>
          </a:r>
          <a:r>
            <a:rPr lang="en-US" sz="2300" b="1" kern="1200" dirty="0"/>
            <a:t>( );  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300" b="1" kern="1200" dirty="0"/>
            <a:t>String pattern = “###,###.###”;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300" b="1" kern="1200" dirty="0" err="1"/>
            <a:t>DecimalFormat</a:t>
          </a:r>
          <a:r>
            <a:rPr lang="en-US" sz="2300" b="1" kern="1200" dirty="0"/>
            <a:t> formatter = new </a:t>
          </a:r>
          <a:r>
            <a:rPr lang="en-US" sz="2300" b="1" kern="1200" dirty="0" err="1"/>
            <a:t>DecimalFormat</a:t>
          </a:r>
          <a:r>
            <a:rPr lang="en-US" sz="2300" b="1" kern="1200" dirty="0"/>
            <a:t>( pattern);  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300" b="1" kern="1200" dirty="0"/>
            <a:t>String number = </a:t>
          </a:r>
          <a:r>
            <a:rPr lang="en-US" sz="2300" b="1" kern="1200" dirty="0" err="1"/>
            <a:t>formatter.format</a:t>
          </a:r>
          <a:r>
            <a:rPr lang="en-US" sz="2300" b="1" kern="1200" dirty="0"/>
            <a:t>(123456789.123);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300" kern="1200" dirty="0"/>
            <a:t>number will look like: 123,456,789.123</a:t>
          </a:r>
        </a:p>
      </dsp:txBody>
      <dsp:txXfrm rot="-5400000">
        <a:off x="1541817" y="514618"/>
        <a:ext cx="5219090" cy="4861201"/>
      </dsp:txXfrm>
    </dsp:sp>
    <dsp:sp modelId="{3869D9CF-80F9-49E3-8AB9-07C1AAA40447}">
      <dsp:nvSpPr>
        <dsp:cNvPr id="0" name=""/>
        <dsp:cNvSpPr/>
      </dsp:nvSpPr>
      <dsp:spPr>
        <a:xfrm flipH="1">
          <a:off x="1518966" y="0"/>
          <a:ext cx="45730" cy="57912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1521198" y="2232"/>
        <a:ext cx="41266" cy="57867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62975-ED3B-4288-99A0-0F8876ECA0EC}">
      <dsp:nvSpPr>
        <dsp:cNvPr id="0" name=""/>
        <dsp:cNvSpPr/>
      </dsp:nvSpPr>
      <dsp:spPr>
        <a:xfrm rot="5400000">
          <a:off x="1701527" y="-139828"/>
          <a:ext cx="5177017" cy="5456681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b="1" kern="1200" dirty="0"/>
            <a:t>import </a:t>
          </a:r>
          <a:r>
            <a:rPr lang="en-US" sz="2500" b="1" kern="1200" dirty="0" err="1"/>
            <a:t>java.text.NumberFormat</a:t>
          </a:r>
          <a:r>
            <a:rPr lang="en-US" sz="2500" b="1" kern="1200" dirty="0"/>
            <a:t>;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/>
            <a:t>An object of </a:t>
          </a:r>
          <a:r>
            <a:rPr lang="en-US" sz="2500" b="1" kern="1200"/>
            <a:t>NumberFormat</a:t>
          </a:r>
          <a:r>
            <a:rPr lang="en-US" sz="2500" kern="1200"/>
            <a:t> must then be created using the </a:t>
          </a:r>
          <a:r>
            <a:rPr lang="en-US" sz="2500" b="1" kern="1200"/>
            <a:t>getCurrencyInstance()</a:t>
          </a:r>
          <a:r>
            <a:rPr lang="en-US" sz="2500" kern="1200"/>
            <a:t> method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500" kern="1200"/>
            <a:t>The </a:t>
          </a:r>
          <a:r>
            <a:rPr lang="en-US" sz="2500" b="1" kern="1200"/>
            <a:t>format</a:t>
          </a:r>
          <a:r>
            <a:rPr lang="en-US" sz="2500" kern="1200"/>
            <a:t> method takes a floating-point number as an argument and returns a </a:t>
          </a:r>
          <a:r>
            <a:rPr lang="en-US" sz="2500" b="1" kern="1200"/>
            <a:t>String</a:t>
          </a:r>
          <a:r>
            <a:rPr lang="en-US" sz="2500" kern="1200"/>
            <a:t> value representation of the number in the local currency</a:t>
          </a:r>
        </a:p>
      </dsp:txBody>
      <dsp:txXfrm rot="-5400000">
        <a:off x="1561696" y="252724"/>
        <a:ext cx="5203960" cy="4671575"/>
      </dsp:txXfrm>
    </dsp:sp>
    <dsp:sp modelId="{E5C3C009-186F-4354-B587-438E3077780F}">
      <dsp:nvSpPr>
        <dsp:cNvPr id="0" name=""/>
        <dsp:cNvSpPr/>
      </dsp:nvSpPr>
      <dsp:spPr>
        <a:xfrm flipH="1">
          <a:off x="1516022" y="2527"/>
          <a:ext cx="45672" cy="517196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Using the </a:t>
          </a:r>
          <a:r>
            <a:rPr lang="en-US" sz="500" b="1" kern="1200" dirty="0" err="1"/>
            <a:t>NumberFormat</a:t>
          </a:r>
          <a:r>
            <a:rPr lang="en-US" sz="500" kern="1200" dirty="0"/>
            <a:t> class enables a program to output amounts of money using the appropriate format</a:t>
          </a:r>
        </a:p>
      </dsp:txBody>
      <dsp:txXfrm>
        <a:off x="1518252" y="4757"/>
        <a:ext cx="41212" cy="51675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83B10-B2A4-4C3A-9DF7-D4728AE5616C}">
      <dsp:nvSpPr>
        <dsp:cNvPr id="0" name=""/>
        <dsp:cNvSpPr/>
      </dsp:nvSpPr>
      <dsp:spPr>
        <a:xfrm>
          <a:off x="0" y="3607"/>
          <a:ext cx="8229600" cy="98338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Number Format Pattern Syntax</a:t>
          </a:r>
          <a:endParaRPr lang="en-US" sz="4100" kern="1200"/>
        </a:p>
      </dsp:txBody>
      <dsp:txXfrm>
        <a:off x="48005" y="51612"/>
        <a:ext cx="8133590" cy="88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06369-EA21-4C45-B46D-187E0AF21200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25D7D-C685-4F2F-A307-A4015A6D7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6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6411FD-0BC7-47EF-AF86-3E30C13FDB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9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47DA0B4-6BB1-4B52-B3F9-B6758A6A364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7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B4D012-3B32-4F51-96CD-EF324A9E2E8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0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E577E-351C-49F8-AFCD-C71F25C132A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27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E9F760-23DA-4314-B165-A1D484C7AD1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8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2419-9826-43F7-BB09-80425D0399E7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Liang, Introduction to Java Programming, Ninth Edition, (c) 2013 Pearson Education, Inc. All rights reserved. </a:t>
            </a: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5B3A9C0-F9E6-4C88-9B83-7F4182E8FC8D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72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6FCE-3B46-4BD8-8B5B-A7433D22DB60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0C4E6-DB06-40B7-ABF2-D15F9E23FDB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3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7D6F-A282-445C-BBB2-0253591055E7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C94B2CC-0B5F-4ED4-91D9-CA2D5F5747F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45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8C22F-5641-414D-ABFD-BAFA14631396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54DE9FB-BE73-4F54-A4F3-48C3DF7EB1D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9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B37A-6612-4B14-AA92-1E42F9B4D734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E1868325-D32C-45FD-9885-A2239E338EE5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1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FB540-F662-4AF6-8F8D-C50CA63F1BDA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3E6E4-CF2B-4BDC-B891-274A058438C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5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419-82F3-4863-9FE6-06DE44E53A3A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0B962-1860-46EE-B715-074103C5D48D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84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2EC7-7537-4520-BC0D-3DBDE1850BF0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79AF-3DE3-40AF-AC4C-4E61B42DBD2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78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FBB0-C564-4A8A-8C6C-97A6F362AC2F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53552EE7-AAD9-4C61-AF33-0593C9359C51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42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5FED13A-12C8-40CB-AAEA-00A7A61FB33F}" type="datetime1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9EC5C3-4293-4DFC-AAD5-C6C60F807C1F}" type="slidenum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14465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5FED13A-12C8-40CB-AAEA-00A7A61FB33F}" type="datetime1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9EC5C3-4293-4DFC-AAD5-C6C60F807C1F}" type="slidenum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777089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5FED13A-12C8-40CB-AAEA-00A7A61FB33F}" type="datetime1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9EC5C3-4293-4DFC-AAD5-C6C60F807C1F}" type="slidenum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8211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5FED13A-12C8-40CB-AAEA-00A7A61FB33F}" type="datetime1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9EC5C3-4293-4DFC-AAD5-C6C60F807C1F}" type="slidenum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877854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5FED13A-12C8-40CB-AAEA-00A7A61FB33F}" type="datetime1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9EC5C3-4293-4DFC-AAD5-C6C60F807C1F}" type="slidenum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95112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8C1A-0116-4CCD-9187-B6B1DCBE32B7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37A2C-00B5-434A-9179-BEDC32C540F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622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0AB-6B6C-42E7-BF37-894050FDE9D6}" type="datetime1">
              <a:rPr lang="en-US" smtClean="0">
                <a:solidFill>
                  <a:srgbClr val="FFFFFF"/>
                </a:solidFill>
              </a:rPr>
              <a:pPr/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5B1B-35EE-489B-80CA-6DFBC8D486C5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97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5FED13A-12C8-40CB-AAEA-00A7A61FB33F}" type="datetime1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1/3/2023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9EC5C3-4293-4DFC-AAD5-C6C60F807C1F}" type="slidenum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65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ncil and answer-sheet">
            <a:extLst>
              <a:ext uri="{FF2B5EF4-FFF2-40B4-BE49-F238E27FC236}">
                <a16:creationId xmlns:a16="http://schemas.microsoft.com/office/drawing/2014/main" id="{14D1C817-5E0B-089A-266F-333234AEEE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24334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09" y="2514600"/>
            <a:ext cx="6686550" cy="226278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000" b="1" dirty="0"/>
              <a:t>Number and Decimal Format Classes</a:t>
            </a:r>
            <a:br>
              <a:rPr lang="en-US" sz="3000" b="1" dirty="0"/>
            </a:br>
            <a:r>
              <a:rPr lang="en-US" sz="3000" dirty="0"/>
              <a:t>How to make your numerical data look good</a:t>
            </a:r>
            <a:br>
              <a:rPr lang="en-US" sz="3000" dirty="0"/>
            </a:br>
            <a:endParaRPr lang="en-US" sz="30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5753F1-EEE2-45ED-88A1-ECB4A495D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3E3E7343-7B0A-4265-B9DA-56CE35551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>
              <a:extLst>
                <a:ext uri="{FF2B5EF4-FFF2-40B4-BE49-F238E27FC236}">
                  <a16:creationId xmlns:a16="http://schemas.microsoft.com/office/drawing/2014/main" id="{608D2FF5-E7CA-448D-8B61-42FAA7A0C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>
              <a:extLst>
                <a:ext uri="{FF2B5EF4-FFF2-40B4-BE49-F238E27FC236}">
                  <a16:creationId xmlns:a16="http://schemas.microsoft.com/office/drawing/2014/main" id="{DC186DC7-6F76-40B7-8268-20660160E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4C8DDEC4-2C9A-4271-BBB3-577233F2E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D8DB0C2B-A79C-421F-88AB-DC7B12527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B3BC96E3-7FEF-4BFD-8E2C-028CB3772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>
              <a:extLst>
                <a:ext uri="{FF2B5EF4-FFF2-40B4-BE49-F238E27FC236}">
                  <a16:creationId xmlns:a16="http://schemas.microsoft.com/office/drawing/2014/main" id="{E7ED35DB-BAAE-4771-A0A0-65647ACC5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>
              <a:extLst>
                <a:ext uri="{FF2B5EF4-FFF2-40B4-BE49-F238E27FC236}">
                  <a16:creationId xmlns:a16="http://schemas.microsoft.com/office/drawing/2014/main" id="{4407B080-4ED5-43EB-8CCE-B43B336EF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8C10C675-F599-45D3-8177-D7F7DEC16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E2566A74-B9B1-469F-A373-3B3C60175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>
              <a:extLst>
                <a:ext uri="{FF2B5EF4-FFF2-40B4-BE49-F238E27FC236}">
                  <a16:creationId xmlns:a16="http://schemas.microsoft.com/office/drawing/2014/main" id="{D108E5CB-8D77-4568-B6FF-2C3032134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>
              <a:extLst>
                <a:ext uri="{FF2B5EF4-FFF2-40B4-BE49-F238E27FC236}">
                  <a16:creationId xmlns:a16="http://schemas.microsoft.com/office/drawing/2014/main" id="{7D8349D8-2AE2-4C78-84ED-22125F147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2458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59E58E6-E366-4D82-8554-345E8DDF0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291406"/>
              </p:ext>
            </p:extLst>
          </p:nvPr>
        </p:nvGraphicFramePr>
        <p:xfrm>
          <a:off x="1219200" y="1118157"/>
          <a:ext cx="7924800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C254EE-F70F-0FE5-C48F-6C0536C6B267}"/>
              </a:ext>
            </a:extLst>
          </p:cNvPr>
          <p:cNvSpPr txBox="1"/>
          <p:nvPr/>
        </p:nvSpPr>
        <p:spPr>
          <a:xfrm>
            <a:off x="1312592" y="457200"/>
            <a:ext cx="77380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/>
              <a:t>Using the </a:t>
            </a:r>
            <a:r>
              <a:rPr lang="en-US" sz="2400" b="1" dirty="0" err="1"/>
              <a:t>DecimalFormat</a:t>
            </a:r>
            <a:r>
              <a:rPr lang="en-US" sz="2400" dirty="0"/>
              <a:t> class enables a program </a:t>
            </a:r>
          </a:p>
          <a:p>
            <a:pPr lvl="0"/>
            <a:r>
              <a:rPr lang="en-US" sz="2400" dirty="0"/>
              <a:t>to format numbers in a variety of ways</a:t>
            </a:r>
          </a:p>
        </p:txBody>
      </p:sp>
    </p:spTree>
    <p:extLst>
      <p:ext uri="{BB962C8B-B14F-4D97-AF65-F5344CB8AC3E}">
        <p14:creationId xmlns:p14="http://schemas.microsoft.com/office/powerpoint/2010/main" val="3044748613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6156D0-9777-4817-BC27-517BF6F16F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7417703"/>
              </p:ext>
            </p:extLst>
          </p:nvPr>
        </p:nvGraphicFramePr>
        <p:xfrm>
          <a:off x="340883" y="762000"/>
          <a:ext cx="8767948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77E9E1F-9B46-97A7-E186-4966CAB0D77D}"/>
              </a:ext>
            </a:extLst>
          </p:cNvPr>
          <p:cNvSpPr txBox="1"/>
          <p:nvPr/>
        </p:nvSpPr>
        <p:spPr>
          <a:xfrm>
            <a:off x="1752600" y="161835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/>
              <a:t>How to use Decimal Format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48299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0F2135-7B7A-4924-B7AB-A21D3B96C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481801"/>
              </p:ext>
            </p:extLst>
          </p:nvPr>
        </p:nvGraphicFramePr>
        <p:xfrm>
          <a:off x="822533" y="992162"/>
          <a:ext cx="8565734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20EC0F8-83ED-FB1D-01AE-07C5D9B85815}"/>
              </a:ext>
            </a:extLst>
          </p:cNvPr>
          <p:cNvSpPr txBox="1"/>
          <p:nvPr/>
        </p:nvSpPr>
        <p:spPr>
          <a:xfrm>
            <a:off x="2667000" y="381000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Another Example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16783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"/>
          <p:cNvSpPr>
            <a:spLocks noGrp="1" noChangeArrowheads="1"/>
          </p:cNvSpPr>
          <p:nvPr>
            <p:ph type="title"/>
          </p:nvPr>
        </p:nvSpPr>
        <p:spPr>
          <a:xfrm>
            <a:off x="1752600" y="185737"/>
            <a:ext cx="6589199" cy="128089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The </a:t>
            </a:r>
            <a:r>
              <a:rPr lang="en-US" sz="3200" b="1" dirty="0" err="1">
                <a:latin typeface="Courier New" pitchFamily="49" charset="0"/>
              </a:rPr>
              <a:t>DecimalFormat</a:t>
            </a:r>
            <a:r>
              <a:rPr lang="en-US" sz="3200" dirty="0"/>
              <a:t> Class </a:t>
            </a:r>
            <a:br>
              <a:rPr lang="en-US" sz="3200" dirty="0"/>
            </a:br>
            <a:r>
              <a:rPr lang="en-US" sz="3200" dirty="0"/>
              <a:t>(Part 1 of 3)</a:t>
            </a:r>
          </a:p>
        </p:txBody>
      </p:sp>
      <p:pic>
        <p:nvPicPr>
          <p:cNvPr id="36867" name="Picture 13" descr="savitch_c02d05_1of3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41585"/>
            <a:ext cx="7772400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7321311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26370" y="243110"/>
            <a:ext cx="6589199" cy="128089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/>
              <a:t>The </a:t>
            </a:r>
            <a:r>
              <a:rPr lang="en-US" sz="3200" b="1">
                <a:latin typeface="Courier New" pitchFamily="49" charset="0"/>
              </a:rPr>
              <a:t>DecimalFormat</a:t>
            </a:r>
            <a:r>
              <a:rPr lang="en-US" sz="3200"/>
              <a:t> Class </a:t>
            </a:r>
            <a:br>
              <a:rPr lang="en-US" sz="3200"/>
            </a:br>
            <a:r>
              <a:rPr lang="en-US" sz="3200"/>
              <a:t>(Part 2 of 3)</a:t>
            </a:r>
          </a:p>
        </p:txBody>
      </p:sp>
      <p:pic>
        <p:nvPicPr>
          <p:cNvPr id="37891" name="Picture 3" descr="savitch_c02d05_2of3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69" y="1600200"/>
            <a:ext cx="7772400" cy="465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0167610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46801" y="243110"/>
            <a:ext cx="6589199" cy="128089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/>
              <a:t>The </a:t>
            </a:r>
            <a:r>
              <a:rPr lang="en-US" sz="3200" b="1" dirty="0" err="1">
                <a:latin typeface="Courier New" pitchFamily="49" charset="0"/>
              </a:rPr>
              <a:t>DecimalFormat</a:t>
            </a:r>
            <a:r>
              <a:rPr lang="en-US" sz="3200" dirty="0"/>
              <a:t> Class </a:t>
            </a:r>
            <a:br>
              <a:rPr lang="en-US" sz="3200" dirty="0"/>
            </a:br>
            <a:r>
              <a:rPr lang="en-US" sz="3200" dirty="0"/>
              <a:t>(Part 3 of 3)</a:t>
            </a:r>
          </a:p>
        </p:txBody>
      </p:sp>
      <p:pic>
        <p:nvPicPr>
          <p:cNvPr id="38915" name="Picture 3" descr="savitch_c02d05_3of3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7772400" cy="469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9240515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CE0E45E-174B-4239-9000-C2596804E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96345"/>
              </p:ext>
            </p:extLst>
          </p:nvPr>
        </p:nvGraphicFramePr>
        <p:xfrm>
          <a:off x="381000" y="1376174"/>
          <a:ext cx="8534400" cy="517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A7F8445-DAAE-DC89-8BDD-756FF903C545}"/>
              </a:ext>
            </a:extLst>
          </p:cNvPr>
          <p:cNvSpPr txBox="1"/>
          <p:nvPr/>
        </p:nvSpPr>
        <p:spPr>
          <a:xfrm>
            <a:off x="1447800" y="175846"/>
            <a:ext cx="78662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Using the </a:t>
            </a:r>
            <a:r>
              <a:rPr lang="en-US" sz="2400" b="1" dirty="0" err="1"/>
              <a:t>NumberFormat</a:t>
            </a:r>
            <a:r>
              <a:rPr lang="en-US" sz="2400" b="1" dirty="0"/>
              <a:t> class enables a program </a:t>
            </a:r>
          </a:p>
          <a:p>
            <a:r>
              <a:rPr lang="en-US" sz="2400" b="1" dirty="0"/>
              <a:t>to output amounts of money using the appropriate </a:t>
            </a:r>
          </a:p>
          <a:p>
            <a:r>
              <a:rPr lang="en-US" sz="2400" b="1" dirty="0"/>
              <a:t>format</a:t>
            </a:r>
          </a:p>
        </p:txBody>
      </p:sp>
    </p:spTree>
    <p:extLst>
      <p:ext uri="{BB962C8B-B14F-4D97-AF65-F5344CB8AC3E}">
        <p14:creationId xmlns:p14="http://schemas.microsoft.com/office/powerpoint/2010/main" val="774081408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766D9-55FF-478D-B574-8F976194D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04800"/>
            <a:ext cx="7901101" cy="579170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CD0A1C-AA7A-487A-A922-0DA1C934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912750"/>
            <a:ext cx="1548518" cy="177409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65104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5F3C025-FA41-4F2D-B092-C43217E52E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2418549"/>
              </p:ext>
            </p:extLst>
          </p:nvPr>
        </p:nvGraphicFramePr>
        <p:xfrm>
          <a:off x="457200" y="190500"/>
          <a:ext cx="82296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56260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0	A digit - always displayed, even if number has less digits (then 0 is 	displayed)</a:t>
            </a:r>
          </a:p>
          <a:p>
            <a:pPr marL="0" indent="0">
              <a:buNone/>
            </a:pPr>
            <a:r>
              <a:rPr lang="en-US" sz="1800" dirty="0"/>
              <a:t>#	A digit, leading zeroes are omitted.</a:t>
            </a:r>
          </a:p>
          <a:p>
            <a:pPr marL="0" indent="0">
              <a:buNone/>
            </a:pPr>
            <a:r>
              <a:rPr lang="en-US" sz="1800" dirty="0"/>
              <a:t>.	Marks decimal separator</a:t>
            </a:r>
          </a:p>
          <a:p>
            <a:pPr marL="0" indent="0">
              <a:buNone/>
            </a:pPr>
            <a:r>
              <a:rPr lang="en-US" sz="1800" dirty="0"/>
              <a:t>,	Marks grouping separator (e.g. thousand separator)</a:t>
            </a:r>
          </a:p>
          <a:p>
            <a:pPr marL="0" indent="0">
              <a:buNone/>
            </a:pPr>
            <a:r>
              <a:rPr lang="en-US" sz="1800" dirty="0"/>
              <a:t>E	Marks separation of mantissa and exponent for exponential formats.</a:t>
            </a:r>
          </a:p>
          <a:p>
            <a:pPr marL="0" indent="0">
              <a:buNone/>
            </a:pPr>
            <a:r>
              <a:rPr lang="en-US" sz="1800" dirty="0"/>
              <a:t>;	Separates formats</a:t>
            </a:r>
          </a:p>
          <a:p>
            <a:pPr marL="0" indent="0">
              <a:buNone/>
            </a:pPr>
            <a:r>
              <a:rPr lang="en-US" sz="1800" dirty="0"/>
              <a:t>-	Marks the negative number prefix</a:t>
            </a:r>
          </a:p>
          <a:p>
            <a:pPr marL="0" indent="0">
              <a:buNone/>
            </a:pPr>
            <a:r>
              <a:rPr lang="en-US" sz="1800" dirty="0"/>
              <a:t>%	Multiplies by 100 and shows number as percentage</a:t>
            </a:r>
          </a:p>
          <a:p>
            <a:pPr marL="0" indent="0">
              <a:buNone/>
            </a:pPr>
            <a:r>
              <a:rPr lang="en-US" sz="1800" dirty="0"/>
              <a:t>?	Multiplies by 1000 and shows number as per mille</a:t>
            </a:r>
          </a:p>
          <a:p>
            <a:pPr marL="0" indent="0">
              <a:buNone/>
            </a:pPr>
            <a:r>
              <a:rPr lang="en-US" sz="1800" dirty="0"/>
              <a:t>¤	Currency sign - replaced by the currency sign for the Locale. Also 	makes formatting use the monetary decimal separator instead of 	normal decimal 	separator. ¤¤ makes formatting use international 	monetary symbols.</a:t>
            </a:r>
          </a:p>
          <a:p>
            <a:pPr marL="0" indent="0">
              <a:buNone/>
            </a:pPr>
            <a:r>
              <a:rPr lang="en-US" sz="1800" dirty="0"/>
              <a:t>X	Marks a character to be used in number prefix or suffix</a:t>
            </a:r>
          </a:p>
          <a:p>
            <a:pPr marL="0" indent="0">
              <a:buNone/>
            </a:pPr>
            <a:r>
              <a:rPr lang="en-US" sz="1800" dirty="0"/>
              <a:t>'	Marks a quote around special characters in prefix or suffix of 	formatted number.</a:t>
            </a:r>
          </a:p>
        </p:txBody>
      </p:sp>
    </p:spTree>
    <p:extLst>
      <p:ext uri="{BB962C8B-B14F-4D97-AF65-F5344CB8AC3E}">
        <p14:creationId xmlns:p14="http://schemas.microsoft.com/office/powerpoint/2010/main" val="3708536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</TotalTime>
  <Words>492</Words>
  <Application>Microsoft Office PowerPoint</Application>
  <PresentationFormat>On-screen Show (4:3)</PresentationFormat>
  <Paragraphs>50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Courier New</vt:lpstr>
      <vt:lpstr>Wingdings 3</vt:lpstr>
      <vt:lpstr>Wisp</vt:lpstr>
      <vt:lpstr>Number and Decimal Format Classes How to make your numerical data look good </vt:lpstr>
      <vt:lpstr>PowerPoint Presentation</vt:lpstr>
      <vt:lpstr>PowerPoint Presentation</vt:lpstr>
      <vt:lpstr>PowerPoint Presentation</vt:lpstr>
      <vt:lpstr>The DecimalFormat Class  (Part 1 of 3)</vt:lpstr>
      <vt:lpstr>The DecimalFormat Class  (Part 2 of 3)</vt:lpstr>
      <vt:lpstr>The DecimalFormat Class  (Part 3 of 3)</vt:lpstr>
      <vt:lpstr>PowerPoint Presentation</vt:lpstr>
      <vt:lpstr>PowerPoint Presentation</vt:lpstr>
      <vt:lpstr>PowerPoint Presentation</vt:lpstr>
    </vt:vector>
  </TitlesOfParts>
  <Company>Central New Mexico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Decimal Format Class</dc:title>
  <dc:creator>Windows User</dc:creator>
  <cp:lastModifiedBy>Ivonne Nelson</cp:lastModifiedBy>
  <cp:revision>14</cp:revision>
  <dcterms:created xsi:type="dcterms:W3CDTF">2013-01-06T17:20:16Z</dcterms:created>
  <dcterms:modified xsi:type="dcterms:W3CDTF">2023-01-03T22:35:25Z</dcterms:modified>
</cp:coreProperties>
</file>