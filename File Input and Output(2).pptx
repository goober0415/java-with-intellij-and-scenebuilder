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4" r:id="rId4"/>
    <p:sldId id="265" r:id="rId5"/>
    <p:sldId id="258" r:id="rId6"/>
    <p:sldId id="260" r:id="rId7"/>
    <p:sldId id="269" r:id="rId8"/>
    <p:sldId id="274" r:id="rId9"/>
    <p:sldId id="266" r:id="rId10"/>
    <p:sldId id="270" r:id="rId11"/>
    <p:sldId id="271" r:id="rId12"/>
    <p:sldId id="268" r:id="rId13"/>
    <p:sldId id="275" r:id="rId14"/>
    <p:sldId id="267" r:id="rId15"/>
    <p:sldId id="280" r:id="rId16"/>
    <p:sldId id="272" r:id="rId17"/>
    <p:sldId id="273" r:id="rId18"/>
    <p:sldId id="277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1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5801A7-4293-46D9-9422-AECC40672037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7C7DE13-9990-4EE8-B5A6-73F4E04E5C72}">
      <dgm:prSet/>
      <dgm:spPr/>
      <dgm:t>
        <a:bodyPr/>
        <a:lstStyle/>
        <a:p>
          <a:r>
            <a:rPr lang="en-US" dirty="0"/>
            <a:t>The File Class</a:t>
          </a:r>
        </a:p>
      </dgm:t>
    </dgm:pt>
    <dgm:pt modelId="{C22BFA27-487D-49F1-8642-B0CDC014722E}" type="parTrans" cxnId="{08603E02-6400-409C-B93A-01D85CFB8CE9}">
      <dgm:prSet/>
      <dgm:spPr/>
      <dgm:t>
        <a:bodyPr/>
        <a:lstStyle/>
        <a:p>
          <a:endParaRPr lang="en-US"/>
        </a:p>
      </dgm:t>
    </dgm:pt>
    <dgm:pt modelId="{1B8CF5B0-9A63-4F6F-AF78-851CAE389B5E}" type="sibTrans" cxnId="{08603E02-6400-409C-B93A-01D85CFB8CE9}">
      <dgm:prSet/>
      <dgm:spPr/>
      <dgm:t>
        <a:bodyPr/>
        <a:lstStyle/>
        <a:p>
          <a:endParaRPr lang="en-US"/>
        </a:p>
      </dgm:t>
    </dgm:pt>
    <dgm:pt modelId="{776290B1-A203-465E-878C-4196E6E45F60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The filename is a string.</a:t>
          </a:r>
        </a:p>
      </dgm:t>
    </dgm:pt>
    <dgm:pt modelId="{6A31CAC6-ADB0-4890-AB54-D8E05066E7DE}" type="parTrans" cxnId="{4D93B0BA-CA76-497C-8344-13B81ED4D515}">
      <dgm:prSet/>
      <dgm:spPr/>
      <dgm:t>
        <a:bodyPr/>
        <a:lstStyle/>
        <a:p>
          <a:endParaRPr lang="en-US"/>
        </a:p>
      </dgm:t>
    </dgm:pt>
    <dgm:pt modelId="{565218FA-0E19-4753-9197-532D644FC9A3}" type="sibTrans" cxnId="{4D93B0BA-CA76-497C-8344-13B81ED4D515}">
      <dgm:prSet/>
      <dgm:spPr/>
      <dgm:t>
        <a:bodyPr/>
        <a:lstStyle/>
        <a:p>
          <a:endParaRPr lang="en-US"/>
        </a:p>
      </dgm:t>
    </dgm:pt>
    <dgm:pt modelId="{08426147-D604-4361-BD88-407977A241C5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The File class is a wrapper class for the file name and its directory path. </a:t>
          </a:r>
        </a:p>
      </dgm:t>
    </dgm:pt>
    <dgm:pt modelId="{1079C51A-4646-47A6-8071-EE2B65A47C74}" type="parTrans" cxnId="{676ADB47-2F71-4B70-8800-A62180AD0EA3}">
      <dgm:prSet/>
      <dgm:spPr/>
      <dgm:t>
        <a:bodyPr/>
        <a:lstStyle/>
        <a:p>
          <a:endParaRPr lang="en-US"/>
        </a:p>
      </dgm:t>
    </dgm:pt>
    <dgm:pt modelId="{7913B950-41C7-4330-8C50-F1360254C7F9}" type="sibTrans" cxnId="{676ADB47-2F71-4B70-8800-A62180AD0EA3}">
      <dgm:prSet/>
      <dgm:spPr/>
      <dgm:t>
        <a:bodyPr/>
        <a:lstStyle/>
        <a:p>
          <a:endParaRPr lang="en-US"/>
        </a:p>
      </dgm:t>
    </dgm:pt>
    <dgm:pt modelId="{93E371C0-3614-40D3-A12D-3EED256784E6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The File class does not contain the methods for reading and writing file contents.</a:t>
          </a:r>
        </a:p>
      </dgm:t>
    </dgm:pt>
    <dgm:pt modelId="{7607179C-3505-404B-ACE6-01C6F63C5C89}" type="parTrans" cxnId="{57E8E257-371E-4E6F-95EC-AC068A8104C9}">
      <dgm:prSet/>
      <dgm:spPr/>
      <dgm:t>
        <a:bodyPr/>
        <a:lstStyle/>
        <a:p>
          <a:endParaRPr lang="en-US"/>
        </a:p>
      </dgm:t>
    </dgm:pt>
    <dgm:pt modelId="{8FB069DF-7A9D-4369-806A-A10F762B6B7F}" type="sibTrans" cxnId="{57E8E257-371E-4E6F-95EC-AC068A8104C9}">
      <dgm:prSet/>
      <dgm:spPr/>
      <dgm:t>
        <a:bodyPr/>
        <a:lstStyle/>
        <a:p>
          <a:endParaRPr lang="en-US"/>
        </a:p>
      </dgm:t>
    </dgm:pt>
    <dgm:pt modelId="{0EE2E7E1-1215-4956-A662-8D2FFBB72034}" type="pres">
      <dgm:prSet presAssocID="{615801A7-4293-46D9-9422-AECC40672037}" presName="Name0" presStyleCnt="0">
        <dgm:presLayoutVars>
          <dgm:dir/>
          <dgm:animLvl val="lvl"/>
          <dgm:resizeHandles val="exact"/>
        </dgm:presLayoutVars>
      </dgm:prSet>
      <dgm:spPr/>
    </dgm:pt>
    <dgm:pt modelId="{D1363DDE-2331-4670-ADD2-7798D2C52CC3}" type="pres">
      <dgm:prSet presAssocID="{D7C7DE13-9990-4EE8-B5A6-73F4E04E5C72}" presName="linNode" presStyleCnt="0"/>
      <dgm:spPr/>
    </dgm:pt>
    <dgm:pt modelId="{84582FAB-2BE4-4F25-851D-37EC6B5CB878}" type="pres">
      <dgm:prSet presAssocID="{D7C7DE13-9990-4EE8-B5A6-73F4E04E5C72}" presName="parentText" presStyleLbl="node1" presStyleIdx="0" presStyleCnt="1" custScaleX="1515" custLinFactNeighborX="-19176" custLinFactNeighborY="383">
        <dgm:presLayoutVars>
          <dgm:chMax val="1"/>
          <dgm:bulletEnabled val="1"/>
        </dgm:presLayoutVars>
      </dgm:prSet>
      <dgm:spPr/>
    </dgm:pt>
    <dgm:pt modelId="{4D537309-0A39-4413-AF1E-4CF64C18D7B3}" type="pres">
      <dgm:prSet presAssocID="{D7C7DE13-9990-4EE8-B5A6-73F4E04E5C72}" presName="descendantText" presStyleLbl="alignAccFollowNode1" presStyleIdx="0" presStyleCnt="1" custScaleX="137216">
        <dgm:presLayoutVars>
          <dgm:bulletEnabled val="1"/>
        </dgm:presLayoutVars>
      </dgm:prSet>
      <dgm:spPr/>
    </dgm:pt>
  </dgm:ptLst>
  <dgm:cxnLst>
    <dgm:cxn modelId="{08603E02-6400-409C-B93A-01D85CFB8CE9}" srcId="{615801A7-4293-46D9-9422-AECC40672037}" destId="{D7C7DE13-9990-4EE8-B5A6-73F4E04E5C72}" srcOrd="0" destOrd="0" parTransId="{C22BFA27-487D-49F1-8642-B0CDC014722E}" sibTransId="{1B8CF5B0-9A63-4F6F-AF78-851CAE389B5E}"/>
    <dgm:cxn modelId="{8C2A8343-B879-4E3B-98A6-5A272163B300}" type="presOf" srcId="{615801A7-4293-46D9-9422-AECC40672037}" destId="{0EE2E7E1-1215-4956-A662-8D2FFBB72034}" srcOrd="0" destOrd="0" presId="urn:microsoft.com/office/officeart/2005/8/layout/vList5"/>
    <dgm:cxn modelId="{676ADB47-2F71-4B70-8800-A62180AD0EA3}" srcId="{D7C7DE13-9990-4EE8-B5A6-73F4E04E5C72}" destId="{08426147-D604-4361-BD88-407977A241C5}" srcOrd="1" destOrd="0" parTransId="{1079C51A-4646-47A6-8071-EE2B65A47C74}" sibTransId="{7913B950-41C7-4330-8C50-F1360254C7F9}"/>
    <dgm:cxn modelId="{57E8E257-371E-4E6F-95EC-AC068A8104C9}" srcId="{D7C7DE13-9990-4EE8-B5A6-73F4E04E5C72}" destId="{93E371C0-3614-40D3-A12D-3EED256784E6}" srcOrd="2" destOrd="0" parTransId="{7607179C-3505-404B-ACE6-01C6F63C5C89}" sibTransId="{8FB069DF-7A9D-4369-806A-A10F762B6B7F}"/>
    <dgm:cxn modelId="{C0288978-FF17-49E0-932D-1151C635BFF8}" type="presOf" srcId="{776290B1-A203-465E-878C-4196E6E45F60}" destId="{4D537309-0A39-4413-AF1E-4CF64C18D7B3}" srcOrd="0" destOrd="0" presId="urn:microsoft.com/office/officeart/2005/8/layout/vList5"/>
    <dgm:cxn modelId="{119CA28F-67C5-4400-8A01-8CB7F9247D49}" type="presOf" srcId="{D7C7DE13-9990-4EE8-B5A6-73F4E04E5C72}" destId="{84582FAB-2BE4-4F25-851D-37EC6B5CB878}" srcOrd="0" destOrd="0" presId="urn:microsoft.com/office/officeart/2005/8/layout/vList5"/>
    <dgm:cxn modelId="{5C02E49C-7DCC-469B-9E53-EFD1E2DB8601}" type="presOf" srcId="{93E371C0-3614-40D3-A12D-3EED256784E6}" destId="{4D537309-0A39-4413-AF1E-4CF64C18D7B3}" srcOrd="0" destOrd="2" presId="urn:microsoft.com/office/officeart/2005/8/layout/vList5"/>
    <dgm:cxn modelId="{4D93B0BA-CA76-497C-8344-13B81ED4D515}" srcId="{D7C7DE13-9990-4EE8-B5A6-73F4E04E5C72}" destId="{776290B1-A203-465E-878C-4196E6E45F60}" srcOrd="0" destOrd="0" parTransId="{6A31CAC6-ADB0-4890-AB54-D8E05066E7DE}" sibTransId="{565218FA-0E19-4753-9197-532D644FC9A3}"/>
    <dgm:cxn modelId="{B453FCD5-17D6-4A92-BABB-B0DC11F87315}" type="presOf" srcId="{08426147-D604-4361-BD88-407977A241C5}" destId="{4D537309-0A39-4413-AF1E-4CF64C18D7B3}" srcOrd="0" destOrd="1" presId="urn:microsoft.com/office/officeart/2005/8/layout/vList5"/>
    <dgm:cxn modelId="{B8EE8167-F6C9-4484-B240-85A6933910BC}" type="presParOf" srcId="{0EE2E7E1-1215-4956-A662-8D2FFBB72034}" destId="{D1363DDE-2331-4670-ADD2-7798D2C52CC3}" srcOrd="0" destOrd="0" presId="urn:microsoft.com/office/officeart/2005/8/layout/vList5"/>
    <dgm:cxn modelId="{41A87342-1CD3-413F-8648-12178E510462}" type="presParOf" srcId="{D1363DDE-2331-4670-ADD2-7798D2C52CC3}" destId="{84582FAB-2BE4-4F25-851D-37EC6B5CB878}" srcOrd="0" destOrd="0" presId="urn:microsoft.com/office/officeart/2005/8/layout/vList5"/>
    <dgm:cxn modelId="{7E0BCD50-FF27-4D51-9B63-D8D510FD40A8}" type="presParOf" srcId="{D1363DDE-2331-4670-ADD2-7798D2C52CC3}" destId="{4D537309-0A39-4413-AF1E-4CF64C18D7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230F10-D303-4D06-BA73-B99E5918985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A86AE6-9BFB-41C8-BCA7-6CE91E0E59D2}">
      <dgm:prSet/>
      <dgm:spPr/>
      <dgm:t>
        <a:bodyPr/>
        <a:lstStyle/>
        <a:p>
          <a:r>
            <a:rPr lang="en-US" dirty="0"/>
            <a:t>Relative vs. Absolute Paths</a:t>
          </a:r>
        </a:p>
      </dgm:t>
    </dgm:pt>
    <dgm:pt modelId="{71BEAECB-2B21-42F9-BB27-9EC7518E85CD}" type="parTrans" cxnId="{039F850F-8719-4A8B-B265-995883943712}">
      <dgm:prSet/>
      <dgm:spPr/>
      <dgm:t>
        <a:bodyPr/>
        <a:lstStyle/>
        <a:p>
          <a:endParaRPr lang="en-US"/>
        </a:p>
      </dgm:t>
    </dgm:pt>
    <dgm:pt modelId="{5DA97E3F-702D-4676-B4BC-5E2C6FEC0E98}" type="sibTrans" cxnId="{039F850F-8719-4A8B-B265-995883943712}">
      <dgm:prSet/>
      <dgm:spPr/>
      <dgm:t>
        <a:bodyPr/>
        <a:lstStyle/>
        <a:p>
          <a:endParaRPr lang="en-US"/>
        </a:p>
      </dgm:t>
    </dgm:pt>
    <dgm:pt modelId="{2316BB90-F943-4512-ACE2-53A737A7D584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2400" dirty="0"/>
            <a:t>An absolute file name contains the complete path and drive letter.  For example:</a:t>
          </a:r>
        </a:p>
      </dgm:t>
    </dgm:pt>
    <dgm:pt modelId="{6C685590-5A37-46CA-B695-362347B23A4B}" type="parTrans" cxnId="{0EA2DAE8-8EE5-43D6-A83B-B4C846088E1A}">
      <dgm:prSet/>
      <dgm:spPr/>
      <dgm:t>
        <a:bodyPr/>
        <a:lstStyle/>
        <a:p>
          <a:endParaRPr lang="en-US"/>
        </a:p>
      </dgm:t>
    </dgm:pt>
    <dgm:pt modelId="{EE1722B6-D832-4CF4-B4B1-4A6CA420BEA9}" type="sibTrans" cxnId="{0EA2DAE8-8EE5-43D6-A83B-B4C846088E1A}">
      <dgm:prSet/>
      <dgm:spPr/>
      <dgm:t>
        <a:bodyPr/>
        <a:lstStyle/>
        <a:p>
          <a:endParaRPr lang="en-US"/>
        </a:p>
      </dgm:t>
    </dgm:pt>
    <dgm:pt modelId="{53217F1D-E806-49A5-A894-5D4375341848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2400" dirty="0"/>
            <a:t>c:\book\Welcome.java  (in Windows)</a:t>
          </a:r>
        </a:p>
      </dgm:t>
    </dgm:pt>
    <dgm:pt modelId="{41E24FD2-04B1-4F6D-A032-95A5C85C529C}" type="parTrans" cxnId="{ECB3A05A-5225-4F33-AF1E-293473E7EF89}">
      <dgm:prSet/>
      <dgm:spPr/>
      <dgm:t>
        <a:bodyPr/>
        <a:lstStyle/>
        <a:p>
          <a:endParaRPr lang="en-US"/>
        </a:p>
      </dgm:t>
    </dgm:pt>
    <dgm:pt modelId="{6CAC6B43-B08B-4DDD-A088-AC52AE91EA90}" type="sibTrans" cxnId="{ECB3A05A-5225-4F33-AF1E-293473E7EF89}">
      <dgm:prSet/>
      <dgm:spPr/>
      <dgm:t>
        <a:bodyPr/>
        <a:lstStyle/>
        <a:p>
          <a:endParaRPr lang="en-US"/>
        </a:p>
      </dgm:t>
    </dgm:pt>
    <dgm:pt modelId="{46A8D919-D841-470F-B45A-FA2533CF4115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2400" dirty="0"/>
            <a:t>/home/</a:t>
          </a:r>
          <a:r>
            <a:rPr lang="en-US" sz="2400" dirty="0" err="1"/>
            <a:t>inelson</a:t>
          </a:r>
          <a:r>
            <a:rPr lang="en-US" sz="2400" dirty="0"/>
            <a:t>/book/Welcome.java   (in UNIX)</a:t>
          </a:r>
        </a:p>
      </dgm:t>
    </dgm:pt>
    <dgm:pt modelId="{314F5EB9-B583-42A6-945B-E775611628EC}" type="parTrans" cxnId="{5F32ACF5-CB54-4CD9-8BBB-877F712E8EAB}">
      <dgm:prSet/>
      <dgm:spPr/>
      <dgm:t>
        <a:bodyPr/>
        <a:lstStyle/>
        <a:p>
          <a:endParaRPr lang="en-US"/>
        </a:p>
      </dgm:t>
    </dgm:pt>
    <dgm:pt modelId="{05A9E182-6B5D-4BA0-A76A-1B6A446D1B9A}" type="sibTrans" cxnId="{5F32ACF5-CB54-4CD9-8BBB-877F712E8EAB}">
      <dgm:prSet/>
      <dgm:spPr/>
      <dgm:t>
        <a:bodyPr/>
        <a:lstStyle/>
        <a:p>
          <a:endParaRPr lang="en-US"/>
        </a:p>
      </dgm:t>
    </dgm:pt>
    <dgm:pt modelId="{14F7AE47-C972-4F5D-AD5E-F65796D85CF0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2400" dirty="0"/>
            <a:t>A relative file name is in relation to the current working directory.  For example:</a:t>
          </a:r>
        </a:p>
      </dgm:t>
    </dgm:pt>
    <dgm:pt modelId="{5512DDE8-12E2-453C-BB5C-33100BE32401}" type="parTrans" cxnId="{B543B866-EE0A-42F9-9721-73E277E64958}">
      <dgm:prSet/>
      <dgm:spPr/>
      <dgm:t>
        <a:bodyPr/>
        <a:lstStyle/>
        <a:p>
          <a:endParaRPr lang="en-US"/>
        </a:p>
      </dgm:t>
    </dgm:pt>
    <dgm:pt modelId="{56B1596B-1442-479E-BBA1-BBCE3150B6CC}" type="sibTrans" cxnId="{B543B866-EE0A-42F9-9721-73E277E64958}">
      <dgm:prSet/>
      <dgm:spPr/>
      <dgm:t>
        <a:bodyPr/>
        <a:lstStyle/>
        <a:p>
          <a:endParaRPr lang="en-US"/>
        </a:p>
      </dgm:t>
    </dgm:pt>
    <dgm:pt modelId="{E0EC907B-DAC9-447B-B5D2-752D40AE9CC2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2400" dirty="0"/>
            <a:t>	Welcome.java</a:t>
          </a:r>
        </a:p>
      </dgm:t>
    </dgm:pt>
    <dgm:pt modelId="{369D64E9-0821-45DA-82FF-EAD3C95AE01C}" type="parTrans" cxnId="{5297DB5A-B223-4334-BE5E-763FFC49C807}">
      <dgm:prSet/>
      <dgm:spPr/>
      <dgm:t>
        <a:bodyPr/>
        <a:lstStyle/>
        <a:p>
          <a:endParaRPr lang="en-US"/>
        </a:p>
      </dgm:t>
    </dgm:pt>
    <dgm:pt modelId="{2AB98096-1B43-4369-ACDD-A598F2CF9865}" type="sibTrans" cxnId="{5297DB5A-B223-4334-BE5E-763FFC49C807}">
      <dgm:prSet/>
      <dgm:spPr/>
      <dgm:t>
        <a:bodyPr/>
        <a:lstStyle/>
        <a:p>
          <a:endParaRPr lang="en-US"/>
        </a:p>
      </dgm:t>
    </dgm:pt>
    <dgm:pt modelId="{470E70D3-9C67-49CA-9FC9-FF92DEC24D47}" type="pres">
      <dgm:prSet presAssocID="{8C230F10-D303-4D06-BA73-B99E5918985B}" presName="Name0" presStyleCnt="0">
        <dgm:presLayoutVars>
          <dgm:dir/>
          <dgm:animLvl val="lvl"/>
          <dgm:resizeHandles val="exact"/>
        </dgm:presLayoutVars>
      </dgm:prSet>
      <dgm:spPr/>
    </dgm:pt>
    <dgm:pt modelId="{5E70BB11-766D-4D34-B34D-3BC945D41AE4}" type="pres">
      <dgm:prSet presAssocID="{43A86AE6-9BFB-41C8-BCA7-6CE91E0E59D2}" presName="linNode" presStyleCnt="0"/>
      <dgm:spPr/>
    </dgm:pt>
    <dgm:pt modelId="{F2A6CE1B-0BFC-448E-BA90-F9C4321E23D7}" type="pres">
      <dgm:prSet presAssocID="{43A86AE6-9BFB-41C8-BCA7-6CE91E0E59D2}" presName="parentText" presStyleLbl="node1" presStyleIdx="0" presStyleCnt="1" custFlipHor="1" custScaleX="1515">
        <dgm:presLayoutVars>
          <dgm:chMax val="1"/>
          <dgm:bulletEnabled val="1"/>
        </dgm:presLayoutVars>
      </dgm:prSet>
      <dgm:spPr/>
    </dgm:pt>
    <dgm:pt modelId="{2894EB7D-C07C-4891-B635-5C02EAA64E13}" type="pres">
      <dgm:prSet presAssocID="{43A86AE6-9BFB-41C8-BCA7-6CE91E0E59D2}" presName="descendantText" presStyleLbl="alignAccFollowNode1" presStyleIdx="0" presStyleCnt="1" custScaleX="129830" custScaleY="121429" custLinFactNeighborX="25632" custLinFactNeighborY="1847">
        <dgm:presLayoutVars>
          <dgm:bulletEnabled val="1"/>
        </dgm:presLayoutVars>
      </dgm:prSet>
      <dgm:spPr/>
    </dgm:pt>
  </dgm:ptLst>
  <dgm:cxnLst>
    <dgm:cxn modelId="{039F850F-8719-4A8B-B265-995883943712}" srcId="{8C230F10-D303-4D06-BA73-B99E5918985B}" destId="{43A86AE6-9BFB-41C8-BCA7-6CE91E0E59D2}" srcOrd="0" destOrd="0" parTransId="{71BEAECB-2B21-42F9-BB27-9EC7518E85CD}" sibTransId="{5DA97E3F-702D-4676-B4BC-5E2C6FEC0E98}"/>
    <dgm:cxn modelId="{A9618D2B-058B-42C6-971D-0BC3389F8625}" type="presOf" srcId="{43A86AE6-9BFB-41C8-BCA7-6CE91E0E59D2}" destId="{F2A6CE1B-0BFC-448E-BA90-F9C4321E23D7}" srcOrd="0" destOrd="0" presId="urn:microsoft.com/office/officeart/2005/8/layout/vList5"/>
    <dgm:cxn modelId="{33AD5737-A5EA-45B6-A8D0-60C6C815B61C}" type="presOf" srcId="{8C230F10-D303-4D06-BA73-B99E5918985B}" destId="{470E70D3-9C67-49CA-9FC9-FF92DEC24D47}" srcOrd="0" destOrd="0" presId="urn:microsoft.com/office/officeart/2005/8/layout/vList5"/>
    <dgm:cxn modelId="{B543B866-EE0A-42F9-9721-73E277E64958}" srcId="{43A86AE6-9BFB-41C8-BCA7-6CE91E0E59D2}" destId="{14F7AE47-C972-4F5D-AD5E-F65796D85CF0}" srcOrd="1" destOrd="0" parTransId="{5512DDE8-12E2-453C-BB5C-33100BE32401}" sibTransId="{56B1596B-1442-479E-BBA1-BBCE3150B6CC}"/>
    <dgm:cxn modelId="{CFD78249-81F2-40D2-837D-E7B04BEC9975}" type="presOf" srcId="{53217F1D-E806-49A5-A894-5D4375341848}" destId="{2894EB7D-C07C-4891-B635-5C02EAA64E13}" srcOrd="0" destOrd="1" presId="urn:microsoft.com/office/officeart/2005/8/layout/vList5"/>
    <dgm:cxn modelId="{ECB3A05A-5225-4F33-AF1E-293473E7EF89}" srcId="{2316BB90-F943-4512-ACE2-53A737A7D584}" destId="{53217F1D-E806-49A5-A894-5D4375341848}" srcOrd="0" destOrd="0" parTransId="{41E24FD2-04B1-4F6D-A032-95A5C85C529C}" sibTransId="{6CAC6B43-B08B-4DDD-A088-AC52AE91EA90}"/>
    <dgm:cxn modelId="{5297DB5A-B223-4334-BE5E-763FFC49C807}" srcId="{14F7AE47-C972-4F5D-AD5E-F65796D85CF0}" destId="{E0EC907B-DAC9-447B-B5D2-752D40AE9CC2}" srcOrd="0" destOrd="0" parTransId="{369D64E9-0821-45DA-82FF-EAD3C95AE01C}" sibTransId="{2AB98096-1B43-4369-ACDD-A598F2CF9865}"/>
    <dgm:cxn modelId="{A2C91194-16ED-4B93-BE30-57556BB055D7}" type="presOf" srcId="{46A8D919-D841-470F-B45A-FA2533CF4115}" destId="{2894EB7D-C07C-4891-B635-5C02EAA64E13}" srcOrd="0" destOrd="2" presId="urn:microsoft.com/office/officeart/2005/8/layout/vList5"/>
    <dgm:cxn modelId="{C3AF0BAC-DFBD-4C6F-ACA5-2D1020CE753F}" type="presOf" srcId="{E0EC907B-DAC9-447B-B5D2-752D40AE9CC2}" destId="{2894EB7D-C07C-4891-B635-5C02EAA64E13}" srcOrd="0" destOrd="4" presId="urn:microsoft.com/office/officeart/2005/8/layout/vList5"/>
    <dgm:cxn modelId="{2DAD9BD2-7DCE-459F-94C9-74AF393F0B77}" type="presOf" srcId="{2316BB90-F943-4512-ACE2-53A737A7D584}" destId="{2894EB7D-C07C-4891-B635-5C02EAA64E13}" srcOrd="0" destOrd="0" presId="urn:microsoft.com/office/officeart/2005/8/layout/vList5"/>
    <dgm:cxn modelId="{0EA2DAE8-8EE5-43D6-A83B-B4C846088E1A}" srcId="{43A86AE6-9BFB-41C8-BCA7-6CE91E0E59D2}" destId="{2316BB90-F943-4512-ACE2-53A737A7D584}" srcOrd="0" destOrd="0" parTransId="{6C685590-5A37-46CA-B695-362347B23A4B}" sibTransId="{EE1722B6-D832-4CF4-B4B1-4A6CA420BEA9}"/>
    <dgm:cxn modelId="{09AF9FF2-F2BF-4673-B67E-4726E6D093DF}" type="presOf" srcId="{14F7AE47-C972-4F5D-AD5E-F65796D85CF0}" destId="{2894EB7D-C07C-4891-B635-5C02EAA64E13}" srcOrd="0" destOrd="3" presId="urn:microsoft.com/office/officeart/2005/8/layout/vList5"/>
    <dgm:cxn modelId="{5F32ACF5-CB54-4CD9-8BBB-877F712E8EAB}" srcId="{2316BB90-F943-4512-ACE2-53A737A7D584}" destId="{46A8D919-D841-470F-B45A-FA2533CF4115}" srcOrd="1" destOrd="0" parTransId="{314F5EB9-B583-42A6-945B-E775611628EC}" sibTransId="{05A9E182-6B5D-4BA0-A76A-1B6A446D1B9A}"/>
    <dgm:cxn modelId="{F2C2B93B-70C5-469B-AEE7-93368CC14A0C}" type="presParOf" srcId="{470E70D3-9C67-49CA-9FC9-FF92DEC24D47}" destId="{5E70BB11-766D-4D34-B34D-3BC945D41AE4}" srcOrd="0" destOrd="0" presId="urn:microsoft.com/office/officeart/2005/8/layout/vList5"/>
    <dgm:cxn modelId="{5DF92B73-91B6-4F09-AB17-54DAFDC07435}" type="presParOf" srcId="{5E70BB11-766D-4D34-B34D-3BC945D41AE4}" destId="{F2A6CE1B-0BFC-448E-BA90-F9C4321E23D7}" srcOrd="0" destOrd="0" presId="urn:microsoft.com/office/officeart/2005/8/layout/vList5"/>
    <dgm:cxn modelId="{433B652D-71D0-4986-9887-5D077C48D539}" type="presParOf" srcId="{5E70BB11-766D-4D34-B34D-3BC945D41AE4}" destId="{2894EB7D-C07C-4891-B635-5C02EAA64E1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6E2FD0-AAD8-4B99-9CB6-BAD3CD0F169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2AF66B4-9779-4699-9293-CE616E4B60D7}">
      <dgm:prSet/>
      <dgm:spPr/>
      <dgm:t>
        <a:bodyPr/>
        <a:lstStyle/>
        <a:p>
          <a:r>
            <a:rPr lang="en-US" dirty="0"/>
            <a:t>Which Filename to use?</a:t>
          </a:r>
        </a:p>
      </dgm:t>
    </dgm:pt>
    <dgm:pt modelId="{2B3A1902-A8EA-4877-8C90-301BF146328A}" type="parTrans" cxnId="{18ABCB26-9908-43E5-A388-1679A7CE5DDF}">
      <dgm:prSet/>
      <dgm:spPr/>
      <dgm:t>
        <a:bodyPr/>
        <a:lstStyle/>
        <a:p>
          <a:endParaRPr lang="en-US"/>
        </a:p>
      </dgm:t>
    </dgm:pt>
    <dgm:pt modelId="{3E137022-262E-4116-BA0B-B3C043AF52D8}" type="sibTrans" cxnId="{18ABCB26-9908-43E5-A388-1679A7CE5DDF}">
      <dgm:prSet/>
      <dgm:spPr/>
      <dgm:t>
        <a:bodyPr/>
        <a:lstStyle/>
        <a:p>
          <a:endParaRPr lang="en-US"/>
        </a:p>
      </dgm:t>
    </dgm:pt>
    <dgm:pt modelId="{4F27C386-52CE-4E99-8B29-55BD4864E675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Do not use absolute filenames in your program. </a:t>
          </a:r>
        </a:p>
      </dgm:t>
    </dgm:pt>
    <dgm:pt modelId="{2C63F980-4181-4E61-A0E0-1BC1CECB9324}" type="parTrans" cxnId="{E76FEBBC-9BA6-41FB-BA86-0EAA8C89D5EB}">
      <dgm:prSet/>
      <dgm:spPr/>
      <dgm:t>
        <a:bodyPr/>
        <a:lstStyle/>
        <a:p>
          <a:endParaRPr lang="en-US"/>
        </a:p>
      </dgm:t>
    </dgm:pt>
    <dgm:pt modelId="{40429C72-2D56-43D1-8F33-041DB2B86E2C}" type="sibTrans" cxnId="{E76FEBBC-9BA6-41FB-BA86-0EAA8C89D5EB}">
      <dgm:prSet/>
      <dgm:spPr/>
      <dgm:t>
        <a:bodyPr/>
        <a:lstStyle/>
        <a:p>
          <a:endParaRPr lang="en-US"/>
        </a:p>
      </dgm:t>
    </dgm:pt>
    <dgm:pt modelId="{1FE072DF-9858-4D5F-974F-B018863068DF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So use relative filenames for school projects. </a:t>
          </a:r>
        </a:p>
      </dgm:t>
    </dgm:pt>
    <dgm:pt modelId="{6F730D6F-018F-4ADA-9A7D-E0AB9D53789C}" type="parTrans" cxnId="{D417176C-D1C4-4E7F-93D5-30ACEACD891B}">
      <dgm:prSet/>
      <dgm:spPr/>
      <dgm:t>
        <a:bodyPr/>
        <a:lstStyle/>
        <a:p>
          <a:endParaRPr lang="en-US"/>
        </a:p>
      </dgm:t>
    </dgm:pt>
    <dgm:pt modelId="{3417F2C2-DB80-408B-9417-2C3C87434EE6}" type="sibTrans" cxnId="{D417176C-D1C4-4E7F-93D5-30ACEACD891B}">
      <dgm:prSet/>
      <dgm:spPr/>
      <dgm:t>
        <a:bodyPr/>
        <a:lstStyle/>
        <a:p>
          <a:endParaRPr lang="en-US"/>
        </a:p>
      </dgm:t>
    </dgm:pt>
    <dgm:pt modelId="{8CA61C58-3BB1-4BF8-8DA6-687AD5419FFC}">
      <dgm:prSet custT="1"/>
      <dgm:spPr>
        <a:noFill/>
      </dgm:spPr>
      <dgm:t>
        <a:bodyPr/>
        <a:lstStyle/>
        <a:p>
          <a:pPr>
            <a:buFontTx/>
            <a:buNone/>
          </a:pPr>
          <a:r>
            <a:rPr lang="en-US" sz="3200" dirty="0"/>
            <a:t>Your program will not be portable to other platforms.</a:t>
          </a:r>
        </a:p>
      </dgm:t>
    </dgm:pt>
    <dgm:pt modelId="{E809FD62-9072-45F6-AE98-61BF3942000E}" type="parTrans" cxnId="{CD4A91EF-D7E2-41D8-A4C3-18E94573BD12}">
      <dgm:prSet/>
      <dgm:spPr/>
      <dgm:t>
        <a:bodyPr/>
        <a:lstStyle/>
        <a:p>
          <a:endParaRPr lang="en-US"/>
        </a:p>
      </dgm:t>
    </dgm:pt>
    <dgm:pt modelId="{BFD449BC-7808-4603-92D2-465A7D49B0E6}" type="sibTrans" cxnId="{CD4A91EF-D7E2-41D8-A4C3-18E94573BD12}">
      <dgm:prSet/>
      <dgm:spPr/>
      <dgm:t>
        <a:bodyPr/>
        <a:lstStyle/>
        <a:p>
          <a:endParaRPr lang="en-US"/>
        </a:p>
      </dgm:t>
    </dgm:pt>
    <dgm:pt modelId="{DA55ADF4-C204-4665-908A-A49BA2DFC64C}" type="pres">
      <dgm:prSet presAssocID="{DB6E2FD0-AAD8-4B99-9CB6-BAD3CD0F1698}" presName="Name0" presStyleCnt="0">
        <dgm:presLayoutVars>
          <dgm:dir/>
          <dgm:animLvl val="lvl"/>
          <dgm:resizeHandles val="exact"/>
        </dgm:presLayoutVars>
      </dgm:prSet>
      <dgm:spPr/>
    </dgm:pt>
    <dgm:pt modelId="{22B38F5F-C0E5-4346-83CF-6BB39CB7AD08}" type="pres">
      <dgm:prSet presAssocID="{32AF66B4-9779-4699-9293-CE616E4B60D7}" presName="linNode" presStyleCnt="0"/>
      <dgm:spPr/>
    </dgm:pt>
    <dgm:pt modelId="{D60B7EB7-26C8-4C31-9BB5-18A1B5C08BE9}" type="pres">
      <dgm:prSet presAssocID="{32AF66B4-9779-4699-9293-CE616E4B60D7}" presName="parentText" presStyleLbl="node1" presStyleIdx="0" presStyleCnt="1" custFlipHor="1" custScaleX="1558">
        <dgm:presLayoutVars>
          <dgm:chMax val="1"/>
          <dgm:bulletEnabled val="1"/>
        </dgm:presLayoutVars>
      </dgm:prSet>
      <dgm:spPr/>
    </dgm:pt>
    <dgm:pt modelId="{B18DBD63-9510-4170-B386-2E5739E6B04B}" type="pres">
      <dgm:prSet presAssocID="{32AF66B4-9779-4699-9293-CE616E4B60D7}" presName="descendantText" presStyleLbl="alignAccFollowNode1" presStyleIdx="0" presStyleCnt="1" custScaleX="149533" custScaleY="112805">
        <dgm:presLayoutVars>
          <dgm:bulletEnabled val="1"/>
        </dgm:presLayoutVars>
      </dgm:prSet>
      <dgm:spPr/>
    </dgm:pt>
  </dgm:ptLst>
  <dgm:cxnLst>
    <dgm:cxn modelId="{6014341C-B2A8-4501-844A-996EA069CAA7}" type="presOf" srcId="{1FE072DF-9858-4D5F-974F-B018863068DF}" destId="{B18DBD63-9510-4170-B386-2E5739E6B04B}" srcOrd="0" destOrd="2" presId="urn:microsoft.com/office/officeart/2005/8/layout/vList5"/>
    <dgm:cxn modelId="{18ABCB26-9908-43E5-A388-1679A7CE5DDF}" srcId="{DB6E2FD0-AAD8-4B99-9CB6-BAD3CD0F1698}" destId="{32AF66B4-9779-4699-9293-CE616E4B60D7}" srcOrd="0" destOrd="0" parTransId="{2B3A1902-A8EA-4877-8C90-301BF146328A}" sibTransId="{3E137022-262E-4116-BA0B-B3C043AF52D8}"/>
    <dgm:cxn modelId="{0248B73F-33C1-4638-A12E-5F0525A79BEE}" type="presOf" srcId="{4F27C386-52CE-4E99-8B29-55BD4864E675}" destId="{B18DBD63-9510-4170-B386-2E5739E6B04B}" srcOrd="0" destOrd="0" presId="urn:microsoft.com/office/officeart/2005/8/layout/vList5"/>
    <dgm:cxn modelId="{D417176C-D1C4-4E7F-93D5-30ACEACD891B}" srcId="{32AF66B4-9779-4699-9293-CE616E4B60D7}" destId="{1FE072DF-9858-4D5F-974F-B018863068DF}" srcOrd="2" destOrd="0" parTransId="{6F730D6F-018F-4ADA-9A7D-E0AB9D53789C}" sibTransId="{3417F2C2-DB80-408B-9417-2C3C87434EE6}"/>
    <dgm:cxn modelId="{E76FEBBC-9BA6-41FB-BA86-0EAA8C89D5EB}" srcId="{32AF66B4-9779-4699-9293-CE616E4B60D7}" destId="{4F27C386-52CE-4E99-8B29-55BD4864E675}" srcOrd="0" destOrd="0" parTransId="{2C63F980-4181-4E61-A0E0-1BC1CECB9324}" sibTransId="{40429C72-2D56-43D1-8F33-041DB2B86E2C}"/>
    <dgm:cxn modelId="{34FAF7C1-8CC5-4C51-B6CB-186934703C2D}" type="presOf" srcId="{DB6E2FD0-AAD8-4B99-9CB6-BAD3CD0F1698}" destId="{DA55ADF4-C204-4665-908A-A49BA2DFC64C}" srcOrd="0" destOrd="0" presId="urn:microsoft.com/office/officeart/2005/8/layout/vList5"/>
    <dgm:cxn modelId="{2F6BCCD7-8C04-4F94-A6E7-F4400017BADB}" type="presOf" srcId="{8CA61C58-3BB1-4BF8-8DA6-687AD5419FFC}" destId="{B18DBD63-9510-4170-B386-2E5739E6B04B}" srcOrd="0" destOrd="1" presId="urn:microsoft.com/office/officeart/2005/8/layout/vList5"/>
    <dgm:cxn modelId="{CD4A91EF-D7E2-41D8-A4C3-18E94573BD12}" srcId="{32AF66B4-9779-4699-9293-CE616E4B60D7}" destId="{8CA61C58-3BB1-4BF8-8DA6-687AD5419FFC}" srcOrd="1" destOrd="0" parTransId="{E809FD62-9072-45F6-AE98-61BF3942000E}" sibTransId="{BFD449BC-7808-4603-92D2-465A7D49B0E6}"/>
    <dgm:cxn modelId="{A234B0F2-C5FB-46FA-A291-98BC66D507AF}" type="presOf" srcId="{32AF66B4-9779-4699-9293-CE616E4B60D7}" destId="{D60B7EB7-26C8-4C31-9BB5-18A1B5C08BE9}" srcOrd="0" destOrd="0" presId="urn:microsoft.com/office/officeart/2005/8/layout/vList5"/>
    <dgm:cxn modelId="{0D9F486C-A67D-4316-B630-0BE2785E50A2}" type="presParOf" srcId="{DA55ADF4-C204-4665-908A-A49BA2DFC64C}" destId="{22B38F5F-C0E5-4346-83CF-6BB39CB7AD08}" srcOrd="0" destOrd="0" presId="urn:microsoft.com/office/officeart/2005/8/layout/vList5"/>
    <dgm:cxn modelId="{FD1A524A-2139-4FE2-A682-24EE056F5121}" type="presParOf" srcId="{22B38F5F-C0E5-4346-83CF-6BB39CB7AD08}" destId="{D60B7EB7-26C8-4C31-9BB5-18A1B5C08BE9}" srcOrd="0" destOrd="0" presId="urn:microsoft.com/office/officeart/2005/8/layout/vList5"/>
    <dgm:cxn modelId="{42C54E73-C3F0-4599-834B-341B4741C640}" type="presParOf" srcId="{22B38F5F-C0E5-4346-83CF-6BB39CB7AD08}" destId="{B18DBD63-9510-4170-B386-2E5739E6B0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ACC32D-FB62-421B-8F1B-4394DC6C92A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7FA8D1-DDB7-469C-A8F4-07D90F94BDDA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sz="3200" dirty="0">
              <a:solidFill>
                <a:schemeClr val="tx1"/>
              </a:solidFill>
            </a:rPr>
            <a:t>Common methods for obtaining file properties and manipulating files</a:t>
          </a:r>
        </a:p>
      </dgm:t>
    </dgm:pt>
    <dgm:pt modelId="{4FAC7A87-176A-45F1-85AB-8A6D0752EE90}" type="sibTrans" cxnId="{EA2258BB-C6BF-483F-97DB-516FEA4B178E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AADFF593-2ED4-4189-B6C6-FAAD36CAE70F}" type="parTrans" cxnId="{EA2258BB-C6BF-483F-97DB-516FEA4B178E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AA1770A3-0F8B-4EF8-8A80-54160782545B}" type="pres">
      <dgm:prSet presAssocID="{26ACC32D-FB62-421B-8F1B-4394DC6C92AF}" presName="linear" presStyleCnt="0">
        <dgm:presLayoutVars>
          <dgm:animLvl val="lvl"/>
          <dgm:resizeHandles val="exact"/>
        </dgm:presLayoutVars>
      </dgm:prSet>
      <dgm:spPr/>
    </dgm:pt>
    <dgm:pt modelId="{8FC1E698-7415-4141-8298-E29A88FCB485}" type="pres">
      <dgm:prSet presAssocID="{A57FA8D1-DDB7-469C-A8F4-07D90F94BDDA}" presName="parentText" presStyleLbl="node1" presStyleIdx="0" presStyleCnt="1" custScaleY="1575473" custLinFactNeighborX="1376" custLinFactNeighborY="-42238">
        <dgm:presLayoutVars>
          <dgm:chMax val="0"/>
          <dgm:bulletEnabled val="1"/>
        </dgm:presLayoutVars>
      </dgm:prSet>
      <dgm:spPr/>
    </dgm:pt>
  </dgm:ptLst>
  <dgm:cxnLst>
    <dgm:cxn modelId="{68E7F214-D519-411C-A185-160952541BBD}" type="presOf" srcId="{A57FA8D1-DDB7-469C-A8F4-07D90F94BDDA}" destId="{8FC1E698-7415-4141-8298-E29A88FCB485}" srcOrd="0" destOrd="0" presId="urn:microsoft.com/office/officeart/2005/8/layout/vList2"/>
    <dgm:cxn modelId="{B0F0EE5F-D74F-41B6-AF93-FBDE410B7818}" type="presOf" srcId="{26ACC32D-FB62-421B-8F1B-4394DC6C92AF}" destId="{AA1770A3-0F8B-4EF8-8A80-54160782545B}" srcOrd="0" destOrd="0" presId="urn:microsoft.com/office/officeart/2005/8/layout/vList2"/>
    <dgm:cxn modelId="{EA2258BB-C6BF-483F-97DB-516FEA4B178E}" srcId="{26ACC32D-FB62-421B-8F1B-4394DC6C92AF}" destId="{A57FA8D1-DDB7-469C-A8F4-07D90F94BDDA}" srcOrd="0" destOrd="0" parTransId="{AADFF593-2ED4-4189-B6C6-FAAD36CAE70F}" sibTransId="{4FAC7A87-176A-45F1-85AB-8A6D0752EE90}"/>
    <dgm:cxn modelId="{1D33B152-FF4C-4A6C-94BC-4CECA2DE9C22}" type="presParOf" srcId="{AA1770A3-0F8B-4EF8-8A80-54160782545B}" destId="{8FC1E698-7415-4141-8298-E29A88FCB4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4CE6EF-E8CF-4B0E-AF71-809349F5C0AA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7A20F1-0698-45F2-A25E-77A0DD24AA75}">
      <dgm:prSet/>
      <dgm:spPr/>
      <dgm:t>
        <a:bodyPr/>
        <a:lstStyle/>
        <a:p>
          <a:r>
            <a:rPr lang="en-US" dirty="0"/>
            <a:t>Text I/O</a:t>
          </a:r>
        </a:p>
      </dgm:t>
    </dgm:pt>
    <dgm:pt modelId="{525533B6-1A75-493E-AF66-4854A918274A}" type="parTrans" cxnId="{FBD6A0CC-3607-417C-BFC9-465F924B1E05}">
      <dgm:prSet/>
      <dgm:spPr/>
      <dgm:t>
        <a:bodyPr/>
        <a:lstStyle/>
        <a:p>
          <a:endParaRPr lang="en-US"/>
        </a:p>
      </dgm:t>
    </dgm:pt>
    <dgm:pt modelId="{A6CB6E71-5F68-44E0-94B9-BAB468D0E76F}" type="sibTrans" cxnId="{FBD6A0CC-3607-417C-BFC9-465F924B1E05}">
      <dgm:prSet/>
      <dgm:spPr/>
      <dgm:t>
        <a:bodyPr/>
        <a:lstStyle/>
        <a:p>
          <a:endParaRPr lang="en-US"/>
        </a:p>
      </dgm:t>
    </dgm:pt>
    <dgm:pt modelId="{E3008537-B0A0-4A36-87CF-FFAB93BA2CEB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In order to perform I/O, you need to create objects using appropriate Java I/O classes. </a:t>
          </a:r>
        </a:p>
      </dgm:t>
    </dgm:pt>
    <dgm:pt modelId="{C760A73B-1CEA-40BD-95DE-641673DF49A7}" type="parTrans" cxnId="{8D38A1EB-A935-4BF1-9CB0-F72DEE2191AE}">
      <dgm:prSet/>
      <dgm:spPr/>
      <dgm:t>
        <a:bodyPr/>
        <a:lstStyle/>
        <a:p>
          <a:endParaRPr lang="en-US"/>
        </a:p>
      </dgm:t>
    </dgm:pt>
    <dgm:pt modelId="{F47B6A46-EE1B-40DA-89EF-F879B4CE5AB3}" type="sibTrans" cxnId="{8D38A1EB-A935-4BF1-9CB0-F72DEE2191AE}">
      <dgm:prSet/>
      <dgm:spPr/>
      <dgm:t>
        <a:bodyPr/>
        <a:lstStyle/>
        <a:p>
          <a:endParaRPr lang="en-US"/>
        </a:p>
      </dgm:t>
    </dgm:pt>
    <dgm:pt modelId="{7A765651-4D26-4A81-8698-03480C3F7A66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The objects contain the methods for reading/writing data from/to a file. </a:t>
          </a:r>
        </a:p>
      </dgm:t>
    </dgm:pt>
    <dgm:pt modelId="{7396955F-CDBE-49BE-AC1E-D8F4F4E1271C}" type="parTrans" cxnId="{816A6893-F58C-4ACE-AA2C-2522F4C658FA}">
      <dgm:prSet/>
      <dgm:spPr/>
      <dgm:t>
        <a:bodyPr/>
        <a:lstStyle/>
        <a:p>
          <a:endParaRPr lang="en-US"/>
        </a:p>
      </dgm:t>
    </dgm:pt>
    <dgm:pt modelId="{FEDFCA9D-DA75-46E4-917B-58F417F8AC9B}" type="sibTrans" cxnId="{816A6893-F58C-4ACE-AA2C-2522F4C658FA}">
      <dgm:prSet/>
      <dgm:spPr/>
      <dgm:t>
        <a:bodyPr/>
        <a:lstStyle/>
        <a:p>
          <a:endParaRPr lang="en-US"/>
        </a:p>
      </dgm:t>
    </dgm:pt>
    <dgm:pt modelId="{144CEC98-C19D-4291-AEA9-FED2938F382B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One way to read/write strings and numeric values from/to a text file is to use the Scanner and </a:t>
          </a:r>
          <a:r>
            <a:rPr lang="en-US" dirty="0" err="1"/>
            <a:t>PrintWriter</a:t>
          </a:r>
          <a:r>
            <a:rPr lang="en-US" dirty="0"/>
            <a:t> classes.</a:t>
          </a:r>
        </a:p>
      </dgm:t>
    </dgm:pt>
    <dgm:pt modelId="{62C27E39-2680-49B6-990A-B35DB701B62F}" type="parTrans" cxnId="{51D84F9F-2205-4B6E-9C60-BCF78DE91257}">
      <dgm:prSet/>
      <dgm:spPr/>
      <dgm:t>
        <a:bodyPr/>
        <a:lstStyle/>
        <a:p>
          <a:endParaRPr lang="en-US"/>
        </a:p>
      </dgm:t>
    </dgm:pt>
    <dgm:pt modelId="{76C63263-16A2-418B-8C53-6CE392B1B2BF}" type="sibTrans" cxnId="{51D84F9F-2205-4B6E-9C60-BCF78DE91257}">
      <dgm:prSet/>
      <dgm:spPr/>
      <dgm:t>
        <a:bodyPr/>
        <a:lstStyle/>
        <a:p>
          <a:endParaRPr lang="en-US"/>
        </a:p>
      </dgm:t>
    </dgm:pt>
    <dgm:pt modelId="{F332CFEE-EBDA-40E7-8594-960D3FF63282}" type="pres">
      <dgm:prSet presAssocID="{944CE6EF-E8CF-4B0E-AF71-809349F5C0AA}" presName="Name0" presStyleCnt="0">
        <dgm:presLayoutVars>
          <dgm:dir/>
          <dgm:animLvl val="lvl"/>
          <dgm:resizeHandles val="exact"/>
        </dgm:presLayoutVars>
      </dgm:prSet>
      <dgm:spPr/>
    </dgm:pt>
    <dgm:pt modelId="{777F8EF4-34C2-4A73-B1ED-2B53F60E08CA}" type="pres">
      <dgm:prSet presAssocID="{C27A20F1-0698-45F2-A25E-77A0DD24AA75}" presName="linNode" presStyleCnt="0"/>
      <dgm:spPr/>
    </dgm:pt>
    <dgm:pt modelId="{B02CE511-927C-4081-8E1A-C77BD45149B3}" type="pres">
      <dgm:prSet presAssocID="{C27A20F1-0698-45F2-A25E-77A0DD24AA75}" presName="parentText" presStyleLbl="node1" presStyleIdx="0" presStyleCnt="1" custScaleX="1475">
        <dgm:presLayoutVars>
          <dgm:chMax val="1"/>
          <dgm:bulletEnabled val="1"/>
        </dgm:presLayoutVars>
      </dgm:prSet>
      <dgm:spPr/>
    </dgm:pt>
    <dgm:pt modelId="{56F24D9A-48EF-4108-9155-06530902582B}" type="pres">
      <dgm:prSet presAssocID="{C27A20F1-0698-45F2-A25E-77A0DD24AA75}" presName="descendantText" presStyleLbl="alignAccFollowNode1" presStyleIdx="0" presStyleCnt="1" custScaleX="130531" custLinFactNeighborX="20649" custLinFactNeighborY="-501">
        <dgm:presLayoutVars>
          <dgm:bulletEnabled val="1"/>
        </dgm:presLayoutVars>
      </dgm:prSet>
      <dgm:spPr/>
    </dgm:pt>
  </dgm:ptLst>
  <dgm:cxnLst>
    <dgm:cxn modelId="{3BAAD07F-66E8-43FF-AE4B-2CEA7CC10FF3}" type="presOf" srcId="{144CEC98-C19D-4291-AEA9-FED2938F382B}" destId="{56F24D9A-48EF-4108-9155-06530902582B}" srcOrd="0" destOrd="2" presId="urn:microsoft.com/office/officeart/2005/8/layout/vList5"/>
    <dgm:cxn modelId="{816A6893-F58C-4ACE-AA2C-2522F4C658FA}" srcId="{C27A20F1-0698-45F2-A25E-77A0DD24AA75}" destId="{7A765651-4D26-4A81-8698-03480C3F7A66}" srcOrd="1" destOrd="0" parTransId="{7396955F-CDBE-49BE-AC1E-D8F4F4E1271C}" sibTransId="{FEDFCA9D-DA75-46E4-917B-58F417F8AC9B}"/>
    <dgm:cxn modelId="{CD9C4A93-3603-414A-B764-E09737F2E06E}" type="presOf" srcId="{944CE6EF-E8CF-4B0E-AF71-809349F5C0AA}" destId="{F332CFEE-EBDA-40E7-8594-960D3FF63282}" srcOrd="0" destOrd="0" presId="urn:microsoft.com/office/officeart/2005/8/layout/vList5"/>
    <dgm:cxn modelId="{1F57479B-888D-46C8-A8BC-A6B0B5CA1D1F}" type="presOf" srcId="{7A765651-4D26-4A81-8698-03480C3F7A66}" destId="{56F24D9A-48EF-4108-9155-06530902582B}" srcOrd="0" destOrd="1" presId="urn:microsoft.com/office/officeart/2005/8/layout/vList5"/>
    <dgm:cxn modelId="{51D84F9F-2205-4B6E-9C60-BCF78DE91257}" srcId="{C27A20F1-0698-45F2-A25E-77A0DD24AA75}" destId="{144CEC98-C19D-4291-AEA9-FED2938F382B}" srcOrd="2" destOrd="0" parTransId="{62C27E39-2680-49B6-990A-B35DB701B62F}" sibTransId="{76C63263-16A2-418B-8C53-6CE392B1B2BF}"/>
    <dgm:cxn modelId="{FBD6A0CC-3607-417C-BFC9-465F924B1E05}" srcId="{944CE6EF-E8CF-4B0E-AF71-809349F5C0AA}" destId="{C27A20F1-0698-45F2-A25E-77A0DD24AA75}" srcOrd="0" destOrd="0" parTransId="{525533B6-1A75-493E-AF66-4854A918274A}" sibTransId="{A6CB6E71-5F68-44E0-94B9-BAB468D0E76F}"/>
    <dgm:cxn modelId="{9B45F7D2-850E-49E0-8BB8-45A7BF4D8E4C}" type="presOf" srcId="{C27A20F1-0698-45F2-A25E-77A0DD24AA75}" destId="{B02CE511-927C-4081-8E1A-C77BD45149B3}" srcOrd="0" destOrd="0" presId="urn:microsoft.com/office/officeart/2005/8/layout/vList5"/>
    <dgm:cxn modelId="{DBE03BEA-B4FA-4713-9F4A-D942FA13B769}" type="presOf" srcId="{E3008537-B0A0-4A36-87CF-FFAB93BA2CEB}" destId="{56F24D9A-48EF-4108-9155-06530902582B}" srcOrd="0" destOrd="0" presId="urn:microsoft.com/office/officeart/2005/8/layout/vList5"/>
    <dgm:cxn modelId="{8D38A1EB-A935-4BF1-9CB0-F72DEE2191AE}" srcId="{C27A20F1-0698-45F2-A25E-77A0DD24AA75}" destId="{E3008537-B0A0-4A36-87CF-FFAB93BA2CEB}" srcOrd="0" destOrd="0" parTransId="{C760A73B-1CEA-40BD-95DE-641673DF49A7}" sibTransId="{F47B6A46-EE1B-40DA-89EF-F879B4CE5AB3}"/>
    <dgm:cxn modelId="{F79234AF-03E1-4694-B399-0E38762EB63E}" type="presParOf" srcId="{F332CFEE-EBDA-40E7-8594-960D3FF63282}" destId="{777F8EF4-34C2-4A73-B1ED-2B53F60E08CA}" srcOrd="0" destOrd="0" presId="urn:microsoft.com/office/officeart/2005/8/layout/vList5"/>
    <dgm:cxn modelId="{42B2C18C-0E5C-4249-9513-144350FC3E00}" type="presParOf" srcId="{777F8EF4-34C2-4A73-B1ED-2B53F60E08CA}" destId="{B02CE511-927C-4081-8E1A-C77BD45149B3}" srcOrd="0" destOrd="0" presId="urn:microsoft.com/office/officeart/2005/8/layout/vList5"/>
    <dgm:cxn modelId="{BA78075B-117B-4BEC-916E-C8A1D7E622C6}" type="presParOf" srcId="{777F8EF4-34C2-4A73-B1ED-2B53F60E08CA}" destId="{56F24D9A-48EF-4108-9155-06530902582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14C2B1-F8DF-4652-9FC8-5B2FAC985B92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DFC103A-0E55-4E0E-A6EC-A3E3ACFC5301}">
      <dgm:prSet/>
      <dgm:spPr/>
      <dgm:t>
        <a:bodyPr/>
        <a:lstStyle/>
        <a:p>
          <a:r>
            <a:rPr lang="en-US" dirty="0"/>
            <a:t>Write using a </a:t>
          </a:r>
          <a:r>
            <a:rPr lang="en-US" dirty="0" err="1"/>
            <a:t>PrintWriter</a:t>
          </a:r>
          <a:r>
            <a:rPr lang="en-US" dirty="0"/>
            <a:t> object:</a:t>
          </a:r>
        </a:p>
      </dgm:t>
    </dgm:pt>
    <dgm:pt modelId="{FE2DEA44-C544-4204-945F-0C6044131AF5}" type="parTrans" cxnId="{EEAD4E17-142A-4BB6-B94C-F66E6924BCFD}">
      <dgm:prSet/>
      <dgm:spPr/>
      <dgm:t>
        <a:bodyPr/>
        <a:lstStyle/>
        <a:p>
          <a:endParaRPr lang="en-US"/>
        </a:p>
      </dgm:t>
    </dgm:pt>
    <dgm:pt modelId="{33F4F94F-CD80-41A6-9DEB-BA38E4B977E0}" type="sibTrans" cxnId="{EEAD4E17-142A-4BB6-B94C-F66E6924BCFD}">
      <dgm:prSet/>
      <dgm:spPr/>
      <dgm:t>
        <a:bodyPr/>
        <a:lstStyle/>
        <a:p>
          <a:endParaRPr lang="en-US"/>
        </a:p>
      </dgm:t>
    </dgm:pt>
    <dgm:pt modelId="{B660DF93-D4AD-45C3-BC6C-BB9FD20DC6B6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PrintWriter output = new PrintWriter(filename);</a:t>
          </a:r>
        </a:p>
      </dgm:t>
    </dgm:pt>
    <dgm:pt modelId="{2C54CB29-0FEE-4CC7-B1D5-E5106DB0518E}" type="parTrans" cxnId="{34D56C27-053A-44C7-A49E-D645BB6D6467}">
      <dgm:prSet/>
      <dgm:spPr/>
      <dgm:t>
        <a:bodyPr/>
        <a:lstStyle/>
        <a:p>
          <a:endParaRPr lang="en-US"/>
        </a:p>
      </dgm:t>
    </dgm:pt>
    <dgm:pt modelId="{120E8881-75BA-433D-97FE-BBD2844F9105}" type="sibTrans" cxnId="{34D56C27-053A-44C7-A49E-D645BB6D6467}">
      <dgm:prSet/>
      <dgm:spPr/>
      <dgm:t>
        <a:bodyPr/>
        <a:lstStyle/>
        <a:p>
          <a:endParaRPr lang="en-US"/>
        </a:p>
      </dgm:t>
    </dgm:pt>
    <dgm:pt modelId="{CE126E48-788D-41C8-92BC-FA7CCEDBEE95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Check if the file exists before you write anything.</a:t>
          </a:r>
        </a:p>
      </dgm:t>
    </dgm:pt>
    <dgm:pt modelId="{B14777EC-B6D5-4418-A2DA-E68DE8F601B3}" type="parTrans" cxnId="{DD6233AF-697D-417F-8E95-B971A23804A7}">
      <dgm:prSet/>
      <dgm:spPr/>
      <dgm:t>
        <a:bodyPr/>
        <a:lstStyle/>
        <a:p>
          <a:endParaRPr lang="en-US"/>
        </a:p>
      </dgm:t>
    </dgm:pt>
    <dgm:pt modelId="{A257A249-8A5E-438F-824A-0207B4DC8D01}" type="sibTrans" cxnId="{DD6233AF-697D-417F-8E95-B971A23804A7}">
      <dgm:prSet/>
      <dgm:spPr/>
      <dgm:t>
        <a:bodyPr/>
        <a:lstStyle/>
        <a:p>
          <a:endParaRPr lang="en-US"/>
        </a:p>
      </dgm:t>
    </dgm:pt>
    <dgm:pt modelId="{25CA4393-3379-4CA5-A5BA-05505A830C8C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Then, you can invoke the print, println and printf methods to write data to a file.  These are the same methods that are used to write to the Console.</a:t>
          </a:r>
        </a:p>
      </dgm:t>
    </dgm:pt>
    <dgm:pt modelId="{A9921F8A-2370-4831-9DCD-A0EF2FC09EEF}" type="parTrans" cxnId="{C1BD8FD8-4461-4626-A216-B3FAF5C2F3B8}">
      <dgm:prSet/>
      <dgm:spPr/>
      <dgm:t>
        <a:bodyPr/>
        <a:lstStyle/>
        <a:p>
          <a:endParaRPr lang="en-US"/>
        </a:p>
      </dgm:t>
    </dgm:pt>
    <dgm:pt modelId="{C94A9A01-EF4C-4E53-8F3E-12C8EDBC6196}" type="sibTrans" cxnId="{C1BD8FD8-4461-4626-A216-B3FAF5C2F3B8}">
      <dgm:prSet/>
      <dgm:spPr/>
      <dgm:t>
        <a:bodyPr/>
        <a:lstStyle/>
        <a:p>
          <a:endParaRPr lang="en-US"/>
        </a:p>
      </dgm:t>
    </dgm:pt>
    <dgm:pt modelId="{82F447D6-A1CE-4D14-80DE-C112B36DC481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You must close the file after writing.  Otherwise, the data may not be properly saved in the file.</a:t>
          </a:r>
        </a:p>
      </dgm:t>
    </dgm:pt>
    <dgm:pt modelId="{666AFA23-99F7-416A-A449-75AED7299784}" type="parTrans" cxnId="{C5051959-33AD-4984-8AF5-C037FFD3771C}">
      <dgm:prSet/>
      <dgm:spPr/>
      <dgm:t>
        <a:bodyPr/>
        <a:lstStyle/>
        <a:p>
          <a:endParaRPr lang="en-US"/>
        </a:p>
      </dgm:t>
    </dgm:pt>
    <dgm:pt modelId="{B00CB06F-AF2E-48F2-991E-D209C820C313}" type="sibTrans" cxnId="{C5051959-33AD-4984-8AF5-C037FFD3771C}">
      <dgm:prSet/>
      <dgm:spPr/>
      <dgm:t>
        <a:bodyPr/>
        <a:lstStyle/>
        <a:p>
          <a:endParaRPr lang="en-US"/>
        </a:p>
      </dgm:t>
    </dgm:pt>
    <dgm:pt modelId="{0A9D8C13-6AB8-453B-8265-4A76D4F5C3D0}" type="pres">
      <dgm:prSet presAssocID="{4A14C2B1-F8DF-4652-9FC8-5B2FAC985B92}" presName="Name0" presStyleCnt="0">
        <dgm:presLayoutVars>
          <dgm:dir/>
          <dgm:animLvl val="lvl"/>
          <dgm:resizeHandles val="exact"/>
        </dgm:presLayoutVars>
      </dgm:prSet>
      <dgm:spPr/>
    </dgm:pt>
    <dgm:pt modelId="{B54A4937-C746-4DEA-A5C9-EA3F32851B01}" type="pres">
      <dgm:prSet presAssocID="{DDFC103A-0E55-4E0E-A6EC-A3E3ACFC5301}" presName="linNode" presStyleCnt="0"/>
      <dgm:spPr/>
    </dgm:pt>
    <dgm:pt modelId="{A3A6A097-5942-4A56-9F2F-91BCD97CDDC5}" type="pres">
      <dgm:prSet presAssocID="{DDFC103A-0E55-4E0E-A6EC-A3E3ACFC5301}" presName="parentText" presStyleLbl="node1" presStyleIdx="0" presStyleCnt="1" custFlipHor="0" custScaleX="2659">
        <dgm:presLayoutVars>
          <dgm:chMax val="1"/>
          <dgm:bulletEnabled val="1"/>
        </dgm:presLayoutVars>
      </dgm:prSet>
      <dgm:spPr/>
    </dgm:pt>
    <dgm:pt modelId="{200FD4F6-0994-4BBF-84E9-62FA58BB063B}" type="pres">
      <dgm:prSet presAssocID="{DDFC103A-0E55-4E0E-A6EC-A3E3ACFC5301}" presName="descendantText" presStyleLbl="alignAccFollowNode1" presStyleIdx="0" presStyleCnt="1" custScaleX="129380" custLinFactNeighborX="17088" custLinFactNeighborY="533">
        <dgm:presLayoutVars>
          <dgm:bulletEnabled val="1"/>
        </dgm:presLayoutVars>
      </dgm:prSet>
      <dgm:spPr/>
    </dgm:pt>
  </dgm:ptLst>
  <dgm:cxnLst>
    <dgm:cxn modelId="{83C39406-686C-46EF-A669-F9A731B01C7F}" type="presOf" srcId="{25CA4393-3379-4CA5-A5BA-05505A830C8C}" destId="{200FD4F6-0994-4BBF-84E9-62FA58BB063B}" srcOrd="0" destOrd="2" presId="urn:microsoft.com/office/officeart/2005/8/layout/vList5"/>
    <dgm:cxn modelId="{EEAD4E17-142A-4BB6-B94C-F66E6924BCFD}" srcId="{4A14C2B1-F8DF-4652-9FC8-5B2FAC985B92}" destId="{DDFC103A-0E55-4E0E-A6EC-A3E3ACFC5301}" srcOrd="0" destOrd="0" parTransId="{FE2DEA44-C544-4204-945F-0C6044131AF5}" sibTransId="{33F4F94F-CD80-41A6-9DEB-BA38E4B977E0}"/>
    <dgm:cxn modelId="{34D56C27-053A-44C7-A49E-D645BB6D6467}" srcId="{DDFC103A-0E55-4E0E-A6EC-A3E3ACFC5301}" destId="{B660DF93-D4AD-45C3-BC6C-BB9FD20DC6B6}" srcOrd="0" destOrd="0" parTransId="{2C54CB29-0FEE-4CC7-B1D5-E5106DB0518E}" sibTransId="{120E8881-75BA-433D-97FE-BBD2844F9105}"/>
    <dgm:cxn modelId="{E983472A-E580-4801-9237-D996DA755481}" type="presOf" srcId="{DDFC103A-0E55-4E0E-A6EC-A3E3ACFC5301}" destId="{A3A6A097-5942-4A56-9F2F-91BCD97CDDC5}" srcOrd="0" destOrd="0" presId="urn:microsoft.com/office/officeart/2005/8/layout/vList5"/>
    <dgm:cxn modelId="{72B7833D-6DCF-4154-B9ED-CCC4B3518E9A}" type="presOf" srcId="{4A14C2B1-F8DF-4652-9FC8-5B2FAC985B92}" destId="{0A9D8C13-6AB8-453B-8265-4A76D4F5C3D0}" srcOrd="0" destOrd="0" presId="urn:microsoft.com/office/officeart/2005/8/layout/vList5"/>
    <dgm:cxn modelId="{C5051959-33AD-4984-8AF5-C037FFD3771C}" srcId="{DDFC103A-0E55-4E0E-A6EC-A3E3ACFC5301}" destId="{82F447D6-A1CE-4D14-80DE-C112B36DC481}" srcOrd="3" destOrd="0" parTransId="{666AFA23-99F7-416A-A449-75AED7299784}" sibTransId="{B00CB06F-AF2E-48F2-991E-D209C820C313}"/>
    <dgm:cxn modelId="{91B4BEAD-150A-40B3-9862-990ED3788A56}" type="presOf" srcId="{CE126E48-788D-41C8-92BC-FA7CCEDBEE95}" destId="{200FD4F6-0994-4BBF-84E9-62FA58BB063B}" srcOrd="0" destOrd="1" presId="urn:microsoft.com/office/officeart/2005/8/layout/vList5"/>
    <dgm:cxn modelId="{DD6233AF-697D-417F-8E95-B971A23804A7}" srcId="{DDFC103A-0E55-4E0E-A6EC-A3E3ACFC5301}" destId="{CE126E48-788D-41C8-92BC-FA7CCEDBEE95}" srcOrd="1" destOrd="0" parTransId="{B14777EC-B6D5-4418-A2DA-E68DE8F601B3}" sibTransId="{A257A249-8A5E-438F-824A-0207B4DC8D01}"/>
    <dgm:cxn modelId="{670CE3C6-1AA9-4C6A-B08E-293F735F4832}" type="presOf" srcId="{82F447D6-A1CE-4D14-80DE-C112B36DC481}" destId="{200FD4F6-0994-4BBF-84E9-62FA58BB063B}" srcOrd="0" destOrd="3" presId="urn:microsoft.com/office/officeart/2005/8/layout/vList5"/>
    <dgm:cxn modelId="{C1BD8FD8-4461-4626-A216-B3FAF5C2F3B8}" srcId="{DDFC103A-0E55-4E0E-A6EC-A3E3ACFC5301}" destId="{25CA4393-3379-4CA5-A5BA-05505A830C8C}" srcOrd="2" destOrd="0" parTransId="{A9921F8A-2370-4831-9DCD-A0EF2FC09EEF}" sibTransId="{C94A9A01-EF4C-4E53-8F3E-12C8EDBC6196}"/>
    <dgm:cxn modelId="{B37C45F4-0D68-45E1-B473-3F9543A830B5}" type="presOf" srcId="{B660DF93-D4AD-45C3-BC6C-BB9FD20DC6B6}" destId="{200FD4F6-0994-4BBF-84E9-62FA58BB063B}" srcOrd="0" destOrd="0" presId="urn:microsoft.com/office/officeart/2005/8/layout/vList5"/>
    <dgm:cxn modelId="{3A1FB633-CEA3-4859-BD6A-8FA487456E71}" type="presParOf" srcId="{0A9D8C13-6AB8-453B-8265-4A76D4F5C3D0}" destId="{B54A4937-C746-4DEA-A5C9-EA3F32851B01}" srcOrd="0" destOrd="0" presId="urn:microsoft.com/office/officeart/2005/8/layout/vList5"/>
    <dgm:cxn modelId="{BC131E8E-D063-4DFD-8441-14FDB44E9DA1}" type="presParOf" srcId="{B54A4937-C746-4DEA-A5C9-EA3F32851B01}" destId="{A3A6A097-5942-4A56-9F2F-91BCD97CDDC5}" srcOrd="0" destOrd="0" presId="urn:microsoft.com/office/officeart/2005/8/layout/vList5"/>
    <dgm:cxn modelId="{5E76C7F5-FFB6-4A5A-ADD0-B012408469C6}" type="presParOf" srcId="{B54A4937-C746-4DEA-A5C9-EA3F32851B01}" destId="{200FD4F6-0994-4BBF-84E9-62FA58BB06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DC3FB7-FF71-4D24-ABE3-3A6B1EB70919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6EA1347-F755-4ED2-9729-6CA598475C80}">
      <dgm:prSet/>
      <dgm:spPr/>
      <dgm:t>
        <a:bodyPr/>
        <a:lstStyle/>
        <a:p>
          <a:r>
            <a:rPr lang="en-US" dirty="0"/>
            <a:t>Write Data using a </a:t>
          </a:r>
          <a:r>
            <a:rPr lang="en-US" dirty="0" err="1"/>
            <a:t>PrintWriter</a:t>
          </a:r>
          <a:endParaRPr lang="en-US" dirty="0"/>
        </a:p>
      </dgm:t>
    </dgm:pt>
    <dgm:pt modelId="{B935067D-89F1-4E2F-9026-1697E5757ACA}" type="parTrans" cxnId="{53D24B64-2619-4050-A57F-D4665ECC0A1B}">
      <dgm:prSet/>
      <dgm:spPr/>
      <dgm:t>
        <a:bodyPr/>
        <a:lstStyle/>
        <a:p>
          <a:endParaRPr lang="en-US"/>
        </a:p>
      </dgm:t>
    </dgm:pt>
    <dgm:pt modelId="{8CEEB7F0-411F-4373-9A3A-64410E585D7E}" type="sibTrans" cxnId="{53D24B64-2619-4050-A57F-D4665ECC0A1B}">
      <dgm:prSet/>
      <dgm:spPr/>
      <dgm:t>
        <a:bodyPr/>
        <a:lstStyle/>
        <a:p>
          <a:endParaRPr lang="en-US"/>
        </a:p>
      </dgm:t>
    </dgm:pt>
    <dgm:pt modelId="{37807C32-46A6-4AEE-A940-3AFC2CAF8345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Construct a PrintWriter Object: </a:t>
          </a:r>
        </a:p>
      </dgm:t>
    </dgm:pt>
    <dgm:pt modelId="{A136E05B-11AC-484A-905E-B8831F43E363}" type="parTrans" cxnId="{3E27A0D5-8530-4F76-AF82-0185120494FB}">
      <dgm:prSet/>
      <dgm:spPr/>
      <dgm:t>
        <a:bodyPr/>
        <a:lstStyle/>
        <a:p>
          <a:endParaRPr lang="en-US"/>
        </a:p>
      </dgm:t>
    </dgm:pt>
    <dgm:pt modelId="{753DBCEE-F915-4E8A-AEDD-D614B6CB702E}" type="sibTrans" cxnId="{3E27A0D5-8530-4F76-AF82-0185120494FB}">
      <dgm:prSet/>
      <dgm:spPr/>
      <dgm:t>
        <a:bodyPr/>
        <a:lstStyle/>
        <a:p>
          <a:endParaRPr lang="en-US"/>
        </a:p>
      </dgm:t>
    </dgm:pt>
    <dgm:pt modelId="{8905FE15-E2C8-4500-B0E7-357EDD3559CB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PrintWrite writer = new PrintWriter(filename);</a:t>
          </a:r>
        </a:p>
      </dgm:t>
    </dgm:pt>
    <dgm:pt modelId="{C707E585-FA5E-44A8-A384-F96537F0AE1C}" type="parTrans" cxnId="{F63EEBFB-8B72-48E9-AEE9-9197F3E763BF}">
      <dgm:prSet/>
      <dgm:spPr/>
      <dgm:t>
        <a:bodyPr/>
        <a:lstStyle/>
        <a:p>
          <a:endParaRPr lang="en-US"/>
        </a:p>
      </dgm:t>
    </dgm:pt>
    <dgm:pt modelId="{44DB257F-7475-430C-80A3-8ADC5DC7E3F7}" type="sibTrans" cxnId="{F63EEBFB-8B72-48E9-AEE9-9197F3E763BF}">
      <dgm:prSet/>
      <dgm:spPr/>
      <dgm:t>
        <a:bodyPr/>
        <a:lstStyle/>
        <a:p>
          <a:endParaRPr lang="en-US"/>
        </a:p>
      </dgm:t>
    </dgm:pt>
    <dgm:pt modelId="{ADA45064-85A0-4291-8CC2-D2C06A3935F3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Use printing methods similar to </a:t>
          </a:r>
          <a:r>
            <a:rPr lang="en-US" dirty="0" err="1"/>
            <a:t>System.out.print</a:t>
          </a:r>
          <a:endParaRPr lang="en-US" dirty="0"/>
        </a:p>
      </dgm:t>
    </dgm:pt>
    <dgm:pt modelId="{57806BF3-52F7-4FEB-9CA6-09907ED0B4B3}" type="parTrans" cxnId="{318C7D6D-ADE2-4429-A223-67BC3F2CCB81}">
      <dgm:prSet/>
      <dgm:spPr/>
      <dgm:t>
        <a:bodyPr/>
        <a:lstStyle/>
        <a:p>
          <a:endParaRPr lang="en-US"/>
        </a:p>
      </dgm:t>
    </dgm:pt>
    <dgm:pt modelId="{87C73E68-C2B7-468D-8E53-D94926A97256}" type="sibTrans" cxnId="{318C7D6D-ADE2-4429-A223-67BC3F2CCB81}">
      <dgm:prSet/>
      <dgm:spPr/>
      <dgm:t>
        <a:bodyPr/>
        <a:lstStyle/>
        <a:p>
          <a:endParaRPr lang="en-US"/>
        </a:p>
      </dgm:t>
    </dgm:pt>
    <dgm:pt modelId="{3907E4BB-BDDE-49AC-B762-D5A89FAC4BAC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println </a:t>
          </a:r>
        </a:p>
      </dgm:t>
    </dgm:pt>
    <dgm:pt modelId="{3DACBE1D-6636-4074-A064-D695139F4289}" type="parTrans" cxnId="{1317B92F-D957-4EB7-87CE-BD1DF79A573E}">
      <dgm:prSet/>
      <dgm:spPr/>
      <dgm:t>
        <a:bodyPr/>
        <a:lstStyle/>
        <a:p>
          <a:endParaRPr lang="en-US"/>
        </a:p>
      </dgm:t>
    </dgm:pt>
    <dgm:pt modelId="{577FDA6F-0653-45E2-A607-A58B1D85157A}" type="sibTrans" cxnId="{1317B92F-D957-4EB7-87CE-BD1DF79A573E}">
      <dgm:prSet/>
      <dgm:spPr/>
      <dgm:t>
        <a:bodyPr/>
        <a:lstStyle/>
        <a:p>
          <a:endParaRPr lang="en-US"/>
        </a:p>
      </dgm:t>
    </dgm:pt>
    <dgm:pt modelId="{32B41F6E-3CE6-430C-A0BF-28D409A8D4F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print</a:t>
          </a:r>
        </a:p>
      </dgm:t>
    </dgm:pt>
    <dgm:pt modelId="{CC677FE0-2ADD-4857-8D6B-0B01A68A0BED}" type="parTrans" cxnId="{63A08763-5F2C-4A5E-BB71-472A1EBCA591}">
      <dgm:prSet/>
      <dgm:spPr/>
      <dgm:t>
        <a:bodyPr/>
        <a:lstStyle/>
        <a:p>
          <a:endParaRPr lang="en-US"/>
        </a:p>
      </dgm:t>
    </dgm:pt>
    <dgm:pt modelId="{BDDF0EDD-5AF3-4FE0-8D75-A2A3850D27A0}" type="sibTrans" cxnId="{63A08763-5F2C-4A5E-BB71-472A1EBCA591}">
      <dgm:prSet/>
      <dgm:spPr/>
      <dgm:t>
        <a:bodyPr/>
        <a:lstStyle/>
        <a:p>
          <a:endParaRPr lang="en-US"/>
        </a:p>
      </dgm:t>
    </dgm:pt>
    <dgm:pt modelId="{41C5584C-BA83-478F-BC23-2B7B5D3C73B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 err="1"/>
            <a:t>printf</a:t>
          </a:r>
          <a:endParaRPr lang="en-US" dirty="0"/>
        </a:p>
      </dgm:t>
    </dgm:pt>
    <dgm:pt modelId="{657ED1D3-3DE8-4955-AC03-48206D1CF3CC}" type="parTrans" cxnId="{FAA1DD3D-198D-4321-B169-76A28D263B73}">
      <dgm:prSet/>
      <dgm:spPr/>
      <dgm:t>
        <a:bodyPr/>
        <a:lstStyle/>
        <a:p>
          <a:endParaRPr lang="en-US"/>
        </a:p>
      </dgm:t>
    </dgm:pt>
    <dgm:pt modelId="{E10DA384-2042-48C3-A983-47EFF59BD1FA}" type="sibTrans" cxnId="{FAA1DD3D-198D-4321-B169-76A28D263B73}">
      <dgm:prSet/>
      <dgm:spPr/>
      <dgm:t>
        <a:bodyPr/>
        <a:lstStyle/>
        <a:p>
          <a:endParaRPr lang="en-US"/>
        </a:p>
      </dgm:t>
    </dgm:pt>
    <dgm:pt modelId="{1212AE88-09AD-4A93-B374-4DFCDC0E6C63}" type="pres">
      <dgm:prSet presAssocID="{ADDC3FB7-FF71-4D24-ABE3-3A6B1EB70919}" presName="Name0" presStyleCnt="0">
        <dgm:presLayoutVars>
          <dgm:dir/>
          <dgm:animLvl val="lvl"/>
          <dgm:resizeHandles val="exact"/>
        </dgm:presLayoutVars>
      </dgm:prSet>
      <dgm:spPr/>
    </dgm:pt>
    <dgm:pt modelId="{3078D2E6-77C2-4D63-9CAC-19E1F99B6DB1}" type="pres">
      <dgm:prSet presAssocID="{36EA1347-F755-4ED2-9729-6CA598475C80}" presName="linNode" presStyleCnt="0"/>
      <dgm:spPr/>
    </dgm:pt>
    <dgm:pt modelId="{E7547979-15D4-4AFB-8C32-0CAF0867B4CC}" type="pres">
      <dgm:prSet presAssocID="{36EA1347-F755-4ED2-9729-6CA598475C80}" presName="parentText" presStyleLbl="node1" presStyleIdx="0" presStyleCnt="1" custFlipHor="1" custScaleX="3382">
        <dgm:presLayoutVars>
          <dgm:chMax val="1"/>
          <dgm:bulletEnabled val="1"/>
        </dgm:presLayoutVars>
      </dgm:prSet>
      <dgm:spPr/>
    </dgm:pt>
    <dgm:pt modelId="{0A1D5F3C-8C54-4C7A-9693-DBC3397CFE3E}" type="pres">
      <dgm:prSet presAssocID="{36EA1347-F755-4ED2-9729-6CA598475C80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2024E19-6CB7-4576-90A4-52E09DD4A30D}" type="presOf" srcId="{32B41F6E-3CE6-430C-A0BF-28D409A8D4F0}" destId="{0A1D5F3C-8C54-4C7A-9693-DBC3397CFE3E}" srcOrd="0" destOrd="4" presId="urn:microsoft.com/office/officeart/2005/8/layout/vList5"/>
    <dgm:cxn modelId="{1317B92F-D957-4EB7-87CE-BD1DF79A573E}" srcId="{ADA45064-85A0-4291-8CC2-D2C06A3935F3}" destId="{3907E4BB-BDDE-49AC-B762-D5A89FAC4BAC}" srcOrd="0" destOrd="0" parTransId="{3DACBE1D-6636-4074-A064-D695139F4289}" sibTransId="{577FDA6F-0653-45E2-A607-A58B1D85157A}"/>
    <dgm:cxn modelId="{FAA1DD3D-198D-4321-B169-76A28D263B73}" srcId="{ADA45064-85A0-4291-8CC2-D2C06A3935F3}" destId="{41C5584C-BA83-478F-BC23-2B7B5D3C73B0}" srcOrd="2" destOrd="0" parTransId="{657ED1D3-3DE8-4955-AC03-48206D1CF3CC}" sibTransId="{E10DA384-2042-48C3-A983-47EFF59BD1FA}"/>
    <dgm:cxn modelId="{AAC8DB40-8FB9-4FC1-BDE2-C43E8AEE1028}" type="presOf" srcId="{ADDC3FB7-FF71-4D24-ABE3-3A6B1EB70919}" destId="{1212AE88-09AD-4A93-B374-4DFCDC0E6C63}" srcOrd="0" destOrd="0" presId="urn:microsoft.com/office/officeart/2005/8/layout/vList5"/>
    <dgm:cxn modelId="{63A08763-5F2C-4A5E-BB71-472A1EBCA591}" srcId="{ADA45064-85A0-4291-8CC2-D2C06A3935F3}" destId="{32B41F6E-3CE6-430C-A0BF-28D409A8D4F0}" srcOrd="1" destOrd="0" parTransId="{CC677FE0-2ADD-4857-8D6B-0B01A68A0BED}" sibTransId="{BDDF0EDD-5AF3-4FE0-8D75-A2A3850D27A0}"/>
    <dgm:cxn modelId="{53D24B64-2619-4050-A57F-D4665ECC0A1B}" srcId="{ADDC3FB7-FF71-4D24-ABE3-3A6B1EB70919}" destId="{36EA1347-F755-4ED2-9729-6CA598475C80}" srcOrd="0" destOrd="0" parTransId="{B935067D-89F1-4E2F-9026-1697E5757ACA}" sibTransId="{8CEEB7F0-411F-4373-9A3A-64410E585D7E}"/>
    <dgm:cxn modelId="{318C7D6D-ADE2-4429-A223-67BC3F2CCB81}" srcId="{36EA1347-F755-4ED2-9729-6CA598475C80}" destId="{ADA45064-85A0-4291-8CC2-D2C06A3935F3}" srcOrd="1" destOrd="0" parTransId="{57806BF3-52F7-4FEB-9CA6-09907ED0B4B3}" sibTransId="{87C73E68-C2B7-468D-8E53-D94926A97256}"/>
    <dgm:cxn modelId="{AE8D0C86-DE88-45EE-A71A-C180C7EA6CA4}" type="presOf" srcId="{36EA1347-F755-4ED2-9729-6CA598475C80}" destId="{E7547979-15D4-4AFB-8C32-0CAF0867B4CC}" srcOrd="0" destOrd="0" presId="urn:microsoft.com/office/officeart/2005/8/layout/vList5"/>
    <dgm:cxn modelId="{316A68A9-6591-4BF0-A4C3-18F11A95984A}" type="presOf" srcId="{ADA45064-85A0-4291-8CC2-D2C06A3935F3}" destId="{0A1D5F3C-8C54-4C7A-9693-DBC3397CFE3E}" srcOrd="0" destOrd="2" presId="urn:microsoft.com/office/officeart/2005/8/layout/vList5"/>
    <dgm:cxn modelId="{9632C2AF-A85F-4572-987B-7CA81FDF7AB7}" type="presOf" srcId="{37807C32-46A6-4AEE-A940-3AFC2CAF8345}" destId="{0A1D5F3C-8C54-4C7A-9693-DBC3397CFE3E}" srcOrd="0" destOrd="0" presId="urn:microsoft.com/office/officeart/2005/8/layout/vList5"/>
    <dgm:cxn modelId="{51F1FFB8-4566-4587-A9B9-8C6B109C1457}" type="presOf" srcId="{41C5584C-BA83-478F-BC23-2B7B5D3C73B0}" destId="{0A1D5F3C-8C54-4C7A-9693-DBC3397CFE3E}" srcOrd="0" destOrd="5" presId="urn:microsoft.com/office/officeart/2005/8/layout/vList5"/>
    <dgm:cxn modelId="{3E27A0D5-8530-4F76-AF82-0185120494FB}" srcId="{36EA1347-F755-4ED2-9729-6CA598475C80}" destId="{37807C32-46A6-4AEE-A940-3AFC2CAF8345}" srcOrd="0" destOrd="0" parTransId="{A136E05B-11AC-484A-905E-B8831F43E363}" sibTransId="{753DBCEE-F915-4E8A-AEDD-D614B6CB702E}"/>
    <dgm:cxn modelId="{94DA3CEA-55DE-4301-9D1F-36023851A71A}" type="presOf" srcId="{8905FE15-E2C8-4500-B0E7-357EDD3559CB}" destId="{0A1D5F3C-8C54-4C7A-9693-DBC3397CFE3E}" srcOrd="0" destOrd="1" presId="urn:microsoft.com/office/officeart/2005/8/layout/vList5"/>
    <dgm:cxn modelId="{F63EEBFB-8B72-48E9-AEE9-9197F3E763BF}" srcId="{37807C32-46A6-4AEE-A940-3AFC2CAF8345}" destId="{8905FE15-E2C8-4500-B0E7-357EDD3559CB}" srcOrd="0" destOrd="0" parTransId="{C707E585-FA5E-44A8-A384-F96537F0AE1C}" sibTransId="{44DB257F-7475-430C-80A3-8ADC5DC7E3F7}"/>
    <dgm:cxn modelId="{F8C997FE-9ABF-4021-902E-B0DF4A227822}" type="presOf" srcId="{3907E4BB-BDDE-49AC-B762-D5A89FAC4BAC}" destId="{0A1D5F3C-8C54-4C7A-9693-DBC3397CFE3E}" srcOrd="0" destOrd="3" presId="urn:microsoft.com/office/officeart/2005/8/layout/vList5"/>
    <dgm:cxn modelId="{39E7983C-E969-44F4-88D9-177DF6DBD9C1}" type="presParOf" srcId="{1212AE88-09AD-4A93-B374-4DFCDC0E6C63}" destId="{3078D2E6-77C2-4D63-9CAC-19E1F99B6DB1}" srcOrd="0" destOrd="0" presId="urn:microsoft.com/office/officeart/2005/8/layout/vList5"/>
    <dgm:cxn modelId="{8A7BF241-6CE0-4E23-8998-3C128FAA61E4}" type="presParOf" srcId="{3078D2E6-77C2-4D63-9CAC-19E1F99B6DB1}" destId="{E7547979-15D4-4AFB-8C32-0CAF0867B4CC}" srcOrd="0" destOrd="0" presId="urn:microsoft.com/office/officeart/2005/8/layout/vList5"/>
    <dgm:cxn modelId="{96D83A25-28F0-47AC-B6DD-99197808925A}" type="presParOf" srcId="{3078D2E6-77C2-4D63-9CAC-19E1F99B6DB1}" destId="{0A1D5F3C-8C54-4C7A-9693-DBC3397CFE3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7C11AF-70DB-42A0-8896-792C9C64AE85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B91AEBC-6149-45D4-B48B-5797B4538FEA}">
      <dgm:prSet/>
      <dgm:spPr/>
      <dgm:t>
        <a:bodyPr/>
        <a:lstStyle/>
        <a:p>
          <a:r>
            <a:rPr lang="en-US" dirty="0"/>
            <a:t>Reading using Scanner</a:t>
          </a:r>
        </a:p>
      </dgm:t>
    </dgm:pt>
    <dgm:pt modelId="{8DEC4FE7-7A42-47A5-94EE-3D1EED0F5F93}" type="parTrans" cxnId="{A1805DA2-A93D-45CF-829C-5D60805C3A58}">
      <dgm:prSet/>
      <dgm:spPr/>
      <dgm:t>
        <a:bodyPr/>
        <a:lstStyle/>
        <a:p>
          <a:endParaRPr lang="en-US"/>
        </a:p>
      </dgm:t>
    </dgm:pt>
    <dgm:pt modelId="{02413067-3654-4F84-8CA0-1FE50DBE913D}" type="sibTrans" cxnId="{A1805DA2-A93D-45CF-829C-5D60805C3A58}">
      <dgm:prSet/>
      <dgm:spPr/>
      <dgm:t>
        <a:bodyPr/>
        <a:lstStyle/>
        <a:p>
          <a:endParaRPr lang="en-US"/>
        </a:p>
      </dgm:t>
    </dgm:pt>
    <dgm:pt modelId="{82E9AFB3-32B0-41EA-BE4A-5D33BCAE449A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Construct a Scanner object:</a:t>
          </a:r>
        </a:p>
      </dgm:t>
    </dgm:pt>
    <dgm:pt modelId="{6477ED1F-BB48-4C3C-8114-64356B6AB754}" type="parTrans" cxnId="{36EA3B05-A1DE-439F-865E-0E3EE9EEC9EF}">
      <dgm:prSet/>
      <dgm:spPr/>
      <dgm:t>
        <a:bodyPr/>
        <a:lstStyle/>
        <a:p>
          <a:endParaRPr lang="en-US"/>
        </a:p>
      </dgm:t>
    </dgm:pt>
    <dgm:pt modelId="{611398E5-015B-424B-86A4-480B93D08A7A}" type="sibTrans" cxnId="{36EA3B05-A1DE-439F-865E-0E3EE9EEC9EF}">
      <dgm:prSet/>
      <dgm:spPr/>
      <dgm:t>
        <a:bodyPr/>
        <a:lstStyle/>
        <a:p>
          <a:endParaRPr lang="en-US"/>
        </a:p>
      </dgm:t>
    </dgm:pt>
    <dgm:pt modelId="{FF66EF2A-CD68-42E8-A822-C51CF73D5CEE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Scanner input = new Scanner(new File(filename));</a:t>
          </a:r>
        </a:p>
      </dgm:t>
    </dgm:pt>
    <dgm:pt modelId="{801243A1-E3DF-4701-AB63-4E92B866FA8D}" type="parTrans" cxnId="{C82EB49F-25E6-40A7-A6F1-843334AFB75C}">
      <dgm:prSet/>
      <dgm:spPr/>
      <dgm:t>
        <a:bodyPr/>
        <a:lstStyle/>
        <a:p>
          <a:endParaRPr lang="en-US"/>
        </a:p>
      </dgm:t>
    </dgm:pt>
    <dgm:pt modelId="{4EE74139-ABA6-4AE9-B1BF-F6427EB4E6CE}" type="sibTrans" cxnId="{C82EB49F-25E6-40A7-A6F1-843334AFB75C}">
      <dgm:prSet/>
      <dgm:spPr/>
      <dgm:t>
        <a:bodyPr/>
        <a:lstStyle/>
        <a:p>
          <a:endParaRPr lang="en-US"/>
        </a:p>
      </dgm:t>
    </dgm:pt>
    <dgm:pt modelId="{98D3BE0E-ADDA-4693-B0A1-EA666A4DC6F2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A Scanner breaks its input into tokens delimited by whitespace characters.  </a:t>
          </a:r>
        </a:p>
      </dgm:t>
    </dgm:pt>
    <dgm:pt modelId="{F2FCDCBD-0E84-4F82-8848-4A6B5F577697}" type="parTrans" cxnId="{34FCFA1F-105F-4BB8-A320-D7F56605D167}">
      <dgm:prSet/>
      <dgm:spPr/>
      <dgm:t>
        <a:bodyPr/>
        <a:lstStyle/>
        <a:p>
          <a:endParaRPr lang="en-US"/>
        </a:p>
      </dgm:t>
    </dgm:pt>
    <dgm:pt modelId="{469B9E01-EA49-49C4-A79D-2BFA2C09425A}" type="sibTrans" cxnId="{34FCFA1F-105F-4BB8-A320-D7F56605D167}">
      <dgm:prSet/>
      <dgm:spPr/>
      <dgm:t>
        <a:bodyPr/>
        <a:lstStyle/>
        <a:p>
          <a:endParaRPr lang="en-US"/>
        </a:p>
      </dgm:t>
    </dgm:pt>
    <dgm:pt modelId="{6CC84B5E-0585-40C1-AA3B-3FACFCA1C40B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Scanner tokens are read  by token-reading methods like </a:t>
          </a:r>
          <a:r>
            <a:rPr lang="en-US" dirty="0" err="1"/>
            <a:t>nextInt</a:t>
          </a:r>
          <a:r>
            <a:rPr lang="en-US" dirty="0"/>
            <a:t>(), </a:t>
          </a:r>
          <a:r>
            <a:rPr lang="en-US" dirty="0" err="1"/>
            <a:t>nextDouble</a:t>
          </a:r>
          <a:r>
            <a:rPr lang="en-US" dirty="0"/>
            <a:t>() and next().</a:t>
          </a:r>
        </a:p>
      </dgm:t>
    </dgm:pt>
    <dgm:pt modelId="{79439CD3-C22B-4531-9402-83C16FF7D5FC}" type="parTrans" cxnId="{42901A16-68B0-4C9F-AA85-70AEF4E232C5}">
      <dgm:prSet/>
      <dgm:spPr/>
      <dgm:t>
        <a:bodyPr/>
        <a:lstStyle/>
        <a:p>
          <a:endParaRPr lang="en-US"/>
        </a:p>
      </dgm:t>
    </dgm:pt>
    <dgm:pt modelId="{F261CAA1-42CE-4D1C-B77C-84AB843EDB70}" type="sibTrans" cxnId="{42901A16-68B0-4C9F-AA85-70AEF4E232C5}">
      <dgm:prSet/>
      <dgm:spPr/>
      <dgm:t>
        <a:bodyPr/>
        <a:lstStyle/>
        <a:p>
          <a:endParaRPr lang="en-US"/>
        </a:p>
      </dgm:t>
    </dgm:pt>
    <dgm:pt modelId="{0DFE557E-36AF-4324-91CC-BA5E744D0A92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Methods such as nextInt() convert the token into the appropriate value.  next() does not, and may throw an exception if the token does not match the expected type (String).</a:t>
          </a:r>
        </a:p>
      </dgm:t>
    </dgm:pt>
    <dgm:pt modelId="{D3558A94-6BDA-4380-9725-A334AC75A967}" type="parTrans" cxnId="{5A03DC1E-5A28-43D2-9A12-C3EBC79C2090}">
      <dgm:prSet/>
      <dgm:spPr/>
      <dgm:t>
        <a:bodyPr/>
        <a:lstStyle/>
        <a:p>
          <a:endParaRPr lang="en-US"/>
        </a:p>
      </dgm:t>
    </dgm:pt>
    <dgm:pt modelId="{B11975F9-0F55-4581-B01D-3A137631814D}" type="sibTrans" cxnId="{5A03DC1E-5A28-43D2-9A12-C3EBC79C2090}">
      <dgm:prSet/>
      <dgm:spPr/>
      <dgm:t>
        <a:bodyPr/>
        <a:lstStyle/>
        <a:p>
          <a:endParaRPr lang="en-US"/>
        </a:p>
      </dgm:t>
    </dgm:pt>
    <dgm:pt modelId="{E8583AD5-1097-4B5F-96AB-DFEDCEDD05DF}" type="pres">
      <dgm:prSet presAssocID="{A77C11AF-70DB-42A0-8896-792C9C64AE85}" presName="Name0" presStyleCnt="0">
        <dgm:presLayoutVars>
          <dgm:dir/>
          <dgm:animLvl val="lvl"/>
          <dgm:resizeHandles val="exact"/>
        </dgm:presLayoutVars>
      </dgm:prSet>
      <dgm:spPr/>
    </dgm:pt>
    <dgm:pt modelId="{3B27E8F7-906B-4E23-954E-56708D8768E2}" type="pres">
      <dgm:prSet presAssocID="{3B91AEBC-6149-45D4-B48B-5797B4538FEA}" presName="linNode" presStyleCnt="0"/>
      <dgm:spPr/>
    </dgm:pt>
    <dgm:pt modelId="{19D5D869-9BCD-4202-B994-9DEB2F628805}" type="pres">
      <dgm:prSet presAssocID="{3B91AEBC-6149-45D4-B48B-5797B4538FEA}" presName="parentText" presStyleLbl="node1" presStyleIdx="0" presStyleCnt="1" custFlipHor="1" custScaleX="1450">
        <dgm:presLayoutVars>
          <dgm:chMax val="1"/>
          <dgm:bulletEnabled val="1"/>
        </dgm:presLayoutVars>
      </dgm:prSet>
      <dgm:spPr/>
    </dgm:pt>
    <dgm:pt modelId="{E5E9FF93-2658-4126-B2F3-F55F4440B3A2}" type="pres">
      <dgm:prSet presAssocID="{3B91AEBC-6149-45D4-B48B-5797B4538FEA}" presName="descendantText" presStyleLbl="alignAccFollowNode1" presStyleIdx="0" presStyleCnt="1" custScaleX="124184" custScaleY="111600" custLinFactNeighborX="19323" custLinFactNeighborY="-501">
        <dgm:presLayoutVars>
          <dgm:bulletEnabled val="1"/>
        </dgm:presLayoutVars>
      </dgm:prSet>
      <dgm:spPr/>
    </dgm:pt>
  </dgm:ptLst>
  <dgm:cxnLst>
    <dgm:cxn modelId="{36EA3B05-A1DE-439F-865E-0E3EE9EEC9EF}" srcId="{3B91AEBC-6149-45D4-B48B-5797B4538FEA}" destId="{82E9AFB3-32B0-41EA-BE4A-5D33BCAE449A}" srcOrd="0" destOrd="0" parTransId="{6477ED1F-BB48-4C3C-8114-64356B6AB754}" sibTransId="{611398E5-015B-424B-86A4-480B93D08A7A}"/>
    <dgm:cxn modelId="{583A260C-3ECE-4D6B-9C0E-4BC586B11CC6}" type="presOf" srcId="{82E9AFB3-32B0-41EA-BE4A-5D33BCAE449A}" destId="{E5E9FF93-2658-4126-B2F3-F55F4440B3A2}" srcOrd="0" destOrd="0" presId="urn:microsoft.com/office/officeart/2005/8/layout/vList5"/>
    <dgm:cxn modelId="{42901A16-68B0-4C9F-AA85-70AEF4E232C5}" srcId="{3B91AEBC-6149-45D4-B48B-5797B4538FEA}" destId="{6CC84B5E-0585-40C1-AA3B-3FACFCA1C40B}" srcOrd="3" destOrd="0" parTransId="{79439CD3-C22B-4531-9402-83C16FF7D5FC}" sibTransId="{F261CAA1-42CE-4D1C-B77C-84AB843EDB70}"/>
    <dgm:cxn modelId="{5A03DC1E-5A28-43D2-9A12-C3EBC79C2090}" srcId="{3B91AEBC-6149-45D4-B48B-5797B4538FEA}" destId="{0DFE557E-36AF-4324-91CC-BA5E744D0A92}" srcOrd="4" destOrd="0" parTransId="{D3558A94-6BDA-4380-9725-A334AC75A967}" sibTransId="{B11975F9-0F55-4581-B01D-3A137631814D}"/>
    <dgm:cxn modelId="{34FCFA1F-105F-4BB8-A320-D7F56605D167}" srcId="{3B91AEBC-6149-45D4-B48B-5797B4538FEA}" destId="{98D3BE0E-ADDA-4693-B0A1-EA666A4DC6F2}" srcOrd="2" destOrd="0" parTransId="{F2FCDCBD-0E84-4F82-8848-4A6B5F577697}" sibTransId="{469B9E01-EA49-49C4-A79D-2BFA2C09425A}"/>
    <dgm:cxn modelId="{EC4CE72E-AA8D-4F19-BBC7-CAE268757B12}" type="presOf" srcId="{A77C11AF-70DB-42A0-8896-792C9C64AE85}" destId="{E8583AD5-1097-4B5F-96AB-DFEDCEDD05DF}" srcOrd="0" destOrd="0" presId="urn:microsoft.com/office/officeart/2005/8/layout/vList5"/>
    <dgm:cxn modelId="{662A9B35-D4EA-46CD-852B-F9681D038790}" type="presOf" srcId="{0DFE557E-36AF-4324-91CC-BA5E744D0A92}" destId="{E5E9FF93-2658-4126-B2F3-F55F4440B3A2}" srcOrd="0" destOrd="4" presId="urn:microsoft.com/office/officeart/2005/8/layout/vList5"/>
    <dgm:cxn modelId="{FCF10E55-C632-4528-8E1B-3A7D49840D3E}" type="presOf" srcId="{98D3BE0E-ADDA-4693-B0A1-EA666A4DC6F2}" destId="{E5E9FF93-2658-4126-B2F3-F55F4440B3A2}" srcOrd="0" destOrd="2" presId="urn:microsoft.com/office/officeart/2005/8/layout/vList5"/>
    <dgm:cxn modelId="{C82EB49F-25E6-40A7-A6F1-843334AFB75C}" srcId="{3B91AEBC-6149-45D4-B48B-5797B4538FEA}" destId="{FF66EF2A-CD68-42E8-A822-C51CF73D5CEE}" srcOrd="1" destOrd="0" parTransId="{801243A1-E3DF-4701-AB63-4E92B866FA8D}" sibTransId="{4EE74139-ABA6-4AE9-B1BF-F6427EB4E6CE}"/>
    <dgm:cxn modelId="{A1805DA2-A93D-45CF-829C-5D60805C3A58}" srcId="{A77C11AF-70DB-42A0-8896-792C9C64AE85}" destId="{3B91AEBC-6149-45D4-B48B-5797B4538FEA}" srcOrd="0" destOrd="0" parTransId="{8DEC4FE7-7A42-47A5-94EE-3D1EED0F5F93}" sibTransId="{02413067-3654-4F84-8CA0-1FE50DBE913D}"/>
    <dgm:cxn modelId="{79BD93B0-D752-4074-AA97-917B508A8CB1}" type="presOf" srcId="{FF66EF2A-CD68-42E8-A822-C51CF73D5CEE}" destId="{E5E9FF93-2658-4126-B2F3-F55F4440B3A2}" srcOrd="0" destOrd="1" presId="urn:microsoft.com/office/officeart/2005/8/layout/vList5"/>
    <dgm:cxn modelId="{69C5E1C9-724E-429B-8178-ADFC899E7989}" type="presOf" srcId="{3B91AEBC-6149-45D4-B48B-5797B4538FEA}" destId="{19D5D869-9BCD-4202-B994-9DEB2F628805}" srcOrd="0" destOrd="0" presId="urn:microsoft.com/office/officeart/2005/8/layout/vList5"/>
    <dgm:cxn modelId="{156FE7E2-CBC5-4ABD-B96E-7C20C98B2DA0}" type="presOf" srcId="{6CC84B5E-0585-40C1-AA3B-3FACFCA1C40B}" destId="{E5E9FF93-2658-4126-B2F3-F55F4440B3A2}" srcOrd="0" destOrd="3" presId="urn:microsoft.com/office/officeart/2005/8/layout/vList5"/>
    <dgm:cxn modelId="{C624B95B-BD8B-4502-976F-7A18A5B16B6A}" type="presParOf" srcId="{E8583AD5-1097-4B5F-96AB-DFEDCEDD05DF}" destId="{3B27E8F7-906B-4E23-954E-56708D8768E2}" srcOrd="0" destOrd="0" presId="urn:microsoft.com/office/officeart/2005/8/layout/vList5"/>
    <dgm:cxn modelId="{DD042C68-B0D8-49F2-9681-2A4E45ABF373}" type="presParOf" srcId="{3B27E8F7-906B-4E23-954E-56708D8768E2}" destId="{19D5D869-9BCD-4202-B994-9DEB2F628805}" srcOrd="0" destOrd="0" presId="urn:microsoft.com/office/officeart/2005/8/layout/vList5"/>
    <dgm:cxn modelId="{D353CC02-941E-42EF-9EEF-E9F9BC1C172A}" type="presParOf" srcId="{3B27E8F7-906B-4E23-954E-56708D8768E2}" destId="{E5E9FF93-2658-4126-B2F3-F55F4440B3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53E2E9-0D65-4F05-B53C-20BC72054BDA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91743F1-FF24-460F-BF23-E4D9693958B0}">
      <dgm:prSet/>
      <dgm:spPr/>
      <dgm:t>
        <a:bodyPr/>
        <a:lstStyle/>
        <a:p>
          <a:r>
            <a:rPr lang="en-US" dirty="0"/>
            <a:t>Reading Strings</a:t>
          </a:r>
        </a:p>
      </dgm:t>
    </dgm:pt>
    <dgm:pt modelId="{4FEAD033-080A-4FCA-ABCC-31CE65406CE7}" type="parTrans" cxnId="{7E5B0DFF-53A1-45C2-A8FE-6E1F2EEC71E6}">
      <dgm:prSet/>
      <dgm:spPr/>
      <dgm:t>
        <a:bodyPr/>
        <a:lstStyle/>
        <a:p>
          <a:endParaRPr lang="en-US"/>
        </a:p>
      </dgm:t>
    </dgm:pt>
    <dgm:pt modelId="{A073FA06-660C-4239-B0F0-0C66528E09D1}" type="sibTrans" cxnId="{7E5B0DFF-53A1-45C2-A8FE-6E1F2EEC71E6}">
      <dgm:prSet/>
      <dgm:spPr/>
      <dgm:t>
        <a:bodyPr/>
        <a:lstStyle/>
        <a:p>
          <a:endParaRPr lang="en-US"/>
        </a:p>
      </dgm:t>
    </dgm:pt>
    <dgm:pt modelId="{DFC75246-C859-468A-9F82-C4873D0A2D3F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Using next() to read a String will read to the next delimiter.  It is a token-reading method.</a:t>
          </a:r>
        </a:p>
      </dgm:t>
    </dgm:pt>
    <dgm:pt modelId="{1D89B176-F8EF-465E-98FB-21B3ACE150E8}" type="parTrans" cxnId="{C3DE56B7-42B0-468E-BB08-7E8E35EB585E}">
      <dgm:prSet/>
      <dgm:spPr/>
      <dgm:t>
        <a:bodyPr/>
        <a:lstStyle/>
        <a:p>
          <a:endParaRPr lang="en-US"/>
        </a:p>
      </dgm:t>
    </dgm:pt>
    <dgm:pt modelId="{9E2F62E0-AFDF-4E9E-B056-AEF5CFC331FF}" type="sibTrans" cxnId="{C3DE56B7-42B0-468E-BB08-7E8E35EB585E}">
      <dgm:prSet/>
      <dgm:spPr/>
      <dgm:t>
        <a:bodyPr/>
        <a:lstStyle/>
        <a:p>
          <a:endParaRPr lang="en-US"/>
        </a:p>
      </dgm:t>
    </dgm:pt>
    <dgm:pt modelId="{2BEE5377-9ACC-4C2F-88E2-859A53715DBD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Using nextLine() will read a line ending with a line separator.</a:t>
          </a:r>
        </a:p>
      </dgm:t>
    </dgm:pt>
    <dgm:pt modelId="{BC856689-1235-4415-A02D-7D4E3ADE13E3}" type="parTrans" cxnId="{A7C6707F-FA17-44E9-B202-64BCBF5C3049}">
      <dgm:prSet/>
      <dgm:spPr/>
      <dgm:t>
        <a:bodyPr/>
        <a:lstStyle/>
        <a:p>
          <a:endParaRPr lang="en-US"/>
        </a:p>
      </dgm:t>
    </dgm:pt>
    <dgm:pt modelId="{012880E8-982B-4D03-8AF6-0388175E544B}" type="sibTrans" cxnId="{A7C6707F-FA17-44E9-B202-64BCBF5C3049}">
      <dgm:prSet/>
      <dgm:spPr/>
      <dgm:t>
        <a:bodyPr/>
        <a:lstStyle/>
        <a:p>
          <a:endParaRPr lang="en-US"/>
        </a:p>
      </dgm:t>
    </dgm:pt>
    <dgm:pt modelId="{12F3C286-3304-4222-BFA0-EC9522CDCEA5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The line separator in Windows is \r\n ane in UNIX, it is \n.  The enter key corresponds to \n.</a:t>
          </a:r>
        </a:p>
      </dgm:t>
    </dgm:pt>
    <dgm:pt modelId="{957F6FCD-0DFC-4510-95BC-1D6FA5F5E958}" type="parTrans" cxnId="{A731F384-EBA7-4DFB-B5C5-8B5F3EEF8677}">
      <dgm:prSet/>
      <dgm:spPr/>
      <dgm:t>
        <a:bodyPr/>
        <a:lstStyle/>
        <a:p>
          <a:endParaRPr lang="en-US"/>
        </a:p>
      </dgm:t>
    </dgm:pt>
    <dgm:pt modelId="{F6DEBEF4-10C9-4BF1-BE3C-46FB4114BC91}" type="sibTrans" cxnId="{A731F384-EBA7-4DFB-B5C5-8B5F3EEF8677}">
      <dgm:prSet/>
      <dgm:spPr/>
      <dgm:t>
        <a:bodyPr/>
        <a:lstStyle/>
        <a:p>
          <a:endParaRPr lang="en-US"/>
        </a:p>
      </dgm:t>
    </dgm:pt>
    <dgm:pt modelId="{B93AABDC-DA5D-4B61-B760-3011DD12809E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The token reading method will not read the delimiter after the token.  If the delimiter is a line separator, that can be a problem.</a:t>
          </a:r>
        </a:p>
      </dgm:t>
    </dgm:pt>
    <dgm:pt modelId="{47F0B5FE-DB41-4E65-8E92-7C4205F51324}" type="parTrans" cxnId="{A9E5F6E2-19E0-4785-8D2F-F1E5207273D1}">
      <dgm:prSet/>
      <dgm:spPr/>
      <dgm:t>
        <a:bodyPr/>
        <a:lstStyle/>
        <a:p>
          <a:endParaRPr lang="en-US"/>
        </a:p>
      </dgm:t>
    </dgm:pt>
    <dgm:pt modelId="{086B2AB2-E026-49E0-957C-AD9EDAA6D294}" type="sibTrans" cxnId="{A9E5F6E2-19E0-4785-8D2F-F1E5207273D1}">
      <dgm:prSet/>
      <dgm:spPr/>
      <dgm:t>
        <a:bodyPr/>
        <a:lstStyle/>
        <a:p>
          <a:endParaRPr lang="en-US"/>
        </a:p>
      </dgm:t>
    </dgm:pt>
    <dgm:pt modelId="{852B96A7-6B1F-4346-9C5C-CF654F8D09D1}" type="pres">
      <dgm:prSet presAssocID="{AC53E2E9-0D65-4F05-B53C-20BC72054BDA}" presName="Name0" presStyleCnt="0">
        <dgm:presLayoutVars>
          <dgm:dir/>
          <dgm:animLvl val="lvl"/>
          <dgm:resizeHandles val="exact"/>
        </dgm:presLayoutVars>
      </dgm:prSet>
      <dgm:spPr/>
    </dgm:pt>
    <dgm:pt modelId="{611202A1-B58F-4885-964A-CAC0D93E35B0}" type="pres">
      <dgm:prSet presAssocID="{891743F1-FF24-460F-BF23-E4D9693958B0}" presName="linNode" presStyleCnt="0"/>
      <dgm:spPr/>
    </dgm:pt>
    <dgm:pt modelId="{FD374B8C-1E89-47C3-AC98-483BB5EC5ACE}" type="pres">
      <dgm:prSet presAssocID="{891743F1-FF24-460F-BF23-E4D9693958B0}" presName="parentText" presStyleLbl="node1" presStyleIdx="0" presStyleCnt="1" custScaleX="1437">
        <dgm:presLayoutVars>
          <dgm:chMax val="1"/>
          <dgm:bulletEnabled val="1"/>
        </dgm:presLayoutVars>
      </dgm:prSet>
      <dgm:spPr/>
    </dgm:pt>
    <dgm:pt modelId="{61A9EFD0-7329-4FAB-B839-01A0502AF821}" type="pres">
      <dgm:prSet presAssocID="{891743F1-FF24-460F-BF23-E4D9693958B0}" presName="descendantText" presStyleLbl="alignAccFollowNode1" presStyleIdx="0" presStyleCnt="1" custScaleX="141972" custLinFactNeighborX="16164" custLinFactNeighborY="-8848">
        <dgm:presLayoutVars>
          <dgm:bulletEnabled val="1"/>
        </dgm:presLayoutVars>
      </dgm:prSet>
      <dgm:spPr/>
    </dgm:pt>
  </dgm:ptLst>
  <dgm:cxnLst>
    <dgm:cxn modelId="{C6ED385E-99CC-45B5-8F57-3CBE6B7C2499}" type="presOf" srcId="{B93AABDC-DA5D-4B61-B760-3011DD12809E}" destId="{61A9EFD0-7329-4FAB-B839-01A0502AF821}" srcOrd="0" destOrd="3" presId="urn:microsoft.com/office/officeart/2005/8/layout/vList5"/>
    <dgm:cxn modelId="{C0CF8751-28AB-4DCC-A0CB-2D0FCA1C19F2}" type="presOf" srcId="{AC53E2E9-0D65-4F05-B53C-20BC72054BDA}" destId="{852B96A7-6B1F-4346-9C5C-CF654F8D09D1}" srcOrd="0" destOrd="0" presId="urn:microsoft.com/office/officeart/2005/8/layout/vList5"/>
    <dgm:cxn modelId="{A7C6707F-FA17-44E9-B202-64BCBF5C3049}" srcId="{891743F1-FF24-460F-BF23-E4D9693958B0}" destId="{2BEE5377-9ACC-4C2F-88E2-859A53715DBD}" srcOrd="1" destOrd="0" parTransId="{BC856689-1235-4415-A02D-7D4E3ADE13E3}" sibTransId="{012880E8-982B-4D03-8AF6-0388175E544B}"/>
    <dgm:cxn modelId="{A731F384-EBA7-4DFB-B5C5-8B5F3EEF8677}" srcId="{891743F1-FF24-460F-BF23-E4D9693958B0}" destId="{12F3C286-3304-4222-BFA0-EC9522CDCEA5}" srcOrd="2" destOrd="0" parTransId="{957F6FCD-0DFC-4510-95BC-1D6FA5F5E958}" sibTransId="{F6DEBEF4-10C9-4BF1-BE3C-46FB4114BC91}"/>
    <dgm:cxn modelId="{AE22AD89-366C-4760-BA37-1BD39B4F0854}" type="presOf" srcId="{891743F1-FF24-460F-BF23-E4D9693958B0}" destId="{FD374B8C-1E89-47C3-AC98-483BB5EC5ACE}" srcOrd="0" destOrd="0" presId="urn:microsoft.com/office/officeart/2005/8/layout/vList5"/>
    <dgm:cxn modelId="{20DECF91-A72E-4C26-B8CF-9675066E08F7}" type="presOf" srcId="{12F3C286-3304-4222-BFA0-EC9522CDCEA5}" destId="{61A9EFD0-7329-4FAB-B839-01A0502AF821}" srcOrd="0" destOrd="2" presId="urn:microsoft.com/office/officeart/2005/8/layout/vList5"/>
    <dgm:cxn modelId="{C3DE56B7-42B0-468E-BB08-7E8E35EB585E}" srcId="{891743F1-FF24-460F-BF23-E4D9693958B0}" destId="{DFC75246-C859-468A-9F82-C4873D0A2D3F}" srcOrd="0" destOrd="0" parTransId="{1D89B176-F8EF-465E-98FB-21B3ACE150E8}" sibTransId="{9E2F62E0-AFDF-4E9E-B056-AEF5CFC331FF}"/>
    <dgm:cxn modelId="{788DB6D1-D8FF-4D98-90CC-5361BB650052}" type="presOf" srcId="{2BEE5377-9ACC-4C2F-88E2-859A53715DBD}" destId="{61A9EFD0-7329-4FAB-B839-01A0502AF821}" srcOrd="0" destOrd="1" presId="urn:microsoft.com/office/officeart/2005/8/layout/vList5"/>
    <dgm:cxn modelId="{A9E5F6E2-19E0-4785-8D2F-F1E5207273D1}" srcId="{891743F1-FF24-460F-BF23-E4D9693958B0}" destId="{B93AABDC-DA5D-4B61-B760-3011DD12809E}" srcOrd="3" destOrd="0" parTransId="{47F0B5FE-DB41-4E65-8E92-7C4205F51324}" sibTransId="{086B2AB2-E026-49E0-957C-AD9EDAA6D294}"/>
    <dgm:cxn modelId="{266390E4-0CA5-4FB3-8A4D-538EEAE67802}" type="presOf" srcId="{DFC75246-C859-468A-9F82-C4873D0A2D3F}" destId="{61A9EFD0-7329-4FAB-B839-01A0502AF821}" srcOrd="0" destOrd="0" presId="urn:microsoft.com/office/officeart/2005/8/layout/vList5"/>
    <dgm:cxn modelId="{7E5B0DFF-53A1-45C2-A8FE-6E1F2EEC71E6}" srcId="{AC53E2E9-0D65-4F05-B53C-20BC72054BDA}" destId="{891743F1-FF24-460F-BF23-E4D9693958B0}" srcOrd="0" destOrd="0" parTransId="{4FEAD033-080A-4FCA-ABCC-31CE65406CE7}" sibTransId="{A073FA06-660C-4239-B0F0-0C66528E09D1}"/>
    <dgm:cxn modelId="{49BD5966-7185-4CFC-8B2D-DBB65454C2CA}" type="presParOf" srcId="{852B96A7-6B1F-4346-9C5C-CF654F8D09D1}" destId="{611202A1-B58F-4885-964A-CAC0D93E35B0}" srcOrd="0" destOrd="0" presId="urn:microsoft.com/office/officeart/2005/8/layout/vList5"/>
    <dgm:cxn modelId="{04E3E1F2-E2AF-40C6-A3F0-4976E6764402}" type="presParOf" srcId="{611202A1-B58F-4885-964A-CAC0D93E35B0}" destId="{FD374B8C-1E89-47C3-AC98-483BB5EC5ACE}" srcOrd="0" destOrd="0" presId="urn:microsoft.com/office/officeart/2005/8/layout/vList5"/>
    <dgm:cxn modelId="{84DA4ED7-503C-4C67-A5D2-3A7A5E496BE1}" type="presParOf" srcId="{611202A1-B58F-4885-964A-CAC0D93E35B0}" destId="{61A9EFD0-7329-4FAB-B839-01A0502AF82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F031B19-813F-4E9F-A5A8-50C9C216986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B069D47-30E4-4349-9BBC-A2C6AD40EB68}">
      <dgm:prSet/>
      <dgm:spPr/>
      <dgm:t>
        <a:bodyPr/>
        <a:lstStyle/>
        <a:p>
          <a:r>
            <a:rPr lang="en-US" dirty="0"/>
            <a:t>Scanner can act like </a:t>
          </a:r>
          <a:r>
            <a:rPr lang="en-US" dirty="0" err="1"/>
            <a:t>cin</a:t>
          </a:r>
          <a:endParaRPr lang="en-US" dirty="0"/>
        </a:p>
        <a:p>
          <a:r>
            <a:rPr lang="en-US" dirty="0"/>
            <a:t>in C++</a:t>
          </a:r>
        </a:p>
      </dgm:t>
    </dgm:pt>
    <dgm:pt modelId="{874AA5CC-6100-4C80-A78C-1CC32DA656FB}" type="parTrans" cxnId="{1E95514E-2BEB-42E1-8248-9CFEB4273230}">
      <dgm:prSet/>
      <dgm:spPr/>
      <dgm:t>
        <a:bodyPr/>
        <a:lstStyle/>
        <a:p>
          <a:endParaRPr lang="en-US"/>
        </a:p>
      </dgm:t>
    </dgm:pt>
    <dgm:pt modelId="{5B21D3ED-8D44-417F-A667-31E555D4EA80}" type="sibTrans" cxnId="{1E95514E-2BEB-42E1-8248-9CFEB4273230}">
      <dgm:prSet/>
      <dgm:spPr/>
      <dgm:t>
        <a:bodyPr/>
        <a:lstStyle/>
        <a:p>
          <a:endParaRPr lang="en-US"/>
        </a:p>
      </dgm:t>
    </dgm:pt>
    <dgm:pt modelId="{E1D6791E-4587-4E9A-948F-6EFBD9A7C9BB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If you read an int with</a:t>
          </a:r>
        </a:p>
      </dgm:t>
    </dgm:pt>
    <dgm:pt modelId="{39283004-50C9-42E5-89B0-C6AB1990D63E}" type="parTrans" cxnId="{FF08FEB4-6962-469F-8E54-0F748E9E0FE2}">
      <dgm:prSet/>
      <dgm:spPr/>
      <dgm:t>
        <a:bodyPr/>
        <a:lstStyle/>
        <a:p>
          <a:endParaRPr lang="en-US"/>
        </a:p>
      </dgm:t>
    </dgm:pt>
    <dgm:pt modelId="{A9FB740F-C985-4CCC-8A31-29F120050845}" type="sibTrans" cxnId="{FF08FEB4-6962-469F-8E54-0F748E9E0FE2}">
      <dgm:prSet/>
      <dgm:spPr/>
      <dgm:t>
        <a:bodyPr/>
        <a:lstStyle/>
        <a:p>
          <a:endParaRPr lang="en-US"/>
        </a:p>
      </dgm:t>
    </dgm:pt>
    <dgm:pt modelId="{05910D02-48EE-4198-99C2-AF91AAC5473E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     String </a:t>
          </a:r>
          <a:r>
            <a:rPr lang="en-US" dirty="0" err="1"/>
            <a:t>string</a:t>
          </a:r>
          <a:r>
            <a:rPr lang="en-US" dirty="0"/>
            <a:t>  = </a:t>
          </a:r>
          <a:r>
            <a:rPr lang="en-US" dirty="0" err="1"/>
            <a:t>input.nextLine</a:t>
          </a:r>
          <a:r>
            <a:rPr lang="en-US" dirty="0"/>
            <a:t>();</a:t>
          </a:r>
        </a:p>
      </dgm:t>
    </dgm:pt>
    <dgm:pt modelId="{6EBB3586-B285-4820-BBF1-76E36CABF822}" type="parTrans" cxnId="{BDB429A8-30F4-4103-90B8-470DF1AFC964}">
      <dgm:prSet/>
      <dgm:spPr/>
      <dgm:t>
        <a:bodyPr/>
        <a:lstStyle/>
        <a:p>
          <a:endParaRPr lang="en-US"/>
        </a:p>
      </dgm:t>
    </dgm:pt>
    <dgm:pt modelId="{4EDF599D-AA6F-4975-9153-10DC49BD34E4}" type="sibTrans" cxnId="{BDB429A8-30F4-4103-90B8-470DF1AFC964}">
      <dgm:prSet/>
      <dgm:spPr/>
      <dgm:t>
        <a:bodyPr/>
        <a:lstStyle/>
        <a:p>
          <a:endParaRPr lang="en-US"/>
        </a:p>
      </dgm:t>
    </dgm:pt>
    <dgm:pt modelId="{DC3822C7-9F49-4C45-8D59-636D258EE85E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To get the \n out of the input stream, use another</a:t>
          </a:r>
        </a:p>
      </dgm:t>
    </dgm:pt>
    <dgm:pt modelId="{E7E61A83-C177-4268-8BCE-72B44F378604}" type="parTrans" cxnId="{E7895D00-2275-4398-92AC-CAF6C15EC1DA}">
      <dgm:prSet/>
      <dgm:spPr/>
      <dgm:t>
        <a:bodyPr/>
        <a:lstStyle/>
        <a:p>
          <a:endParaRPr lang="en-US"/>
        </a:p>
      </dgm:t>
    </dgm:pt>
    <dgm:pt modelId="{AB5CB11B-8D68-4AEF-A4D8-4C91E0D9CBD3}" type="sibTrans" cxnId="{E7895D00-2275-4398-92AC-CAF6C15EC1DA}">
      <dgm:prSet/>
      <dgm:spPr/>
      <dgm:t>
        <a:bodyPr/>
        <a:lstStyle/>
        <a:p>
          <a:endParaRPr lang="en-US"/>
        </a:p>
      </dgm:t>
    </dgm:pt>
    <dgm:pt modelId="{713C5317-F647-4C46-913D-64A87F4AFFA5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 err="1"/>
            <a:t>input.nextLine</a:t>
          </a:r>
          <a:r>
            <a:rPr lang="en-US" dirty="0"/>
            <a:t>();   (like </a:t>
          </a:r>
          <a:r>
            <a:rPr lang="en-US" dirty="0" err="1"/>
            <a:t>cin.ignore</a:t>
          </a:r>
          <a:r>
            <a:rPr lang="en-US" dirty="0"/>
            <a:t>();)</a:t>
          </a:r>
        </a:p>
      </dgm:t>
    </dgm:pt>
    <dgm:pt modelId="{C75DAB70-F24A-4391-B1CE-5135CD22A837}" type="parTrans" cxnId="{F5FD9B63-FCED-49CC-A716-9B2F3DA3D16D}">
      <dgm:prSet/>
      <dgm:spPr/>
      <dgm:t>
        <a:bodyPr/>
        <a:lstStyle/>
        <a:p>
          <a:endParaRPr lang="en-US"/>
        </a:p>
      </dgm:t>
    </dgm:pt>
    <dgm:pt modelId="{AEC15FB4-AC42-4E41-BA1B-D7D251A99A66}" type="sibTrans" cxnId="{F5FD9B63-FCED-49CC-A716-9B2F3DA3D16D}">
      <dgm:prSet/>
      <dgm:spPr/>
      <dgm:t>
        <a:bodyPr/>
        <a:lstStyle/>
        <a:p>
          <a:endParaRPr lang="en-US"/>
        </a:p>
      </dgm:t>
    </dgm:pt>
    <dgm:pt modelId="{42E99853-1328-42F5-B8AC-EE992B620986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after reading the int.  It will read the \n and you are good to go.</a:t>
          </a:r>
        </a:p>
      </dgm:t>
    </dgm:pt>
    <dgm:pt modelId="{BA34B5F7-BF88-420B-BADE-2B21DB4104EA}" type="parTrans" cxnId="{A8DBFFB8-E764-418E-9220-897C8F01ED32}">
      <dgm:prSet/>
      <dgm:spPr/>
      <dgm:t>
        <a:bodyPr/>
        <a:lstStyle/>
        <a:p>
          <a:endParaRPr lang="en-US"/>
        </a:p>
      </dgm:t>
    </dgm:pt>
    <dgm:pt modelId="{046B4545-26DC-4092-818B-64A8E55F210A}" type="sibTrans" cxnId="{A8DBFFB8-E764-418E-9220-897C8F01ED32}">
      <dgm:prSet/>
      <dgm:spPr/>
      <dgm:t>
        <a:bodyPr/>
        <a:lstStyle/>
        <a:p>
          <a:endParaRPr lang="en-US"/>
        </a:p>
      </dgm:t>
    </dgm:pt>
    <dgm:pt modelId="{869F597C-1F0B-48CE-80A0-A09D52DE9948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the \n is left in the input stream.</a:t>
          </a:r>
        </a:p>
      </dgm:t>
    </dgm:pt>
    <dgm:pt modelId="{59ED1C83-3A7F-4185-8623-7A3AB59EC93E}" type="parTrans" cxnId="{33E16288-35DB-434B-ACDC-75B9A59D1C64}">
      <dgm:prSet/>
      <dgm:spPr/>
      <dgm:t>
        <a:bodyPr/>
        <a:lstStyle/>
        <a:p>
          <a:endParaRPr lang="en-US"/>
        </a:p>
      </dgm:t>
    </dgm:pt>
    <dgm:pt modelId="{66D3A507-DBAD-4117-A58E-BBE46D889116}" type="sibTrans" cxnId="{33E16288-35DB-434B-ACDC-75B9A59D1C64}">
      <dgm:prSet/>
      <dgm:spPr/>
      <dgm:t>
        <a:bodyPr/>
        <a:lstStyle/>
        <a:p>
          <a:endParaRPr lang="en-US"/>
        </a:p>
      </dgm:t>
    </dgm:pt>
    <dgm:pt modelId="{1E844060-0B66-4CC8-B7D9-E58E54034161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        </a:t>
          </a:r>
          <a:r>
            <a:rPr lang="en-US" dirty="0" err="1"/>
            <a:t>input.nextInt</a:t>
          </a:r>
          <a:r>
            <a:rPr lang="en-US" dirty="0"/>
            <a:t>(), </a:t>
          </a:r>
        </a:p>
      </dgm:t>
    </dgm:pt>
    <dgm:pt modelId="{01324811-C329-49D0-8693-777D75C100E8}" type="parTrans" cxnId="{C8968827-C862-4493-A1C4-219D67F7801E}">
      <dgm:prSet/>
      <dgm:spPr/>
      <dgm:t>
        <a:bodyPr/>
        <a:lstStyle/>
        <a:p>
          <a:endParaRPr lang="en-US"/>
        </a:p>
      </dgm:t>
    </dgm:pt>
    <dgm:pt modelId="{DD99D427-4469-4151-A77E-DA3C0B8BFC51}" type="sibTrans" cxnId="{C8968827-C862-4493-A1C4-219D67F7801E}">
      <dgm:prSet/>
      <dgm:spPr/>
      <dgm:t>
        <a:bodyPr/>
        <a:lstStyle/>
        <a:p>
          <a:endParaRPr lang="en-US"/>
        </a:p>
      </dgm:t>
    </dgm:pt>
    <dgm:pt modelId="{24ABA0C9-BF4A-4397-B839-671EA5C8C671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If you attempt to read a string, like </a:t>
          </a:r>
        </a:p>
      </dgm:t>
    </dgm:pt>
    <dgm:pt modelId="{49281709-C07C-47BF-8A45-7CFCA13A0D8A}" type="parTrans" cxnId="{6D6662C5-E506-4807-A7A0-4997C59ED459}">
      <dgm:prSet/>
      <dgm:spPr/>
      <dgm:t>
        <a:bodyPr/>
        <a:lstStyle/>
        <a:p>
          <a:endParaRPr lang="en-US"/>
        </a:p>
      </dgm:t>
    </dgm:pt>
    <dgm:pt modelId="{D93762A9-FEF6-4E1F-9173-8EBDD30A1971}" type="sibTrans" cxnId="{6D6662C5-E506-4807-A7A0-4997C59ED459}">
      <dgm:prSet/>
      <dgm:spPr/>
      <dgm:t>
        <a:bodyPr/>
        <a:lstStyle/>
        <a:p>
          <a:endParaRPr lang="en-US"/>
        </a:p>
      </dgm:t>
    </dgm:pt>
    <dgm:pt modelId="{3851303C-16B5-42F1-A1AB-07BEE39A63AF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you will only read the \n.  Sound familiar?</a:t>
          </a:r>
        </a:p>
      </dgm:t>
    </dgm:pt>
    <dgm:pt modelId="{A2102885-8D68-4E49-8C9F-2FEEB6211CEF}" type="parTrans" cxnId="{6684065A-F424-4F5E-9DA2-FF938F2F3E61}">
      <dgm:prSet/>
      <dgm:spPr/>
      <dgm:t>
        <a:bodyPr/>
        <a:lstStyle/>
        <a:p>
          <a:endParaRPr lang="en-US"/>
        </a:p>
      </dgm:t>
    </dgm:pt>
    <dgm:pt modelId="{A26CBEA8-B080-4F47-B026-10F16F9EAD74}" type="sibTrans" cxnId="{6684065A-F424-4F5E-9DA2-FF938F2F3E61}">
      <dgm:prSet/>
      <dgm:spPr/>
      <dgm:t>
        <a:bodyPr/>
        <a:lstStyle/>
        <a:p>
          <a:endParaRPr lang="en-US"/>
        </a:p>
      </dgm:t>
    </dgm:pt>
    <dgm:pt modelId="{FA93C231-DE48-4138-95E2-7A2F0FD42421}" type="pres">
      <dgm:prSet presAssocID="{CF031B19-813F-4E9F-A5A8-50C9C2169866}" presName="Name0" presStyleCnt="0">
        <dgm:presLayoutVars>
          <dgm:dir/>
          <dgm:animLvl val="lvl"/>
          <dgm:resizeHandles val="exact"/>
        </dgm:presLayoutVars>
      </dgm:prSet>
      <dgm:spPr/>
    </dgm:pt>
    <dgm:pt modelId="{7329D775-37CA-4CF1-BF3D-65AEAF514495}" type="pres">
      <dgm:prSet presAssocID="{AB069D47-30E4-4349-9BBC-A2C6AD40EB68}" presName="linNode" presStyleCnt="0"/>
      <dgm:spPr/>
    </dgm:pt>
    <dgm:pt modelId="{A7DB1DC8-9627-4C7E-908B-B5877EFC1F00}" type="pres">
      <dgm:prSet presAssocID="{AB069D47-30E4-4349-9BBC-A2C6AD40EB68}" presName="parentText" presStyleLbl="node1" presStyleIdx="0" presStyleCnt="1" custFlipHor="1" custScaleX="1449">
        <dgm:presLayoutVars>
          <dgm:chMax val="1"/>
          <dgm:bulletEnabled val="1"/>
        </dgm:presLayoutVars>
      </dgm:prSet>
      <dgm:spPr/>
    </dgm:pt>
    <dgm:pt modelId="{AABA5A95-B8AF-4FC9-916B-2EE29205D659}" type="pres">
      <dgm:prSet presAssocID="{AB069D47-30E4-4349-9BBC-A2C6AD40EB68}" presName="descendantText" presStyleLbl="alignAccFollowNode1" presStyleIdx="0" presStyleCnt="1" custScaleX="132337" custScaleY="109756" custLinFactNeighborX="15459" custLinFactNeighborY="2998">
        <dgm:presLayoutVars>
          <dgm:bulletEnabled val="1"/>
        </dgm:presLayoutVars>
      </dgm:prSet>
      <dgm:spPr/>
    </dgm:pt>
  </dgm:ptLst>
  <dgm:cxnLst>
    <dgm:cxn modelId="{E7895D00-2275-4398-92AC-CAF6C15EC1DA}" srcId="{AB069D47-30E4-4349-9BBC-A2C6AD40EB68}" destId="{DC3822C7-9F49-4C45-8D59-636D258EE85E}" srcOrd="4" destOrd="0" parTransId="{E7E61A83-C177-4268-8BCE-72B44F378604}" sibTransId="{AB5CB11B-8D68-4AEF-A4D8-4C91E0D9CBD3}"/>
    <dgm:cxn modelId="{C04DE20E-6EEF-46BB-9165-931C3759A952}" type="presOf" srcId="{E1D6791E-4587-4E9A-948F-6EFBD9A7C9BB}" destId="{AABA5A95-B8AF-4FC9-916B-2EE29205D659}" srcOrd="0" destOrd="0" presId="urn:microsoft.com/office/officeart/2005/8/layout/vList5"/>
    <dgm:cxn modelId="{C8968827-C862-4493-A1C4-219D67F7801E}" srcId="{AB069D47-30E4-4349-9BBC-A2C6AD40EB68}" destId="{1E844060-0B66-4CC8-B7D9-E58E54034161}" srcOrd="1" destOrd="0" parTransId="{01324811-C329-49D0-8693-777D75C100E8}" sibTransId="{DD99D427-4469-4151-A77E-DA3C0B8BFC51}"/>
    <dgm:cxn modelId="{9CF88428-9B99-463D-901C-71FDAC9BBB75}" type="presOf" srcId="{713C5317-F647-4C46-913D-64A87F4AFFA5}" destId="{AABA5A95-B8AF-4FC9-916B-2EE29205D659}" srcOrd="0" destOrd="7" presId="urn:microsoft.com/office/officeart/2005/8/layout/vList5"/>
    <dgm:cxn modelId="{7E7AC53B-4B38-4839-9F18-76D1DA70415A}" type="presOf" srcId="{42E99853-1328-42F5-B8AC-EE992B620986}" destId="{AABA5A95-B8AF-4FC9-916B-2EE29205D659}" srcOrd="0" destOrd="8" presId="urn:microsoft.com/office/officeart/2005/8/layout/vList5"/>
    <dgm:cxn modelId="{D9EC313F-1FFA-4D2B-A65B-E9E736B1E509}" type="presOf" srcId="{869F597C-1F0B-48CE-80A0-A09D52DE9948}" destId="{AABA5A95-B8AF-4FC9-916B-2EE29205D659}" srcOrd="0" destOrd="2" presId="urn:microsoft.com/office/officeart/2005/8/layout/vList5"/>
    <dgm:cxn modelId="{F5FD9B63-FCED-49CC-A716-9B2F3DA3D16D}" srcId="{DC3822C7-9F49-4C45-8D59-636D258EE85E}" destId="{713C5317-F647-4C46-913D-64A87F4AFFA5}" srcOrd="0" destOrd="0" parTransId="{C75DAB70-F24A-4391-B1CE-5135CD22A837}" sibTransId="{AEC15FB4-AC42-4E41-BA1B-D7D251A99A66}"/>
    <dgm:cxn modelId="{1E95514E-2BEB-42E1-8248-9CFEB4273230}" srcId="{CF031B19-813F-4E9F-A5A8-50C9C2169866}" destId="{AB069D47-30E4-4349-9BBC-A2C6AD40EB68}" srcOrd="0" destOrd="0" parTransId="{874AA5CC-6100-4C80-A78C-1CC32DA656FB}" sibTransId="{5B21D3ED-8D44-417F-A667-31E555D4EA80}"/>
    <dgm:cxn modelId="{6684065A-F424-4F5E-9DA2-FF938F2F3E61}" srcId="{24ABA0C9-BF4A-4397-B839-671EA5C8C671}" destId="{3851303C-16B5-42F1-A1AB-07BEE39A63AF}" srcOrd="1" destOrd="0" parTransId="{A2102885-8D68-4E49-8C9F-2FEEB6211CEF}" sibTransId="{A26CBEA8-B080-4F47-B026-10F16F9EAD74}"/>
    <dgm:cxn modelId="{FA5BC87D-A8FC-4724-A1F1-3270BBA07A6E}" type="presOf" srcId="{DC3822C7-9F49-4C45-8D59-636D258EE85E}" destId="{AABA5A95-B8AF-4FC9-916B-2EE29205D659}" srcOrd="0" destOrd="6" presId="urn:microsoft.com/office/officeart/2005/8/layout/vList5"/>
    <dgm:cxn modelId="{33E16288-35DB-434B-ACDC-75B9A59D1C64}" srcId="{AB069D47-30E4-4349-9BBC-A2C6AD40EB68}" destId="{869F597C-1F0B-48CE-80A0-A09D52DE9948}" srcOrd="2" destOrd="0" parTransId="{59ED1C83-3A7F-4185-8623-7A3AB59EC93E}" sibTransId="{66D3A507-DBAD-4117-A58E-BBE46D889116}"/>
    <dgm:cxn modelId="{FD68809B-3346-49DB-B2B7-A9CD139BCE84}" type="presOf" srcId="{1E844060-0B66-4CC8-B7D9-E58E54034161}" destId="{AABA5A95-B8AF-4FC9-916B-2EE29205D659}" srcOrd="0" destOrd="1" presId="urn:microsoft.com/office/officeart/2005/8/layout/vList5"/>
    <dgm:cxn modelId="{BDB429A8-30F4-4103-90B8-470DF1AFC964}" srcId="{24ABA0C9-BF4A-4397-B839-671EA5C8C671}" destId="{05910D02-48EE-4198-99C2-AF91AAC5473E}" srcOrd="0" destOrd="0" parTransId="{6EBB3586-B285-4820-BBF1-76E36CABF822}" sibTransId="{4EDF599D-AA6F-4975-9153-10DC49BD34E4}"/>
    <dgm:cxn modelId="{FF08FEB4-6962-469F-8E54-0F748E9E0FE2}" srcId="{AB069D47-30E4-4349-9BBC-A2C6AD40EB68}" destId="{E1D6791E-4587-4E9A-948F-6EFBD9A7C9BB}" srcOrd="0" destOrd="0" parTransId="{39283004-50C9-42E5-89B0-C6AB1990D63E}" sibTransId="{A9FB740F-C985-4CCC-8A31-29F120050845}"/>
    <dgm:cxn modelId="{A29DDEB5-3954-451A-854D-C37B62AEF5F2}" type="presOf" srcId="{AB069D47-30E4-4349-9BBC-A2C6AD40EB68}" destId="{A7DB1DC8-9627-4C7E-908B-B5877EFC1F00}" srcOrd="0" destOrd="0" presId="urn:microsoft.com/office/officeart/2005/8/layout/vList5"/>
    <dgm:cxn modelId="{A8DBFFB8-E764-418E-9220-897C8F01ED32}" srcId="{AB069D47-30E4-4349-9BBC-A2C6AD40EB68}" destId="{42E99853-1328-42F5-B8AC-EE992B620986}" srcOrd="5" destOrd="0" parTransId="{BA34B5F7-BF88-420B-BADE-2B21DB4104EA}" sibTransId="{046B4545-26DC-4092-818B-64A8E55F210A}"/>
    <dgm:cxn modelId="{6D6662C5-E506-4807-A7A0-4997C59ED459}" srcId="{AB069D47-30E4-4349-9BBC-A2C6AD40EB68}" destId="{24ABA0C9-BF4A-4397-B839-671EA5C8C671}" srcOrd="3" destOrd="0" parTransId="{49281709-C07C-47BF-8A45-7CFCA13A0D8A}" sibTransId="{D93762A9-FEF6-4E1F-9173-8EBDD30A1971}"/>
    <dgm:cxn modelId="{9B3069CD-4233-440F-B0CB-6308F89DD6B3}" type="presOf" srcId="{05910D02-48EE-4198-99C2-AF91AAC5473E}" destId="{AABA5A95-B8AF-4FC9-916B-2EE29205D659}" srcOrd="0" destOrd="4" presId="urn:microsoft.com/office/officeart/2005/8/layout/vList5"/>
    <dgm:cxn modelId="{54ECEFE7-3675-4E5E-B5A6-F963ACC9B8D8}" type="presOf" srcId="{24ABA0C9-BF4A-4397-B839-671EA5C8C671}" destId="{AABA5A95-B8AF-4FC9-916B-2EE29205D659}" srcOrd="0" destOrd="3" presId="urn:microsoft.com/office/officeart/2005/8/layout/vList5"/>
    <dgm:cxn modelId="{08EF70ED-B251-49B9-9AF1-D9BE2D6AEF17}" type="presOf" srcId="{3851303C-16B5-42F1-A1AB-07BEE39A63AF}" destId="{AABA5A95-B8AF-4FC9-916B-2EE29205D659}" srcOrd="0" destOrd="5" presId="urn:microsoft.com/office/officeart/2005/8/layout/vList5"/>
    <dgm:cxn modelId="{32A8BFF9-8B6A-4AE7-AC76-F0A63C47EFA2}" type="presOf" srcId="{CF031B19-813F-4E9F-A5A8-50C9C2169866}" destId="{FA93C231-DE48-4138-95E2-7A2F0FD42421}" srcOrd="0" destOrd="0" presId="urn:microsoft.com/office/officeart/2005/8/layout/vList5"/>
    <dgm:cxn modelId="{D1967769-D4DD-4716-9AB3-CC9FB459BAEA}" type="presParOf" srcId="{FA93C231-DE48-4138-95E2-7A2F0FD42421}" destId="{7329D775-37CA-4CF1-BF3D-65AEAF514495}" srcOrd="0" destOrd="0" presId="urn:microsoft.com/office/officeart/2005/8/layout/vList5"/>
    <dgm:cxn modelId="{032D2E52-D8AC-46F2-8B19-F2CE6BBC3522}" type="presParOf" srcId="{7329D775-37CA-4CF1-BF3D-65AEAF514495}" destId="{A7DB1DC8-9627-4C7E-908B-B5877EFC1F00}" srcOrd="0" destOrd="0" presId="urn:microsoft.com/office/officeart/2005/8/layout/vList5"/>
    <dgm:cxn modelId="{1346DCA1-9D04-42C1-9CC9-DE5746570E25}" type="presParOf" srcId="{7329D775-37CA-4CF1-BF3D-65AEAF514495}" destId="{AABA5A95-B8AF-4FC9-916B-2EE29205D6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DDC3FB7-FF71-4D24-ABE3-3A6B1EB70919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6EA1347-F755-4ED2-9729-6CA598475C80}">
      <dgm:prSet/>
      <dgm:spPr/>
      <dgm:t>
        <a:bodyPr/>
        <a:lstStyle/>
        <a:p>
          <a:r>
            <a:rPr lang="en-US" dirty="0"/>
            <a:t>Read Data using a Scanner</a:t>
          </a:r>
        </a:p>
      </dgm:t>
    </dgm:pt>
    <dgm:pt modelId="{B935067D-89F1-4E2F-9026-1697E5757ACA}" type="parTrans" cxnId="{53D24B64-2619-4050-A57F-D4665ECC0A1B}">
      <dgm:prSet/>
      <dgm:spPr/>
      <dgm:t>
        <a:bodyPr/>
        <a:lstStyle/>
        <a:p>
          <a:endParaRPr lang="en-US"/>
        </a:p>
      </dgm:t>
    </dgm:pt>
    <dgm:pt modelId="{8CEEB7F0-411F-4373-9A3A-64410E585D7E}" type="sibTrans" cxnId="{53D24B64-2619-4050-A57F-D4665ECC0A1B}">
      <dgm:prSet/>
      <dgm:spPr/>
      <dgm:t>
        <a:bodyPr/>
        <a:lstStyle/>
        <a:p>
          <a:endParaRPr lang="en-US"/>
        </a:p>
      </dgm:t>
    </dgm:pt>
    <dgm:pt modelId="{37807C32-46A6-4AEE-A940-3AFC2CAF8345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Construct a Scanner Object: </a:t>
          </a:r>
        </a:p>
      </dgm:t>
    </dgm:pt>
    <dgm:pt modelId="{A136E05B-11AC-484A-905E-B8831F43E363}" type="parTrans" cxnId="{3E27A0D5-8530-4F76-AF82-0185120494FB}">
      <dgm:prSet/>
      <dgm:spPr/>
      <dgm:t>
        <a:bodyPr/>
        <a:lstStyle/>
        <a:p>
          <a:endParaRPr lang="en-US"/>
        </a:p>
      </dgm:t>
    </dgm:pt>
    <dgm:pt modelId="{753DBCEE-F915-4E8A-AEDD-D614B6CB702E}" type="sibTrans" cxnId="{3E27A0D5-8530-4F76-AF82-0185120494FB}">
      <dgm:prSet/>
      <dgm:spPr/>
      <dgm:t>
        <a:bodyPr/>
        <a:lstStyle/>
        <a:p>
          <a:endParaRPr lang="en-US"/>
        </a:p>
      </dgm:t>
    </dgm:pt>
    <dgm:pt modelId="{8905FE15-E2C8-4500-B0E7-357EDD3559CB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Scanner reader = new Scanner(String filename);</a:t>
          </a:r>
        </a:p>
      </dgm:t>
    </dgm:pt>
    <dgm:pt modelId="{C707E585-FA5E-44A8-A384-F96537F0AE1C}" type="parTrans" cxnId="{F63EEBFB-8B72-48E9-AEE9-9197F3E763BF}">
      <dgm:prSet/>
      <dgm:spPr/>
      <dgm:t>
        <a:bodyPr/>
        <a:lstStyle/>
        <a:p>
          <a:endParaRPr lang="en-US"/>
        </a:p>
      </dgm:t>
    </dgm:pt>
    <dgm:pt modelId="{44DB257F-7475-430C-80A3-8ADC5DC7E3F7}" type="sibTrans" cxnId="{F63EEBFB-8B72-48E9-AEE9-9197F3E763BF}">
      <dgm:prSet/>
      <dgm:spPr/>
      <dgm:t>
        <a:bodyPr/>
        <a:lstStyle/>
        <a:p>
          <a:endParaRPr lang="en-US"/>
        </a:p>
      </dgm:t>
    </dgm:pt>
    <dgm:pt modelId="{ADA45064-85A0-4291-8CC2-D2C06A3935F3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Use reading methods similar to Scanner(System.in) </a:t>
          </a:r>
        </a:p>
      </dgm:t>
    </dgm:pt>
    <dgm:pt modelId="{57806BF3-52F7-4FEB-9CA6-09907ED0B4B3}" type="parTrans" cxnId="{318C7D6D-ADE2-4429-A223-67BC3F2CCB81}">
      <dgm:prSet/>
      <dgm:spPr/>
      <dgm:t>
        <a:bodyPr/>
        <a:lstStyle/>
        <a:p>
          <a:endParaRPr lang="en-US"/>
        </a:p>
      </dgm:t>
    </dgm:pt>
    <dgm:pt modelId="{87C73E68-C2B7-468D-8E53-D94926A97256}" type="sibTrans" cxnId="{318C7D6D-ADE2-4429-A223-67BC3F2CCB81}">
      <dgm:prSet/>
      <dgm:spPr/>
      <dgm:t>
        <a:bodyPr/>
        <a:lstStyle/>
        <a:p>
          <a:endParaRPr lang="en-US"/>
        </a:p>
      </dgm:t>
    </dgm:pt>
    <dgm:pt modelId="{3907E4BB-BDDE-49AC-B762-D5A89FAC4BAC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next</a:t>
          </a:r>
        </a:p>
      </dgm:t>
    </dgm:pt>
    <dgm:pt modelId="{3DACBE1D-6636-4074-A064-D695139F4289}" type="parTrans" cxnId="{1317B92F-D957-4EB7-87CE-BD1DF79A573E}">
      <dgm:prSet/>
      <dgm:spPr/>
      <dgm:t>
        <a:bodyPr/>
        <a:lstStyle/>
        <a:p>
          <a:endParaRPr lang="en-US"/>
        </a:p>
      </dgm:t>
    </dgm:pt>
    <dgm:pt modelId="{577FDA6F-0653-45E2-A607-A58B1D85157A}" type="sibTrans" cxnId="{1317B92F-D957-4EB7-87CE-BD1DF79A573E}">
      <dgm:prSet/>
      <dgm:spPr/>
      <dgm:t>
        <a:bodyPr/>
        <a:lstStyle/>
        <a:p>
          <a:endParaRPr lang="en-US"/>
        </a:p>
      </dgm:t>
    </dgm:pt>
    <dgm:pt modelId="{32B41F6E-3CE6-430C-A0BF-28D409A8D4F0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 err="1"/>
            <a:t>nextInt</a:t>
          </a:r>
          <a:endParaRPr lang="en-US" dirty="0"/>
        </a:p>
      </dgm:t>
    </dgm:pt>
    <dgm:pt modelId="{CC677FE0-2ADD-4857-8D6B-0B01A68A0BED}" type="parTrans" cxnId="{63A08763-5F2C-4A5E-BB71-472A1EBCA591}">
      <dgm:prSet/>
      <dgm:spPr/>
      <dgm:t>
        <a:bodyPr/>
        <a:lstStyle/>
        <a:p>
          <a:endParaRPr lang="en-US"/>
        </a:p>
      </dgm:t>
    </dgm:pt>
    <dgm:pt modelId="{BDDF0EDD-5AF3-4FE0-8D75-A2A3850D27A0}" type="sibTrans" cxnId="{63A08763-5F2C-4A5E-BB71-472A1EBCA591}">
      <dgm:prSet/>
      <dgm:spPr/>
      <dgm:t>
        <a:bodyPr/>
        <a:lstStyle/>
        <a:p>
          <a:endParaRPr lang="en-US"/>
        </a:p>
      </dgm:t>
    </dgm:pt>
    <dgm:pt modelId="{41C5584C-BA83-478F-BC23-2B7B5D3C73B0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 err="1"/>
            <a:t>nextLine</a:t>
          </a:r>
          <a:endParaRPr lang="en-US" dirty="0"/>
        </a:p>
      </dgm:t>
    </dgm:pt>
    <dgm:pt modelId="{657ED1D3-3DE8-4955-AC03-48206D1CF3CC}" type="parTrans" cxnId="{FAA1DD3D-198D-4321-B169-76A28D263B73}">
      <dgm:prSet/>
      <dgm:spPr/>
      <dgm:t>
        <a:bodyPr/>
        <a:lstStyle/>
        <a:p>
          <a:endParaRPr lang="en-US"/>
        </a:p>
      </dgm:t>
    </dgm:pt>
    <dgm:pt modelId="{E10DA384-2042-48C3-A983-47EFF59BD1FA}" type="sibTrans" cxnId="{FAA1DD3D-198D-4321-B169-76A28D263B73}">
      <dgm:prSet/>
      <dgm:spPr/>
      <dgm:t>
        <a:bodyPr/>
        <a:lstStyle/>
        <a:p>
          <a:endParaRPr lang="en-US"/>
        </a:p>
      </dgm:t>
    </dgm:pt>
    <dgm:pt modelId="{1B61C26B-7432-49C3-9FE3-7163C97431D4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or new Scanner(File </a:t>
          </a:r>
          <a:r>
            <a:rPr lang="en-US" dirty="0" err="1"/>
            <a:t>objectName</a:t>
          </a:r>
          <a:r>
            <a:rPr lang="en-US" dirty="0"/>
            <a:t>);</a:t>
          </a:r>
        </a:p>
      </dgm:t>
    </dgm:pt>
    <dgm:pt modelId="{FE22D3D9-65C5-4488-B80F-24925A71E0A7}" type="parTrans" cxnId="{85BBB241-5EDC-4FA4-B44B-580DD9607782}">
      <dgm:prSet/>
      <dgm:spPr/>
      <dgm:t>
        <a:bodyPr/>
        <a:lstStyle/>
        <a:p>
          <a:endParaRPr lang="en-US"/>
        </a:p>
      </dgm:t>
    </dgm:pt>
    <dgm:pt modelId="{25EA6C58-3963-40F2-BB7C-526246AD9F39}" type="sibTrans" cxnId="{85BBB241-5EDC-4FA4-B44B-580DD9607782}">
      <dgm:prSet/>
      <dgm:spPr/>
      <dgm:t>
        <a:bodyPr/>
        <a:lstStyle/>
        <a:p>
          <a:endParaRPr lang="en-US"/>
        </a:p>
      </dgm:t>
    </dgm:pt>
    <dgm:pt modelId="{FEE888D0-91C6-4623-8ADD-40BCB8E9F398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Check for next token:</a:t>
          </a:r>
        </a:p>
      </dgm:t>
    </dgm:pt>
    <dgm:pt modelId="{1DFF4554-6EAA-42A7-8B7D-AE498309E1B3}" type="parTrans" cxnId="{42985D9C-32DE-4AFE-A11B-A25FE40B29FC}">
      <dgm:prSet/>
      <dgm:spPr/>
      <dgm:t>
        <a:bodyPr/>
        <a:lstStyle/>
        <a:p>
          <a:endParaRPr lang="en-US"/>
        </a:p>
      </dgm:t>
    </dgm:pt>
    <dgm:pt modelId="{D9738238-D6A3-48F3-95B7-6C9FA295A8B6}" type="sibTrans" cxnId="{42985D9C-32DE-4AFE-A11B-A25FE40B29FC}">
      <dgm:prSet/>
      <dgm:spPr/>
      <dgm:t>
        <a:bodyPr/>
        <a:lstStyle/>
        <a:p>
          <a:endParaRPr lang="en-US"/>
        </a:p>
      </dgm:t>
    </dgm:pt>
    <dgm:pt modelId="{E87D266F-6BBA-4922-82D2-509C84FCBE8F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 err="1"/>
            <a:t>hasNextLine</a:t>
          </a:r>
          <a:r>
            <a:rPr lang="en-US" dirty="0"/>
            <a:t>  or </a:t>
          </a:r>
          <a:r>
            <a:rPr lang="en-US" dirty="0" err="1"/>
            <a:t>hasNext</a:t>
          </a:r>
          <a:endParaRPr lang="en-US" dirty="0"/>
        </a:p>
      </dgm:t>
    </dgm:pt>
    <dgm:pt modelId="{FB64D71B-A078-41D2-8535-E5615CC3847A}" type="parTrans" cxnId="{9B8E0AE4-2455-4167-9AE8-656435D25E2B}">
      <dgm:prSet/>
      <dgm:spPr/>
      <dgm:t>
        <a:bodyPr/>
        <a:lstStyle/>
        <a:p>
          <a:endParaRPr lang="en-US"/>
        </a:p>
      </dgm:t>
    </dgm:pt>
    <dgm:pt modelId="{3AF39235-58B5-480C-A2D5-1F74CD5F876B}" type="sibTrans" cxnId="{9B8E0AE4-2455-4167-9AE8-656435D25E2B}">
      <dgm:prSet/>
      <dgm:spPr/>
      <dgm:t>
        <a:bodyPr/>
        <a:lstStyle/>
        <a:p>
          <a:endParaRPr lang="en-US"/>
        </a:p>
      </dgm:t>
    </dgm:pt>
    <dgm:pt modelId="{1212AE88-09AD-4A93-B374-4DFCDC0E6C63}" type="pres">
      <dgm:prSet presAssocID="{ADDC3FB7-FF71-4D24-ABE3-3A6B1EB70919}" presName="Name0" presStyleCnt="0">
        <dgm:presLayoutVars>
          <dgm:dir/>
          <dgm:animLvl val="lvl"/>
          <dgm:resizeHandles val="exact"/>
        </dgm:presLayoutVars>
      </dgm:prSet>
      <dgm:spPr/>
    </dgm:pt>
    <dgm:pt modelId="{3078D2E6-77C2-4D63-9CAC-19E1F99B6DB1}" type="pres">
      <dgm:prSet presAssocID="{36EA1347-F755-4ED2-9729-6CA598475C80}" presName="linNode" presStyleCnt="0"/>
      <dgm:spPr/>
    </dgm:pt>
    <dgm:pt modelId="{E7547979-15D4-4AFB-8C32-0CAF0867B4CC}" type="pres">
      <dgm:prSet presAssocID="{36EA1347-F755-4ED2-9729-6CA598475C80}" presName="parentText" presStyleLbl="node1" presStyleIdx="0" presStyleCnt="1" custFlipHor="1" custScaleX="1672">
        <dgm:presLayoutVars>
          <dgm:chMax val="1"/>
          <dgm:bulletEnabled val="1"/>
        </dgm:presLayoutVars>
      </dgm:prSet>
      <dgm:spPr/>
    </dgm:pt>
    <dgm:pt modelId="{0A1D5F3C-8C54-4C7A-9693-DBC3397CFE3E}" type="pres">
      <dgm:prSet presAssocID="{36EA1347-F755-4ED2-9729-6CA598475C80}" presName="descendantText" presStyleLbl="alignAccFollowNode1" presStyleIdx="0" presStyleCnt="1" custScaleX="142865" custScaleY="125000">
        <dgm:presLayoutVars>
          <dgm:bulletEnabled val="1"/>
        </dgm:presLayoutVars>
      </dgm:prSet>
      <dgm:spPr/>
    </dgm:pt>
  </dgm:ptLst>
  <dgm:cxnLst>
    <dgm:cxn modelId="{82024E19-6CB7-4576-90A4-52E09DD4A30D}" type="presOf" srcId="{32B41F6E-3CE6-430C-A0BF-28D409A8D4F0}" destId="{0A1D5F3C-8C54-4C7A-9693-DBC3397CFE3E}" srcOrd="0" destOrd="7" presId="urn:microsoft.com/office/officeart/2005/8/layout/vList5"/>
    <dgm:cxn modelId="{1317B92F-D957-4EB7-87CE-BD1DF79A573E}" srcId="{ADA45064-85A0-4291-8CC2-D2C06A3935F3}" destId="{3907E4BB-BDDE-49AC-B762-D5A89FAC4BAC}" srcOrd="0" destOrd="0" parTransId="{3DACBE1D-6636-4074-A064-D695139F4289}" sibTransId="{577FDA6F-0653-45E2-A607-A58B1D85157A}"/>
    <dgm:cxn modelId="{FAA1DD3D-198D-4321-B169-76A28D263B73}" srcId="{ADA45064-85A0-4291-8CC2-D2C06A3935F3}" destId="{41C5584C-BA83-478F-BC23-2B7B5D3C73B0}" srcOrd="2" destOrd="0" parTransId="{657ED1D3-3DE8-4955-AC03-48206D1CF3CC}" sibTransId="{E10DA384-2042-48C3-A983-47EFF59BD1FA}"/>
    <dgm:cxn modelId="{AAC8DB40-8FB9-4FC1-BDE2-C43E8AEE1028}" type="presOf" srcId="{ADDC3FB7-FF71-4D24-ABE3-3A6B1EB70919}" destId="{1212AE88-09AD-4A93-B374-4DFCDC0E6C63}" srcOrd="0" destOrd="0" presId="urn:microsoft.com/office/officeart/2005/8/layout/vList5"/>
    <dgm:cxn modelId="{85BBB241-5EDC-4FA4-B44B-580DD9607782}" srcId="{37807C32-46A6-4AEE-A940-3AFC2CAF8345}" destId="{1B61C26B-7432-49C3-9FE3-7163C97431D4}" srcOrd="1" destOrd="0" parTransId="{FE22D3D9-65C5-4488-B80F-24925A71E0A7}" sibTransId="{25EA6C58-3963-40F2-BB7C-526246AD9F39}"/>
    <dgm:cxn modelId="{63A08763-5F2C-4A5E-BB71-472A1EBCA591}" srcId="{ADA45064-85A0-4291-8CC2-D2C06A3935F3}" destId="{32B41F6E-3CE6-430C-A0BF-28D409A8D4F0}" srcOrd="1" destOrd="0" parTransId="{CC677FE0-2ADD-4857-8D6B-0B01A68A0BED}" sibTransId="{BDDF0EDD-5AF3-4FE0-8D75-A2A3850D27A0}"/>
    <dgm:cxn modelId="{53D24B64-2619-4050-A57F-D4665ECC0A1B}" srcId="{ADDC3FB7-FF71-4D24-ABE3-3A6B1EB70919}" destId="{36EA1347-F755-4ED2-9729-6CA598475C80}" srcOrd="0" destOrd="0" parTransId="{B935067D-89F1-4E2F-9026-1697E5757ACA}" sibTransId="{8CEEB7F0-411F-4373-9A3A-64410E585D7E}"/>
    <dgm:cxn modelId="{499F2C6C-F326-478F-9357-40D4F04F4889}" type="presOf" srcId="{FEE888D0-91C6-4623-8ADD-40BCB8E9F398}" destId="{0A1D5F3C-8C54-4C7A-9693-DBC3397CFE3E}" srcOrd="0" destOrd="3" presId="urn:microsoft.com/office/officeart/2005/8/layout/vList5"/>
    <dgm:cxn modelId="{318C7D6D-ADE2-4429-A223-67BC3F2CCB81}" srcId="{36EA1347-F755-4ED2-9729-6CA598475C80}" destId="{ADA45064-85A0-4291-8CC2-D2C06A3935F3}" srcOrd="2" destOrd="0" parTransId="{57806BF3-52F7-4FEB-9CA6-09907ED0B4B3}" sibTransId="{87C73E68-C2B7-468D-8E53-D94926A97256}"/>
    <dgm:cxn modelId="{AE8D0C86-DE88-45EE-A71A-C180C7EA6CA4}" type="presOf" srcId="{36EA1347-F755-4ED2-9729-6CA598475C80}" destId="{E7547979-15D4-4AFB-8C32-0CAF0867B4CC}" srcOrd="0" destOrd="0" presId="urn:microsoft.com/office/officeart/2005/8/layout/vList5"/>
    <dgm:cxn modelId="{42985D9C-32DE-4AFE-A11B-A25FE40B29FC}" srcId="{36EA1347-F755-4ED2-9729-6CA598475C80}" destId="{FEE888D0-91C6-4623-8ADD-40BCB8E9F398}" srcOrd="1" destOrd="0" parTransId="{1DFF4554-6EAA-42A7-8B7D-AE498309E1B3}" sibTransId="{D9738238-D6A3-48F3-95B7-6C9FA295A8B6}"/>
    <dgm:cxn modelId="{316A68A9-6591-4BF0-A4C3-18F11A95984A}" type="presOf" srcId="{ADA45064-85A0-4291-8CC2-D2C06A3935F3}" destId="{0A1D5F3C-8C54-4C7A-9693-DBC3397CFE3E}" srcOrd="0" destOrd="5" presId="urn:microsoft.com/office/officeart/2005/8/layout/vList5"/>
    <dgm:cxn modelId="{9632C2AF-A85F-4572-987B-7CA81FDF7AB7}" type="presOf" srcId="{37807C32-46A6-4AEE-A940-3AFC2CAF8345}" destId="{0A1D5F3C-8C54-4C7A-9693-DBC3397CFE3E}" srcOrd="0" destOrd="0" presId="urn:microsoft.com/office/officeart/2005/8/layout/vList5"/>
    <dgm:cxn modelId="{4BEFCCB2-01FE-4538-8F55-AC98633550E7}" type="presOf" srcId="{E87D266F-6BBA-4922-82D2-509C84FCBE8F}" destId="{0A1D5F3C-8C54-4C7A-9693-DBC3397CFE3E}" srcOrd="0" destOrd="4" presId="urn:microsoft.com/office/officeart/2005/8/layout/vList5"/>
    <dgm:cxn modelId="{51F1FFB8-4566-4587-A9B9-8C6B109C1457}" type="presOf" srcId="{41C5584C-BA83-478F-BC23-2B7B5D3C73B0}" destId="{0A1D5F3C-8C54-4C7A-9693-DBC3397CFE3E}" srcOrd="0" destOrd="8" presId="urn:microsoft.com/office/officeart/2005/8/layout/vList5"/>
    <dgm:cxn modelId="{3E27A0D5-8530-4F76-AF82-0185120494FB}" srcId="{36EA1347-F755-4ED2-9729-6CA598475C80}" destId="{37807C32-46A6-4AEE-A940-3AFC2CAF8345}" srcOrd="0" destOrd="0" parTransId="{A136E05B-11AC-484A-905E-B8831F43E363}" sibTransId="{753DBCEE-F915-4E8A-AEDD-D614B6CB702E}"/>
    <dgm:cxn modelId="{9B8E0AE4-2455-4167-9AE8-656435D25E2B}" srcId="{FEE888D0-91C6-4623-8ADD-40BCB8E9F398}" destId="{E87D266F-6BBA-4922-82D2-509C84FCBE8F}" srcOrd="0" destOrd="0" parTransId="{FB64D71B-A078-41D2-8535-E5615CC3847A}" sibTransId="{3AF39235-58B5-480C-A2D5-1F74CD5F876B}"/>
    <dgm:cxn modelId="{94DA3CEA-55DE-4301-9D1F-36023851A71A}" type="presOf" srcId="{8905FE15-E2C8-4500-B0E7-357EDD3559CB}" destId="{0A1D5F3C-8C54-4C7A-9693-DBC3397CFE3E}" srcOrd="0" destOrd="1" presId="urn:microsoft.com/office/officeart/2005/8/layout/vList5"/>
    <dgm:cxn modelId="{FDE117F4-9845-4891-BC5F-E0CE776144F7}" type="presOf" srcId="{1B61C26B-7432-49C3-9FE3-7163C97431D4}" destId="{0A1D5F3C-8C54-4C7A-9693-DBC3397CFE3E}" srcOrd="0" destOrd="2" presId="urn:microsoft.com/office/officeart/2005/8/layout/vList5"/>
    <dgm:cxn modelId="{F63EEBFB-8B72-48E9-AEE9-9197F3E763BF}" srcId="{37807C32-46A6-4AEE-A940-3AFC2CAF8345}" destId="{8905FE15-E2C8-4500-B0E7-357EDD3559CB}" srcOrd="0" destOrd="0" parTransId="{C707E585-FA5E-44A8-A384-F96537F0AE1C}" sibTransId="{44DB257F-7475-430C-80A3-8ADC5DC7E3F7}"/>
    <dgm:cxn modelId="{F8C997FE-9ABF-4021-902E-B0DF4A227822}" type="presOf" srcId="{3907E4BB-BDDE-49AC-B762-D5A89FAC4BAC}" destId="{0A1D5F3C-8C54-4C7A-9693-DBC3397CFE3E}" srcOrd="0" destOrd="6" presId="urn:microsoft.com/office/officeart/2005/8/layout/vList5"/>
    <dgm:cxn modelId="{39E7983C-E969-44F4-88D9-177DF6DBD9C1}" type="presParOf" srcId="{1212AE88-09AD-4A93-B374-4DFCDC0E6C63}" destId="{3078D2E6-77C2-4D63-9CAC-19E1F99B6DB1}" srcOrd="0" destOrd="0" presId="urn:microsoft.com/office/officeart/2005/8/layout/vList5"/>
    <dgm:cxn modelId="{8A7BF241-6CE0-4E23-8998-3C128FAA61E4}" type="presParOf" srcId="{3078D2E6-77C2-4D63-9CAC-19E1F99B6DB1}" destId="{E7547979-15D4-4AFB-8C32-0CAF0867B4CC}" srcOrd="0" destOrd="0" presId="urn:microsoft.com/office/officeart/2005/8/layout/vList5"/>
    <dgm:cxn modelId="{96D83A25-28F0-47AC-B6DD-99197808925A}" type="presParOf" srcId="{3078D2E6-77C2-4D63-9CAC-19E1F99B6DB1}" destId="{0A1D5F3C-8C54-4C7A-9693-DBC3397CFE3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E6D3B04-3F66-44A9-ACD5-02981816F11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33AE872-74C3-46E1-8B2F-BDFCAB61ED8B}">
      <dgm:prSet/>
      <dgm:spPr/>
      <dgm:t>
        <a:bodyPr/>
        <a:lstStyle/>
        <a:p>
          <a:r>
            <a:rPr lang="en-US" dirty="0"/>
            <a:t>Read Using a File Chooser Dialog</a:t>
          </a:r>
        </a:p>
      </dgm:t>
    </dgm:pt>
    <dgm:pt modelId="{4A8D23FC-AA8C-4DDF-BD3C-8E2BE4D5D3B9}" type="parTrans" cxnId="{14DE6953-1344-4527-9A61-2905A993605F}">
      <dgm:prSet/>
      <dgm:spPr/>
      <dgm:t>
        <a:bodyPr/>
        <a:lstStyle/>
        <a:p>
          <a:endParaRPr lang="en-US"/>
        </a:p>
      </dgm:t>
    </dgm:pt>
    <dgm:pt modelId="{86E9BB3A-4301-408E-BE02-5C1AEE35D247}" type="sibTrans" cxnId="{14DE6953-1344-4527-9A61-2905A993605F}">
      <dgm:prSet/>
      <dgm:spPr/>
      <dgm:t>
        <a:bodyPr/>
        <a:lstStyle/>
        <a:p>
          <a:endParaRPr lang="en-US"/>
        </a:p>
      </dgm:t>
    </dgm:pt>
    <dgm:pt modelId="{C0B3E2DC-6BC5-4E46-8ABB-72D1B2A379A6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/>
            <a:t>Create a FileChooser object:</a:t>
          </a:r>
        </a:p>
      </dgm:t>
    </dgm:pt>
    <dgm:pt modelId="{81F802E4-20D8-45AF-9818-A617ACD2E6C9}" type="parTrans" cxnId="{B3954DB4-1555-4DFF-9741-FFE4B12EBC38}">
      <dgm:prSet/>
      <dgm:spPr/>
      <dgm:t>
        <a:bodyPr/>
        <a:lstStyle/>
        <a:p>
          <a:endParaRPr lang="en-US"/>
        </a:p>
      </dgm:t>
    </dgm:pt>
    <dgm:pt modelId="{C4D9E5D9-9F47-40D4-8C37-594D3CAEDC6C}" type="sibTrans" cxnId="{B3954DB4-1555-4DFF-9741-FFE4B12EBC38}">
      <dgm:prSet/>
      <dgm:spPr/>
      <dgm:t>
        <a:bodyPr/>
        <a:lstStyle/>
        <a:p>
          <a:endParaRPr lang="en-US"/>
        </a:p>
      </dgm:t>
    </dgm:pt>
    <dgm:pt modelId="{A3B84AD2-8CF8-46B2-9F47-3FA5E9C03938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b="1" dirty="0" err="1"/>
            <a:t>FileChooser</a:t>
          </a:r>
          <a:r>
            <a:rPr lang="en-US" b="1" dirty="0"/>
            <a:t> </a:t>
          </a:r>
          <a:r>
            <a:rPr lang="en-US" b="1" dirty="0" err="1"/>
            <a:t>filechooser</a:t>
          </a:r>
          <a:r>
            <a:rPr lang="en-US" b="1" dirty="0"/>
            <a:t> = new </a:t>
          </a:r>
          <a:r>
            <a:rPr lang="en-US" b="1" dirty="0" err="1"/>
            <a:t>FileChooser</a:t>
          </a:r>
          <a:r>
            <a:rPr lang="en-US" b="1" dirty="0"/>
            <a:t>();</a:t>
          </a:r>
        </a:p>
      </dgm:t>
    </dgm:pt>
    <dgm:pt modelId="{E0846177-1044-4FF2-94C4-2C09B5A0D9CC}" type="parTrans" cxnId="{F344B617-3A8A-4707-B20D-A3E7C42D89A4}">
      <dgm:prSet/>
      <dgm:spPr/>
      <dgm:t>
        <a:bodyPr/>
        <a:lstStyle/>
        <a:p>
          <a:endParaRPr lang="en-US"/>
        </a:p>
      </dgm:t>
    </dgm:pt>
    <dgm:pt modelId="{25C3FFD5-88C0-4F44-B5E3-C63CDB4A2498}" type="sibTrans" cxnId="{F344B617-3A8A-4707-B20D-A3E7C42D89A4}">
      <dgm:prSet/>
      <dgm:spPr/>
      <dgm:t>
        <a:bodyPr/>
        <a:lstStyle/>
        <a:p>
          <a:endParaRPr lang="en-US"/>
        </a:p>
      </dgm:t>
    </dgm:pt>
    <dgm:pt modelId="{D049F288-9E94-4D8D-994D-65F6D6BCFE12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Use the </a:t>
          </a:r>
          <a:r>
            <a:rPr lang="en-US" b="1" dirty="0" err="1"/>
            <a:t>showOpenDialog</a:t>
          </a:r>
          <a:r>
            <a:rPr lang="en-US" b="1" dirty="0"/>
            <a:t>(null) </a:t>
          </a:r>
          <a:r>
            <a:rPr lang="en-US" dirty="0"/>
            <a:t>method to displays dialog box.</a:t>
          </a:r>
        </a:p>
      </dgm:t>
    </dgm:pt>
    <dgm:pt modelId="{33B7E0A3-0A1D-4150-9817-0CCC49904E27}" type="parTrans" cxnId="{E14F72B7-DB87-4E56-B0D1-38DD1A9C65CD}">
      <dgm:prSet/>
      <dgm:spPr/>
      <dgm:t>
        <a:bodyPr/>
        <a:lstStyle/>
        <a:p>
          <a:endParaRPr lang="en-US"/>
        </a:p>
      </dgm:t>
    </dgm:pt>
    <dgm:pt modelId="{0FFA58CD-C614-4C49-BFDE-CED6467E9EF0}" type="sibTrans" cxnId="{E14F72B7-DB87-4E56-B0D1-38DD1A9C65CD}">
      <dgm:prSet/>
      <dgm:spPr/>
      <dgm:t>
        <a:bodyPr/>
        <a:lstStyle/>
        <a:p>
          <a:endParaRPr lang="en-US"/>
        </a:p>
      </dgm:t>
    </dgm:pt>
    <dgm:pt modelId="{D40F1F55-BD7D-4DFF-B83C-177D112D6C31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Read the data in the file using a scanner, etc.</a:t>
          </a:r>
        </a:p>
      </dgm:t>
    </dgm:pt>
    <dgm:pt modelId="{57121DAC-CCEF-48D3-9085-407CE269D200}" type="parTrans" cxnId="{45AAE771-931B-41FA-A1FB-23A96BE02042}">
      <dgm:prSet/>
      <dgm:spPr/>
      <dgm:t>
        <a:bodyPr/>
        <a:lstStyle/>
        <a:p>
          <a:endParaRPr lang="en-US"/>
        </a:p>
      </dgm:t>
    </dgm:pt>
    <dgm:pt modelId="{895EA10A-2545-4B1C-869C-A41A1984F6FE}" type="sibTrans" cxnId="{45AAE771-931B-41FA-A1FB-23A96BE02042}">
      <dgm:prSet/>
      <dgm:spPr/>
      <dgm:t>
        <a:bodyPr/>
        <a:lstStyle/>
        <a:p>
          <a:endParaRPr lang="en-US"/>
        </a:p>
      </dgm:t>
    </dgm:pt>
    <dgm:pt modelId="{CB3F3F17-92DC-4246-8192-92DD261E5708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Finally, close the file.</a:t>
          </a:r>
        </a:p>
      </dgm:t>
    </dgm:pt>
    <dgm:pt modelId="{A7564D34-AC50-461A-A739-05576E4D65E8}" type="parTrans" cxnId="{D9A66B9B-6DC6-40B8-BA36-F9EF149BAB00}">
      <dgm:prSet/>
      <dgm:spPr/>
      <dgm:t>
        <a:bodyPr/>
        <a:lstStyle/>
        <a:p>
          <a:endParaRPr lang="en-US"/>
        </a:p>
      </dgm:t>
    </dgm:pt>
    <dgm:pt modelId="{FA23A806-E4FC-4904-AC70-0C71B99D1589}" type="sibTrans" cxnId="{D9A66B9B-6DC6-40B8-BA36-F9EF149BAB00}">
      <dgm:prSet/>
      <dgm:spPr/>
      <dgm:t>
        <a:bodyPr/>
        <a:lstStyle/>
        <a:p>
          <a:endParaRPr lang="en-US"/>
        </a:p>
      </dgm:t>
    </dgm:pt>
    <dgm:pt modelId="{9BAD10A4-F991-4F76-BB03-AC7265A0CF35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Select a file.</a:t>
          </a:r>
        </a:p>
      </dgm:t>
    </dgm:pt>
    <dgm:pt modelId="{DD8F3189-EFC9-42F8-9BFE-AC656973ECD8}" type="parTrans" cxnId="{AFF09EAD-2521-47AF-B9DF-DF0ECDFC9222}">
      <dgm:prSet/>
      <dgm:spPr/>
      <dgm:t>
        <a:bodyPr/>
        <a:lstStyle/>
        <a:p>
          <a:endParaRPr lang="en-US"/>
        </a:p>
      </dgm:t>
    </dgm:pt>
    <dgm:pt modelId="{FC7EEEEE-C38C-4357-A25A-13456E32480E}" type="sibTrans" cxnId="{AFF09EAD-2521-47AF-B9DF-DF0ECDFC9222}">
      <dgm:prSet/>
      <dgm:spPr/>
      <dgm:t>
        <a:bodyPr/>
        <a:lstStyle/>
        <a:p>
          <a:endParaRPr lang="en-US"/>
        </a:p>
      </dgm:t>
    </dgm:pt>
    <dgm:pt modelId="{EDD4CD2F-35D1-427A-81CB-3B1E184C7E23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The Dialog Box returns an int, either APPROVE_OPTION OR CANCEL_OPTION, telling which button was clicked.</a:t>
          </a:r>
        </a:p>
      </dgm:t>
    </dgm:pt>
    <dgm:pt modelId="{F2755C58-8CD7-4E40-A7A2-903F2F6933AA}" type="parTrans" cxnId="{E5D47188-5E9D-4626-A5C3-B2D486DC5B8C}">
      <dgm:prSet/>
      <dgm:spPr/>
      <dgm:t>
        <a:bodyPr/>
        <a:lstStyle/>
        <a:p>
          <a:endParaRPr lang="en-US"/>
        </a:p>
      </dgm:t>
    </dgm:pt>
    <dgm:pt modelId="{B008A33A-216D-405F-A4A6-C14B387DA5DE}" type="sibTrans" cxnId="{E5D47188-5E9D-4626-A5C3-B2D486DC5B8C}">
      <dgm:prSet/>
      <dgm:spPr/>
      <dgm:t>
        <a:bodyPr/>
        <a:lstStyle/>
        <a:p>
          <a:endParaRPr lang="en-US"/>
        </a:p>
      </dgm:t>
    </dgm:pt>
    <dgm:pt modelId="{81D5FD31-377F-46DF-B060-12CEBE708EFF}">
      <dgm:prSet/>
      <dgm:spPr>
        <a:noFill/>
      </dgm:spPr>
      <dgm:t>
        <a:bodyPr/>
        <a:lstStyle/>
        <a:p>
          <a:pPr>
            <a:buFontTx/>
            <a:buNone/>
          </a:pPr>
          <a:r>
            <a:rPr lang="en-US" dirty="0"/>
            <a:t>Check to file to see if it is null.</a:t>
          </a:r>
        </a:p>
      </dgm:t>
    </dgm:pt>
    <dgm:pt modelId="{6B99A41A-DDC6-478B-A91E-B625581DAF16}" type="parTrans" cxnId="{AE3311C6-B075-4C71-8C62-069F5761B42C}">
      <dgm:prSet/>
      <dgm:spPr/>
      <dgm:t>
        <a:bodyPr/>
        <a:lstStyle/>
        <a:p>
          <a:endParaRPr lang="en-US"/>
        </a:p>
      </dgm:t>
    </dgm:pt>
    <dgm:pt modelId="{AF4E95E0-0CAD-4068-88CA-614935E4C936}" type="sibTrans" cxnId="{AE3311C6-B075-4C71-8C62-069F5761B42C}">
      <dgm:prSet/>
      <dgm:spPr/>
      <dgm:t>
        <a:bodyPr/>
        <a:lstStyle/>
        <a:p>
          <a:endParaRPr lang="en-US"/>
        </a:p>
      </dgm:t>
    </dgm:pt>
    <dgm:pt modelId="{2AB5E5AF-F678-4FA6-A386-059B3FBB9A0A}" type="pres">
      <dgm:prSet presAssocID="{6E6D3B04-3F66-44A9-ACD5-02981816F11B}" presName="Name0" presStyleCnt="0">
        <dgm:presLayoutVars>
          <dgm:dir/>
          <dgm:animLvl val="lvl"/>
          <dgm:resizeHandles val="exact"/>
        </dgm:presLayoutVars>
      </dgm:prSet>
      <dgm:spPr/>
    </dgm:pt>
    <dgm:pt modelId="{C8DA236F-BC16-4670-BD54-8239DA52C3F4}" type="pres">
      <dgm:prSet presAssocID="{C33AE872-74C3-46E1-8B2F-BDFCAB61ED8B}" presName="linNode" presStyleCnt="0"/>
      <dgm:spPr/>
    </dgm:pt>
    <dgm:pt modelId="{F81674CA-E2B8-416E-97E9-94D0BB0560FE}" type="pres">
      <dgm:prSet presAssocID="{C33AE872-74C3-46E1-8B2F-BDFCAB61ED8B}" presName="parentText" presStyleLbl="node1" presStyleIdx="0" presStyleCnt="1" custScaleX="1437">
        <dgm:presLayoutVars>
          <dgm:chMax val="1"/>
          <dgm:bulletEnabled val="1"/>
        </dgm:presLayoutVars>
      </dgm:prSet>
      <dgm:spPr/>
    </dgm:pt>
    <dgm:pt modelId="{F37AA75D-9EC2-4F68-ADCE-FF48E903C9EC}" type="pres">
      <dgm:prSet presAssocID="{C33AE872-74C3-46E1-8B2F-BDFCAB61ED8B}" presName="descendantText" presStyleLbl="alignAccFollowNode1" presStyleIdx="0" presStyleCnt="1" custScaleX="139278" custScaleY="115944" custLinFactNeighborX="12909" custLinFactNeighborY="-336">
        <dgm:presLayoutVars>
          <dgm:bulletEnabled val="1"/>
        </dgm:presLayoutVars>
      </dgm:prSet>
      <dgm:spPr/>
    </dgm:pt>
  </dgm:ptLst>
  <dgm:cxnLst>
    <dgm:cxn modelId="{5B47E805-5775-4A82-A6FE-648D60C214AF}" type="presOf" srcId="{D049F288-9E94-4D8D-994D-65F6D6BCFE12}" destId="{F37AA75D-9EC2-4F68-ADCE-FF48E903C9EC}" srcOrd="0" destOrd="2" presId="urn:microsoft.com/office/officeart/2005/8/layout/vList5"/>
    <dgm:cxn modelId="{F344B617-3A8A-4707-B20D-A3E7C42D89A4}" srcId="{C33AE872-74C3-46E1-8B2F-BDFCAB61ED8B}" destId="{A3B84AD2-8CF8-46B2-9F47-3FA5E9C03938}" srcOrd="1" destOrd="0" parTransId="{E0846177-1044-4FF2-94C4-2C09B5A0D9CC}" sibTransId="{25C3FFD5-88C0-4F44-B5E3-C63CDB4A2498}"/>
    <dgm:cxn modelId="{45AAE771-931B-41FA-A1FB-23A96BE02042}" srcId="{C33AE872-74C3-46E1-8B2F-BDFCAB61ED8B}" destId="{D40F1F55-BD7D-4DFF-B83C-177D112D6C31}" srcOrd="6" destOrd="0" parTransId="{57121DAC-CCEF-48D3-9085-407CE269D200}" sibTransId="{895EA10A-2545-4B1C-869C-A41A1984F6FE}"/>
    <dgm:cxn modelId="{14DE6953-1344-4527-9A61-2905A993605F}" srcId="{6E6D3B04-3F66-44A9-ACD5-02981816F11B}" destId="{C33AE872-74C3-46E1-8B2F-BDFCAB61ED8B}" srcOrd="0" destOrd="0" parTransId="{4A8D23FC-AA8C-4DDF-BD3C-8E2BE4D5D3B9}" sibTransId="{86E9BB3A-4301-408E-BE02-5C1AEE35D247}"/>
    <dgm:cxn modelId="{34140387-9DCF-4EA3-BCBE-A607C962C9E9}" type="presOf" srcId="{EDD4CD2F-35D1-427A-81CB-3B1E184C7E23}" destId="{F37AA75D-9EC2-4F68-ADCE-FF48E903C9EC}" srcOrd="0" destOrd="5" presId="urn:microsoft.com/office/officeart/2005/8/layout/vList5"/>
    <dgm:cxn modelId="{A2F76B88-364C-4385-9048-77621B293D3A}" type="presOf" srcId="{9BAD10A4-F991-4F76-BB03-AC7265A0CF35}" destId="{F37AA75D-9EC2-4F68-ADCE-FF48E903C9EC}" srcOrd="0" destOrd="3" presId="urn:microsoft.com/office/officeart/2005/8/layout/vList5"/>
    <dgm:cxn modelId="{E5D47188-5E9D-4626-A5C3-B2D486DC5B8C}" srcId="{C33AE872-74C3-46E1-8B2F-BDFCAB61ED8B}" destId="{EDD4CD2F-35D1-427A-81CB-3B1E184C7E23}" srcOrd="5" destOrd="0" parTransId="{F2755C58-8CD7-4E40-A7A2-903F2F6933AA}" sibTransId="{B008A33A-216D-405F-A4A6-C14B387DA5DE}"/>
    <dgm:cxn modelId="{DBF79197-FCDB-44D2-92D7-D7C3B6FD7A6F}" type="presOf" srcId="{D40F1F55-BD7D-4DFF-B83C-177D112D6C31}" destId="{F37AA75D-9EC2-4F68-ADCE-FF48E903C9EC}" srcOrd="0" destOrd="6" presId="urn:microsoft.com/office/officeart/2005/8/layout/vList5"/>
    <dgm:cxn modelId="{D9A66B9B-6DC6-40B8-BA36-F9EF149BAB00}" srcId="{C33AE872-74C3-46E1-8B2F-BDFCAB61ED8B}" destId="{CB3F3F17-92DC-4246-8192-92DD261E5708}" srcOrd="7" destOrd="0" parTransId="{A7564D34-AC50-461A-A739-05576E4D65E8}" sibTransId="{FA23A806-E4FC-4904-AC70-0C71B99D1589}"/>
    <dgm:cxn modelId="{9A042BAB-85B1-46D0-9030-564A9AF862B9}" type="presOf" srcId="{6E6D3B04-3F66-44A9-ACD5-02981816F11B}" destId="{2AB5E5AF-F678-4FA6-A386-059B3FBB9A0A}" srcOrd="0" destOrd="0" presId="urn:microsoft.com/office/officeart/2005/8/layout/vList5"/>
    <dgm:cxn modelId="{AFF09EAD-2521-47AF-B9DF-DF0ECDFC9222}" srcId="{C33AE872-74C3-46E1-8B2F-BDFCAB61ED8B}" destId="{9BAD10A4-F991-4F76-BB03-AC7265A0CF35}" srcOrd="3" destOrd="0" parTransId="{DD8F3189-EFC9-42F8-9BFE-AC656973ECD8}" sibTransId="{FC7EEEEE-C38C-4357-A25A-13456E32480E}"/>
    <dgm:cxn modelId="{B3954DB4-1555-4DFF-9741-FFE4B12EBC38}" srcId="{C33AE872-74C3-46E1-8B2F-BDFCAB61ED8B}" destId="{C0B3E2DC-6BC5-4E46-8ABB-72D1B2A379A6}" srcOrd="0" destOrd="0" parTransId="{81F802E4-20D8-45AF-9818-A617ACD2E6C9}" sibTransId="{C4D9E5D9-9F47-40D4-8C37-594D3CAEDC6C}"/>
    <dgm:cxn modelId="{E14F72B7-DB87-4E56-B0D1-38DD1A9C65CD}" srcId="{C33AE872-74C3-46E1-8B2F-BDFCAB61ED8B}" destId="{D049F288-9E94-4D8D-994D-65F6D6BCFE12}" srcOrd="2" destOrd="0" parTransId="{33B7E0A3-0A1D-4150-9817-0CCC49904E27}" sibTransId="{0FFA58CD-C614-4C49-BFDE-CED6467E9EF0}"/>
    <dgm:cxn modelId="{AE5C02BE-66CD-4028-BBDF-F2C835D89110}" type="presOf" srcId="{C33AE872-74C3-46E1-8B2F-BDFCAB61ED8B}" destId="{F81674CA-E2B8-416E-97E9-94D0BB0560FE}" srcOrd="0" destOrd="0" presId="urn:microsoft.com/office/officeart/2005/8/layout/vList5"/>
    <dgm:cxn modelId="{853854C4-26C8-406E-9FB4-10E956AB3CB9}" type="presOf" srcId="{C0B3E2DC-6BC5-4E46-8ABB-72D1B2A379A6}" destId="{F37AA75D-9EC2-4F68-ADCE-FF48E903C9EC}" srcOrd="0" destOrd="0" presId="urn:microsoft.com/office/officeart/2005/8/layout/vList5"/>
    <dgm:cxn modelId="{AE3311C6-B075-4C71-8C62-069F5761B42C}" srcId="{C33AE872-74C3-46E1-8B2F-BDFCAB61ED8B}" destId="{81D5FD31-377F-46DF-B060-12CEBE708EFF}" srcOrd="4" destOrd="0" parTransId="{6B99A41A-DDC6-478B-A91E-B625581DAF16}" sibTransId="{AF4E95E0-0CAD-4068-88CA-614935E4C936}"/>
    <dgm:cxn modelId="{B9FCB6DD-0E1F-431C-90AA-02DC8F4EDB55}" type="presOf" srcId="{81D5FD31-377F-46DF-B060-12CEBE708EFF}" destId="{F37AA75D-9EC2-4F68-ADCE-FF48E903C9EC}" srcOrd="0" destOrd="4" presId="urn:microsoft.com/office/officeart/2005/8/layout/vList5"/>
    <dgm:cxn modelId="{E9C453FE-67F5-4A8B-9141-7E41FE36CC00}" type="presOf" srcId="{A3B84AD2-8CF8-46B2-9F47-3FA5E9C03938}" destId="{F37AA75D-9EC2-4F68-ADCE-FF48E903C9EC}" srcOrd="0" destOrd="1" presId="urn:microsoft.com/office/officeart/2005/8/layout/vList5"/>
    <dgm:cxn modelId="{64ADE9FF-051A-4825-B0F9-A3854B2F849B}" type="presOf" srcId="{CB3F3F17-92DC-4246-8192-92DD261E5708}" destId="{F37AA75D-9EC2-4F68-ADCE-FF48E903C9EC}" srcOrd="0" destOrd="7" presId="urn:microsoft.com/office/officeart/2005/8/layout/vList5"/>
    <dgm:cxn modelId="{F878CA13-DE30-424F-82B6-23657DA39BBE}" type="presParOf" srcId="{2AB5E5AF-F678-4FA6-A386-059B3FBB9A0A}" destId="{C8DA236F-BC16-4670-BD54-8239DA52C3F4}" srcOrd="0" destOrd="0" presId="urn:microsoft.com/office/officeart/2005/8/layout/vList5"/>
    <dgm:cxn modelId="{6AA3EB3E-F2F1-49E5-B044-DD34EA452AB1}" type="presParOf" srcId="{C8DA236F-BC16-4670-BD54-8239DA52C3F4}" destId="{F81674CA-E2B8-416E-97E9-94D0BB0560FE}" srcOrd="0" destOrd="0" presId="urn:microsoft.com/office/officeart/2005/8/layout/vList5"/>
    <dgm:cxn modelId="{F25A073A-D1AA-4175-A8FA-E5D43DBAC5A2}" type="presParOf" srcId="{C8DA236F-BC16-4670-BD54-8239DA52C3F4}" destId="{F37AA75D-9EC2-4F68-ADCE-FF48E903C9E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E6D3B04-3F66-44A9-ACD5-02981816F11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33AE872-74C3-46E1-8B2F-BDFCAB61ED8B}">
      <dgm:prSet/>
      <dgm:spPr/>
      <dgm:t>
        <a:bodyPr/>
        <a:lstStyle/>
        <a:p>
          <a:r>
            <a:rPr lang="en-US" dirty="0"/>
            <a:t>Write Using a File Chooser Dialog</a:t>
          </a:r>
        </a:p>
      </dgm:t>
    </dgm:pt>
    <dgm:pt modelId="{4A8D23FC-AA8C-4DDF-BD3C-8E2BE4D5D3B9}" type="parTrans" cxnId="{14DE6953-1344-4527-9A61-2905A993605F}">
      <dgm:prSet/>
      <dgm:spPr/>
      <dgm:t>
        <a:bodyPr/>
        <a:lstStyle/>
        <a:p>
          <a:endParaRPr lang="en-US"/>
        </a:p>
      </dgm:t>
    </dgm:pt>
    <dgm:pt modelId="{86E9BB3A-4301-408E-BE02-5C1AEE35D247}" type="sibTrans" cxnId="{14DE6953-1344-4527-9A61-2905A993605F}">
      <dgm:prSet/>
      <dgm:spPr/>
      <dgm:t>
        <a:bodyPr/>
        <a:lstStyle/>
        <a:p>
          <a:endParaRPr lang="en-US"/>
        </a:p>
      </dgm:t>
    </dgm:pt>
    <dgm:pt modelId="{C0B3E2DC-6BC5-4E46-8ABB-72D1B2A379A6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Create a </a:t>
          </a:r>
          <a:r>
            <a:rPr lang="en-US" sz="2400" dirty="0" err="1"/>
            <a:t>FileChooser</a:t>
          </a:r>
          <a:r>
            <a:rPr lang="en-US" sz="2400" dirty="0"/>
            <a:t> object:</a:t>
          </a:r>
        </a:p>
      </dgm:t>
    </dgm:pt>
    <dgm:pt modelId="{81F802E4-20D8-45AF-9818-A617ACD2E6C9}" type="parTrans" cxnId="{B3954DB4-1555-4DFF-9741-FFE4B12EBC38}">
      <dgm:prSet/>
      <dgm:spPr/>
      <dgm:t>
        <a:bodyPr/>
        <a:lstStyle/>
        <a:p>
          <a:endParaRPr lang="en-US"/>
        </a:p>
      </dgm:t>
    </dgm:pt>
    <dgm:pt modelId="{C4D9E5D9-9F47-40D4-8C37-594D3CAEDC6C}" type="sibTrans" cxnId="{B3954DB4-1555-4DFF-9741-FFE4B12EBC38}">
      <dgm:prSet/>
      <dgm:spPr/>
      <dgm:t>
        <a:bodyPr/>
        <a:lstStyle/>
        <a:p>
          <a:endParaRPr lang="en-US"/>
        </a:p>
      </dgm:t>
    </dgm:pt>
    <dgm:pt modelId="{A3B84AD2-8CF8-46B2-9F47-3FA5E9C03938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b="1" dirty="0" err="1"/>
            <a:t>FileChooser</a:t>
          </a:r>
          <a:r>
            <a:rPr lang="en-US" sz="2400" b="1" dirty="0"/>
            <a:t> </a:t>
          </a:r>
          <a:r>
            <a:rPr lang="en-US" sz="2400" b="1" dirty="0" err="1"/>
            <a:t>filechooser</a:t>
          </a:r>
          <a:r>
            <a:rPr lang="en-US" sz="2400" b="1" dirty="0"/>
            <a:t> = new </a:t>
          </a:r>
          <a:r>
            <a:rPr lang="en-US" sz="2400" b="1" dirty="0" err="1"/>
            <a:t>FileChooser</a:t>
          </a:r>
          <a:r>
            <a:rPr lang="en-US" sz="2400" b="1" dirty="0"/>
            <a:t>();</a:t>
          </a:r>
        </a:p>
      </dgm:t>
    </dgm:pt>
    <dgm:pt modelId="{E0846177-1044-4FF2-94C4-2C09B5A0D9CC}" type="parTrans" cxnId="{F344B617-3A8A-4707-B20D-A3E7C42D89A4}">
      <dgm:prSet/>
      <dgm:spPr/>
      <dgm:t>
        <a:bodyPr/>
        <a:lstStyle/>
        <a:p>
          <a:endParaRPr lang="en-US"/>
        </a:p>
      </dgm:t>
    </dgm:pt>
    <dgm:pt modelId="{25C3FFD5-88C0-4F44-B5E3-C63CDB4A2498}" type="sibTrans" cxnId="{F344B617-3A8A-4707-B20D-A3E7C42D89A4}">
      <dgm:prSet/>
      <dgm:spPr/>
      <dgm:t>
        <a:bodyPr/>
        <a:lstStyle/>
        <a:p>
          <a:endParaRPr lang="en-US"/>
        </a:p>
      </dgm:t>
    </dgm:pt>
    <dgm:pt modelId="{D049F288-9E94-4D8D-994D-65F6D6BCFE12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Use the </a:t>
          </a:r>
          <a:r>
            <a:rPr lang="en-US" sz="2400" b="1" dirty="0" err="1"/>
            <a:t>showSaveDialog</a:t>
          </a:r>
          <a:r>
            <a:rPr lang="en-US" sz="2400" b="1" dirty="0"/>
            <a:t>(null) </a:t>
          </a:r>
          <a:r>
            <a:rPr lang="en-US" sz="2400" dirty="0"/>
            <a:t>method to displays dialog box.</a:t>
          </a:r>
        </a:p>
      </dgm:t>
    </dgm:pt>
    <dgm:pt modelId="{33B7E0A3-0A1D-4150-9817-0CCC49904E27}" type="parTrans" cxnId="{E14F72B7-DB87-4E56-B0D1-38DD1A9C65CD}">
      <dgm:prSet/>
      <dgm:spPr/>
      <dgm:t>
        <a:bodyPr/>
        <a:lstStyle/>
        <a:p>
          <a:endParaRPr lang="en-US"/>
        </a:p>
      </dgm:t>
    </dgm:pt>
    <dgm:pt modelId="{0FFA58CD-C614-4C49-BFDE-CED6467E9EF0}" type="sibTrans" cxnId="{E14F72B7-DB87-4E56-B0D1-38DD1A9C65CD}">
      <dgm:prSet/>
      <dgm:spPr/>
      <dgm:t>
        <a:bodyPr/>
        <a:lstStyle/>
        <a:p>
          <a:endParaRPr lang="en-US"/>
        </a:p>
      </dgm:t>
    </dgm:pt>
    <dgm:pt modelId="{D40F1F55-BD7D-4DFF-B83C-177D112D6C31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Write the data in the file using a </a:t>
          </a:r>
          <a:r>
            <a:rPr lang="en-US" sz="2400" dirty="0" err="1"/>
            <a:t>PrintWriter</a:t>
          </a:r>
          <a:r>
            <a:rPr lang="en-US" sz="2400" dirty="0"/>
            <a:t>.</a:t>
          </a:r>
        </a:p>
      </dgm:t>
    </dgm:pt>
    <dgm:pt modelId="{57121DAC-CCEF-48D3-9085-407CE269D200}" type="parTrans" cxnId="{45AAE771-931B-41FA-A1FB-23A96BE02042}">
      <dgm:prSet/>
      <dgm:spPr/>
      <dgm:t>
        <a:bodyPr/>
        <a:lstStyle/>
        <a:p>
          <a:endParaRPr lang="en-US"/>
        </a:p>
      </dgm:t>
    </dgm:pt>
    <dgm:pt modelId="{895EA10A-2545-4B1C-869C-A41A1984F6FE}" type="sibTrans" cxnId="{45AAE771-931B-41FA-A1FB-23A96BE02042}">
      <dgm:prSet/>
      <dgm:spPr/>
      <dgm:t>
        <a:bodyPr/>
        <a:lstStyle/>
        <a:p>
          <a:endParaRPr lang="en-US"/>
        </a:p>
      </dgm:t>
    </dgm:pt>
    <dgm:pt modelId="{CB3F3F17-92DC-4246-8192-92DD261E5708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Finally, close the file.</a:t>
          </a:r>
        </a:p>
      </dgm:t>
    </dgm:pt>
    <dgm:pt modelId="{A7564D34-AC50-461A-A739-05576E4D65E8}" type="parTrans" cxnId="{D9A66B9B-6DC6-40B8-BA36-F9EF149BAB00}">
      <dgm:prSet/>
      <dgm:spPr/>
      <dgm:t>
        <a:bodyPr/>
        <a:lstStyle/>
        <a:p>
          <a:endParaRPr lang="en-US"/>
        </a:p>
      </dgm:t>
    </dgm:pt>
    <dgm:pt modelId="{FA23A806-E4FC-4904-AC70-0C71B99D1589}" type="sibTrans" cxnId="{D9A66B9B-6DC6-40B8-BA36-F9EF149BAB00}">
      <dgm:prSet/>
      <dgm:spPr/>
      <dgm:t>
        <a:bodyPr/>
        <a:lstStyle/>
        <a:p>
          <a:endParaRPr lang="en-US"/>
        </a:p>
      </dgm:t>
    </dgm:pt>
    <dgm:pt modelId="{9BAD10A4-F991-4F76-BB03-AC7265A0CF35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Select a file.</a:t>
          </a:r>
        </a:p>
      </dgm:t>
    </dgm:pt>
    <dgm:pt modelId="{DD8F3189-EFC9-42F8-9BFE-AC656973ECD8}" type="parTrans" cxnId="{AFF09EAD-2521-47AF-B9DF-DF0ECDFC9222}">
      <dgm:prSet/>
      <dgm:spPr/>
      <dgm:t>
        <a:bodyPr/>
        <a:lstStyle/>
        <a:p>
          <a:endParaRPr lang="en-US"/>
        </a:p>
      </dgm:t>
    </dgm:pt>
    <dgm:pt modelId="{FC7EEEEE-C38C-4357-A25A-13456E32480E}" type="sibTrans" cxnId="{AFF09EAD-2521-47AF-B9DF-DF0ECDFC9222}">
      <dgm:prSet/>
      <dgm:spPr/>
      <dgm:t>
        <a:bodyPr/>
        <a:lstStyle/>
        <a:p>
          <a:endParaRPr lang="en-US"/>
        </a:p>
      </dgm:t>
    </dgm:pt>
    <dgm:pt modelId="{EDD4CD2F-35D1-427A-81CB-3B1E184C7E23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The Dialog Box returns an int, either APPROVE_OPTION OR CANCEL_OPTION, telling which button was clicked.</a:t>
          </a:r>
        </a:p>
      </dgm:t>
    </dgm:pt>
    <dgm:pt modelId="{F2755C58-8CD7-4E40-A7A2-903F2F6933AA}" type="parTrans" cxnId="{E5D47188-5E9D-4626-A5C3-B2D486DC5B8C}">
      <dgm:prSet/>
      <dgm:spPr/>
      <dgm:t>
        <a:bodyPr/>
        <a:lstStyle/>
        <a:p>
          <a:endParaRPr lang="en-US"/>
        </a:p>
      </dgm:t>
    </dgm:pt>
    <dgm:pt modelId="{B008A33A-216D-405F-A4A6-C14B387DA5DE}" type="sibTrans" cxnId="{E5D47188-5E9D-4626-A5C3-B2D486DC5B8C}">
      <dgm:prSet/>
      <dgm:spPr/>
      <dgm:t>
        <a:bodyPr/>
        <a:lstStyle/>
        <a:p>
          <a:endParaRPr lang="en-US"/>
        </a:p>
      </dgm:t>
    </dgm:pt>
    <dgm:pt modelId="{510D53BC-F617-4B67-A73B-9D97052EAB26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Check to see if it already exists</a:t>
          </a:r>
        </a:p>
      </dgm:t>
    </dgm:pt>
    <dgm:pt modelId="{0679DA44-0CB9-493B-944F-B877736B0389}" type="parTrans" cxnId="{E8A71643-AD9B-4B20-A5B1-08B5C72E1B6A}">
      <dgm:prSet/>
      <dgm:spPr/>
      <dgm:t>
        <a:bodyPr/>
        <a:lstStyle/>
        <a:p>
          <a:endParaRPr lang="en-US"/>
        </a:p>
      </dgm:t>
    </dgm:pt>
    <dgm:pt modelId="{1CAF392A-3130-4316-8355-CE626F06270C}" type="sibTrans" cxnId="{E8A71643-AD9B-4B20-A5B1-08B5C72E1B6A}">
      <dgm:prSet/>
      <dgm:spPr/>
      <dgm:t>
        <a:bodyPr/>
        <a:lstStyle/>
        <a:p>
          <a:endParaRPr lang="en-US"/>
        </a:p>
      </dgm:t>
    </dgm:pt>
    <dgm:pt modelId="{C55247FB-53EB-4475-958D-288638A1C50E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sz="2400" dirty="0" err="1"/>
            <a:t>fileChooser.setInitialDirectory</a:t>
          </a:r>
          <a:r>
            <a:rPr lang="en-US" sz="2400" dirty="0"/>
            <a:t>(new File(“.”));</a:t>
          </a:r>
          <a:endParaRPr lang="en-US" sz="2400" b="1" dirty="0"/>
        </a:p>
      </dgm:t>
    </dgm:pt>
    <dgm:pt modelId="{BD9C77E8-5E26-4ABC-B981-D5A79328F56C}" type="parTrans" cxnId="{C8D412C9-8F19-4382-A0B9-8869C8E67976}">
      <dgm:prSet/>
      <dgm:spPr/>
      <dgm:t>
        <a:bodyPr/>
        <a:lstStyle/>
        <a:p>
          <a:endParaRPr lang="en-US"/>
        </a:p>
      </dgm:t>
    </dgm:pt>
    <dgm:pt modelId="{0CFBBE6F-BD67-499B-B277-B7DB6E837C43}" type="sibTrans" cxnId="{C8D412C9-8F19-4382-A0B9-8869C8E67976}">
      <dgm:prSet/>
      <dgm:spPr/>
      <dgm:t>
        <a:bodyPr/>
        <a:lstStyle/>
        <a:p>
          <a:endParaRPr lang="en-US"/>
        </a:p>
      </dgm:t>
    </dgm:pt>
    <dgm:pt modelId="{EC4E29A4-9784-4BC4-A48C-D35996F45D0E}">
      <dgm:prSet custT="1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b="1" dirty="0"/>
            <a:t>File </a:t>
          </a:r>
          <a:r>
            <a:rPr lang="en-US" sz="2400" b="1" dirty="0" err="1"/>
            <a:t>currentDirectory</a:t>
          </a:r>
          <a:r>
            <a:rPr lang="en-US" sz="2400" b="1" dirty="0"/>
            <a:t> = new File(</a:t>
          </a:r>
          <a:r>
            <a:rPr lang="en-US" sz="2400" b="1" dirty="0" err="1"/>
            <a:t>System.getProperty</a:t>
          </a:r>
          <a:r>
            <a:rPr lang="en-US" sz="2400" b="1" dirty="0"/>
            <a:t>(“</a:t>
          </a:r>
          <a:r>
            <a:rPr lang="en-US" sz="2400" b="1" dirty="0" err="1"/>
            <a:t>user.dir</a:t>
          </a:r>
          <a:r>
            <a:rPr lang="en-US" sz="2400" b="1" dirty="0"/>
            <a:t>”);</a:t>
          </a:r>
        </a:p>
      </dgm:t>
    </dgm:pt>
    <dgm:pt modelId="{54753B92-7C6E-4D4D-BEEE-AFDC346F2A77}" type="parTrans" cxnId="{2F790B23-FD5F-4D38-9C50-8EB45DDFC121}">
      <dgm:prSet/>
      <dgm:spPr/>
    </dgm:pt>
    <dgm:pt modelId="{1A3B7C7D-54D7-4CAC-88AD-F4FE6B7803CB}" type="sibTrans" cxnId="{2F790B23-FD5F-4D38-9C50-8EB45DDFC121}">
      <dgm:prSet/>
      <dgm:spPr/>
    </dgm:pt>
    <dgm:pt modelId="{2AB5E5AF-F678-4FA6-A386-059B3FBB9A0A}" type="pres">
      <dgm:prSet presAssocID="{6E6D3B04-3F66-44A9-ACD5-02981816F11B}" presName="Name0" presStyleCnt="0">
        <dgm:presLayoutVars>
          <dgm:dir/>
          <dgm:animLvl val="lvl"/>
          <dgm:resizeHandles val="exact"/>
        </dgm:presLayoutVars>
      </dgm:prSet>
      <dgm:spPr/>
    </dgm:pt>
    <dgm:pt modelId="{C8DA236F-BC16-4670-BD54-8239DA52C3F4}" type="pres">
      <dgm:prSet presAssocID="{C33AE872-74C3-46E1-8B2F-BDFCAB61ED8B}" presName="linNode" presStyleCnt="0"/>
      <dgm:spPr/>
    </dgm:pt>
    <dgm:pt modelId="{F81674CA-E2B8-416E-97E9-94D0BB0560FE}" type="pres">
      <dgm:prSet presAssocID="{C33AE872-74C3-46E1-8B2F-BDFCAB61ED8B}" presName="parentText" presStyleLbl="node1" presStyleIdx="0" presStyleCnt="1" custScaleX="1437">
        <dgm:presLayoutVars>
          <dgm:chMax val="1"/>
          <dgm:bulletEnabled val="1"/>
        </dgm:presLayoutVars>
      </dgm:prSet>
      <dgm:spPr/>
    </dgm:pt>
    <dgm:pt modelId="{F37AA75D-9EC2-4F68-ADCE-FF48E903C9EC}" type="pres">
      <dgm:prSet presAssocID="{C33AE872-74C3-46E1-8B2F-BDFCAB61ED8B}" presName="descendantText" presStyleLbl="alignAccFollowNode1" presStyleIdx="0" presStyleCnt="1" custScaleX="120420" custScaleY="115944" custLinFactNeighborX="29693" custLinFactNeighborY="-1481">
        <dgm:presLayoutVars>
          <dgm:bulletEnabled val="1"/>
        </dgm:presLayoutVars>
      </dgm:prSet>
      <dgm:spPr/>
    </dgm:pt>
  </dgm:ptLst>
  <dgm:cxnLst>
    <dgm:cxn modelId="{5B47E805-5775-4A82-A6FE-648D60C214AF}" type="presOf" srcId="{D049F288-9E94-4D8D-994D-65F6D6BCFE12}" destId="{F37AA75D-9EC2-4F68-ADCE-FF48E903C9EC}" srcOrd="0" destOrd="4" presId="urn:microsoft.com/office/officeart/2005/8/layout/vList5"/>
    <dgm:cxn modelId="{F344B617-3A8A-4707-B20D-A3E7C42D89A4}" srcId="{C33AE872-74C3-46E1-8B2F-BDFCAB61ED8B}" destId="{A3B84AD2-8CF8-46B2-9F47-3FA5E9C03938}" srcOrd="1" destOrd="0" parTransId="{E0846177-1044-4FF2-94C4-2C09B5A0D9CC}" sibTransId="{25C3FFD5-88C0-4F44-B5E3-C63CDB4A2498}"/>
    <dgm:cxn modelId="{2F881721-6F1F-4034-8D1D-7B424ECE2044}" type="presOf" srcId="{EC4E29A4-9784-4BC4-A48C-D35996F45D0E}" destId="{F37AA75D-9EC2-4F68-ADCE-FF48E903C9EC}" srcOrd="0" destOrd="2" presId="urn:microsoft.com/office/officeart/2005/8/layout/vList5"/>
    <dgm:cxn modelId="{2F790B23-FD5F-4D38-9C50-8EB45DDFC121}" srcId="{C33AE872-74C3-46E1-8B2F-BDFCAB61ED8B}" destId="{EC4E29A4-9784-4BC4-A48C-D35996F45D0E}" srcOrd="2" destOrd="0" parTransId="{54753B92-7C6E-4D4D-BEEE-AFDC346F2A77}" sibTransId="{1A3B7C7D-54D7-4CAC-88AD-F4FE6B7803CB}"/>
    <dgm:cxn modelId="{5BD1BA5D-92C0-4D55-B838-D8858C61C773}" type="presOf" srcId="{510D53BC-F617-4B67-A73B-9D97052EAB26}" destId="{F37AA75D-9EC2-4F68-ADCE-FF48E903C9EC}" srcOrd="0" destOrd="6" presId="urn:microsoft.com/office/officeart/2005/8/layout/vList5"/>
    <dgm:cxn modelId="{E8A71643-AD9B-4B20-A5B1-08B5C72E1B6A}" srcId="{C33AE872-74C3-46E1-8B2F-BDFCAB61ED8B}" destId="{510D53BC-F617-4B67-A73B-9D97052EAB26}" srcOrd="6" destOrd="0" parTransId="{0679DA44-0CB9-493B-944F-B877736B0389}" sibTransId="{1CAF392A-3130-4316-8355-CE626F06270C}"/>
    <dgm:cxn modelId="{45AAE771-931B-41FA-A1FB-23A96BE02042}" srcId="{C33AE872-74C3-46E1-8B2F-BDFCAB61ED8B}" destId="{D40F1F55-BD7D-4DFF-B83C-177D112D6C31}" srcOrd="8" destOrd="0" parTransId="{57121DAC-CCEF-48D3-9085-407CE269D200}" sibTransId="{895EA10A-2545-4B1C-869C-A41A1984F6FE}"/>
    <dgm:cxn modelId="{14DE6953-1344-4527-9A61-2905A993605F}" srcId="{6E6D3B04-3F66-44A9-ACD5-02981816F11B}" destId="{C33AE872-74C3-46E1-8B2F-BDFCAB61ED8B}" srcOrd="0" destOrd="0" parTransId="{4A8D23FC-AA8C-4DDF-BD3C-8E2BE4D5D3B9}" sibTransId="{86E9BB3A-4301-408E-BE02-5C1AEE35D247}"/>
    <dgm:cxn modelId="{34140387-9DCF-4EA3-BCBE-A607C962C9E9}" type="presOf" srcId="{EDD4CD2F-35D1-427A-81CB-3B1E184C7E23}" destId="{F37AA75D-9EC2-4F68-ADCE-FF48E903C9EC}" srcOrd="0" destOrd="7" presId="urn:microsoft.com/office/officeart/2005/8/layout/vList5"/>
    <dgm:cxn modelId="{A2F76B88-364C-4385-9048-77621B293D3A}" type="presOf" srcId="{9BAD10A4-F991-4F76-BB03-AC7265A0CF35}" destId="{F37AA75D-9EC2-4F68-ADCE-FF48E903C9EC}" srcOrd="0" destOrd="5" presId="urn:microsoft.com/office/officeart/2005/8/layout/vList5"/>
    <dgm:cxn modelId="{E5D47188-5E9D-4626-A5C3-B2D486DC5B8C}" srcId="{C33AE872-74C3-46E1-8B2F-BDFCAB61ED8B}" destId="{EDD4CD2F-35D1-427A-81CB-3B1E184C7E23}" srcOrd="7" destOrd="0" parTransId="{F2755C58-8CD7-4E40-A7A2-903F2F6933AA}" sibTransId="{B008A33A-216D-405F-A4A6-C14B387DA5DE}"/>
    <dgm:cxn modelId="{DBF79197-FCDB-44D2-92D7-D7C3B6FD7A6F}" type="presOf" srcId="{D40F1F55-BD7D-4DFF-B83C-177D112D6C31}" destId="{F37AA75D-9EC2-4F68-ADCE-FF48E903C9EC}" srcOrd="0" destOrd="8" presId="urn:microsoft.com/office/officeart/2005/8/layout/vList5"/>
    <dgm:cxn modelId="{D9A66B9B-6DC6-40B8-BA36-F9EF149BAB00}" srcId="{C33AE872-74C3-46E1-8B2F-BDFCAB61ED8B}" destId="{CB3F3F17-92DC-4246-8192-92DD261E5708}" srcOrd="9" destOrd="0" parTransId="{A7564D34-AC50-461A-A739-05576E4D65E8}" sibTransId="{FA23A806-E4FC-4904-AC70-0C71B99D1589}"/>
    <dgm:cxn modelId="{9A042BAB-85B1-46D0-9030-564A9AF862B9}" type="presOf" srcId="{6E6D3B04-3F66-44A9-ACD5-02981816F11B}" destId="{2AB5E5AF-F678-4FA6-A386-059B3FBB9A0A}" srcOrd="0" destOrd="0" presId="urn:microsoft.com/office/officeart/2005/8/layout/vList5"/>
    <dgm:cxn modelId="{AFF09EAD-2521-47AF-B9DF-DF0ECDFC9222}" srcId="{C33AE872-74C3-46E1-8B2F-BDFCAB61ED8B}" destId="{9BAD10A4-F991-4F76-BB03-AC7265A0CF35}" srcOrd="5" destOrd="0" parTransId="{DD8F3189-EFC9-42F8-9BFE-AC656973ECD8}" sibTransId="{FC7EEEEE-C38C-4357-A25A-13456E32480E}"/>
    <dgm:cxn modelId="{B3954DB4-1555-4DFF-9741-FFE4B12EBC38}" srcId="{C33AE872-74C3-46E1-8B2F-BDFCAB61ED8B}" destId="{C0B3E2DC-6BC5-4E46-8ABB-72D1B2A379A6}" srcOrd="0" destOrd="0" parTransId="{81F802E4-20D8-45AF-9818-A617ACD2E6C9}" sibTransId="{C4D9E5D9-9F47-40D4-8C37-594D3CAEDC6C}"/>
    <dgm:cxn modelId="{E14F72B7-DB87-4E56-B0D1-38DD1A9C65CD}" srcId="{C33AE872-74C3-46E1-8B2F-BDFCAB61ED8B}" destId="{D049F288-9E94-4D8D-994D-65F6D6BCFE12}" srcOrd="4" destOrd="0" parTransId="{33B7E0A3-0A1D-4150-9817-0CCC49904E27}" sibTransId="{0FFA58CD-C614-4C49-BFDE-CED6467E9EF0}"/>
    <dgm:cxn modelId="{AE5C02BE-66CD-4028-BBDF-F2C835D89110}" type="presOf" srcId="{C33AE872-74C3-46E1-8B2F-BDFCAB61ED8B}" destId="{F81674CA-E2B8-416E-97E9-94D0BB0560FE}" srcOrd="0" destOrd="0" presId="urn:microsoft.com/office/officeart/2005/8/layout/vList5"/>
    <dgm:cxn modelId="{853854C4-26C8-406E-9FB4-10E956AB3CB9}" type="presOf" srcId="{C0B3E2DC-6BC5-4E46-8ABB-72D1B2A379A6}" destId="{F37AA75D-9EC2-4F68-ADCE-FF48E903C9EC}" srcOrd="0" destOrd="0" presId="urn:microsoft.com/office/officeart/2005/8/layout/vList5"/>
    <dgm:cxn modelId="{C8D412C9-8F19-4382-A0B9-8869C8E67976}" srcId="{C33AE872-74C3-46E1-8B2F-BDFCAB61ED8B}" destId="{C55247FB-53EB-4475-958D-288638A1C50E}" srcOrd="3" destOrd="0" parTransId="{BD9C77E8-5E26-4ABC-B981-D5A79328F56C}" sibTransId="{0CFBBE6F-BD67-499B-B277-B7DB6E837C43}"/>
    <dgm:cxn modelId="{B86507EF-CC55-46EC-B159-67CE06926F57}" type="presOf" srcId="{C55247FB-53EB-4475-958D-288638A1C50E}" destId="{F37AA75D-9EC2-4F68-ADCE-FF48E903C9EC}" srcOrd="0" destOrd="3" presId="urn:microsoft.com/office/officeart/2005/8/layout/vList5"/>
    <dgm:cxn modelId="{E9C453FE-67F5-4A8B-9141-7E41FE36CC00}" type="presOf" srcId="{A3B84AD2-8CF8-46B2-9F47-3FA5E9C03938}" destId="{F37AA75D-9EC2-4F68-ADCE-FF48E903C9EC}" srcOrd="0" destOrd="1" presId="urn:microsoft.com/office/officeart/2005/8/layout/vList5"/>
    <dgm:cxn modelId="{64ADE9FF-051A-4825-B0F9-A3854B2F849B}" type="presOf" srcId="{CB3F3F17-92DC-4246-8192-92DD261E5708}" destId="{F37AA75D-9EC2-4F68-ADCE-FF48E903C9EC}" srcOrd="0" destOrd="9" presId="urn:microsoft.com/office/officeart/2005/8/layout/vList5"/>
    <dgm:cxn modelId="{F878CA13-DE30-424F-82B6-23657DA39BBE}" type="presParOf" srcId="{2AB5E5AF-F678-4FA6-A386-059B3FBB9A0A}" destId="{C8DA236F-BC16-4670-BD54-8239DA52C3F4}" srcOrd="0" destOrd="0" presId="urn:microsoft.com/office/officeart/2005/8/layout/vList5"/>
    <dgm:cxn modelId="{6AA3EB3E-F2F1-49E5-B044-DD34EA452AB1}" type="presParOf" srcId="{C8DA236F-BC16-4670-BD54-8239DA52C3F4}" destId="{F81674CA-E2B8-416E-97E9-94D0BB0560FE}" srcOrd="0" destOrd="0" presId="urn:microsoft.com/office/officeart/2005/8/layout/vList5"/>
    <dgm:cxn modelId="{F25A073A-D1AA-4175-A8FA-E5D43DBAC5A2}" type="presParOf" srcId="{C8DA236F-BC16-4670-BD54-8239DA52C3F4}" destId="{F37AA75D-9EC2-4F68-ADCE-FF48E903C9E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37309-0A39-4413-AF1E-4CF64C18D7B3}">
      <dsp:nvSpPr>
        <dsp:cNvPr id="0" name=""/>
        <dsp:cNvSpPr/>
      </dsp:nvSpPr>
      <dsp:spPr>
        <a:xfrm rot="5400000">
          <a:off x="1990010" y="-955827"/>
          <a:ext cx="4141231" cy="7093254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The filename is a string.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The File class is a wrapper class for the file name and its directory path.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The File class does not contain the methods for reading and writing file contents.</a:t>
          </a:r>
        </a:p>
      </dsp:txBody>
      <dsp:txXfrm rot="-5400000">
        <a:off x="513999" y="722342"/>
        <a:ext cx="6891096" cy="3736915"/>
      </dsp:txXfrm>
    </dsp:sp>
    <dsp:sp modelId="{84582FAB-2BE4-4F25-851D-37EC6B5CB878}">
      <dsp:nvSpPr>
        <dsp:cNvPr id="0" name=""/>
        <dsp:cNvSpPr/>
      </dsp:nvSpPr>
      <dsp:spPr>
        <a:xfrm>
          <a:off x="0" y="5060"/>
          <a:ext cx="44053" cy="51765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File Class</a:t>
          </a:r>
        </a:p>
      </dsp:txBody>
      <dsp:txXfrm>
        <a:off x="2150" y="7210"/>
        <a:ext cx="39753" cy="5172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4EB7D-C07C-4891-B635-5C02EAA64E13}">
      <dsp:nvSpPr>
        <dsp:cNvPr id="0" name=""/>
        <dsp:cNvSpPr/>
      </dsp:nvSpPr>
      <dsp:spPr>
        <a:xfrm rot="5400000">
          <a:off x="2089516" y="-501283"/>
          <a:ext cx="5620263" cy="6964704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An absolute file name contains the complete path and drive letter.  For example: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c:\book\Welcome.java  (in Windows)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/home/</a:t>
          </a:r>
          <a:r>
            <a:rPr lang="en-US" sz="2400" kern="1200" dirty="0" err="1"/>
            <a:t>inelson</a:t>
          </a:r>
          <a:r>
            <a:rPr lang="en-US" sz="2400" kern="1200" dirty="0"/>
            <a:t>/book/Welcome.java   (in UNIX)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A relative file name is in relation to the current working directory.  For example: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	Welcome.java</a:t>
          </a:r>
        </a:p>
      </dsp:txBody>
      <dsp:txXfrm rot="-5400000">
        <a:off x="1417296" y="445296"/>
        <a:ext cx="6690345" cy="5071545"/>
      </dsp:txXfrm>
    </dsp:sp>
    <dsp:sp modelId="{F2A6CE1B-0BFC-448E-BA90-F9C4321E23D7}">
      <dsp:nvSpPr>
        <dsp:cNvPr id="0" name=""/>
        <dsp:cNvSpPr/>
      </dsp:nvSpPr>
      <dsp:spPr>
        <a:xfrm flipH="1">
          <a:off x="685790" y="2827"/>
          <a:ext cx="45715" cy="578554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Relative vs. Absolute Paths</a:t>
          </a:r>
        </a:p>
      </dsp:txBody>
      <dsp:txXfrm>
        <a:off x="688022" y="5059"/>
        <a:ext cx="41251" cy="5781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DBD63-9510-4170-B386-2E5739E6B04B}">
      <dsp:nvSpPr>
        <dsp:cNvPr id="0" name=""/>
        <dsp:cNvSpPr/>
      </dsp:nvSpPr>
      <dsp:spPr>
        <a:xfrm rot="5400000">
          <a:off x="1405199" y="-912883"/>
          <a:ext cx="5388731" cy="7802895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Do not use absolute filenames in your program.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Your program will not be portable to other platforms.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So use relative filenames for school projects. </a:t>
          </a:r>
        </a:p>
      </dsp:txBody>
      <dsp:txXfrm rot="-5400000">
        <a:off x="198117" y="557255"/>
        <a:ext cx="7539839" cy="4862619"/>
      </dsp:txXfrm>
    </dsp:sp>
    <dsp:sp modelId="{D60B7EB7-26C8-4C31-9BB5-18A1B5C08BE9}">
      <dsp:nvSpPr>
        <dsp:cNvPr id="0" name=""/>
        <dsp:cNvSpPr/>
      </dsp:nvSpPr>
      <dsp:spPr>
        <a:xfrm flipH="1">
          <a:off x="152387" y="2918"/>
          <a:ext cx="45730" cy="59712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Which Filename to use?</a:t>
          </a:r>
        </a:p>
      </dsp:txBody>
      <dsp:txXfrm>
        <a:off x="154619" y="5150"/>
        <a:ext cx="41266" cy="59668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C1E698-7415-4141-8298-E29A88FCB485}">
      <dsp:nvSpPr>
        <dsp:cNvPr id="0" name=""/>
        <dsp:cNvSpPr/>
      </dsp:nvSpPr>
      <dsp:spPr>
        <a:xfrm>
          <a:off x="0" y="0"/>
          <a:ext cx="8305800" cy="1230189"/>
        </a:xfrm>
        <a:prstGeom prst="roundRect">
          <a:avLst/>
        </a:prstGeom>
        <a:solidFill>
          <a:schemeClr val="accent5">
            <a:lumMod val="20000"/>
            <a:lumOff val="8000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Common methods for obtaining file properties and manipulating files</a:t>
          </a:r>
        </a:p>
      </dsp:txBody>
      <dsp:txXfrm>
        <a:off x="60053" y="60053"/>
        <a:ext cx="8185694" cy="11100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24D9A-48EF-4108-9155-06530902582B}">
      <dsp:nvSpPr>
        <dsp:cNvPr id="0" name=""/>
        <dsp:cNvSpPr/>
      </dsp:nvSpPr>
      <dsp:spPr>
        <a:xfrm rot="5400000">
          <a:off x="2440872" y="-459664"/>
          <a:ext cx="5054738" cy="7193281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In order to perform I/O, you need to create objects using appropriate Java I/O classes.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/>
            <a:t>The objects contain the methods for reading/writing data from/to a file.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200" kern="1200" dirty="0"/>
            <a:t>One way to read/write strings and numeric values from/to a text file is to use the Scanner and </a:t>
          </a:r>
          <a:r>
            <a:rPr lang="en-US" sz="3200" kern="1200" dirty="0" err="1"/>
            <a:t>PrintWriter</a:t>
          </a:r>
          <a:r>
            <a:rPr lang="en-US" sz="3200" kern="1200" dirty="0"/>
            <a:t> classes.</a:t>
          </a:r>
        </a:p>
      </dsp:txBody>
      <dsp:txXfrm rot="-5400000">
        <a:off x="1371601" y="856359"/>
        <a:ext cx="6946529" cy="4561234"/>
      </dsp:txXfrm>
    </dsp:sp>
    <dsp:sp modelId="{B02CE511-927C-4081-8E1A-C77BD45149B3}">
      <dsp:nvSpPr>
        <dsp:cNvPr id="0" name=""/>
        <dsp:cNvSpPr/>
      </dsp:nvSpPr>
      <dsp:spPr>
        <a:xfrm>
          <a:off x="685798" y="3088"/>
          <a:ext cx="45722" cy="631842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Text I/O</a:t>
          </a:r>
        </a:p>
      </dsp:txBody>
      <dsp:txXfrm>
        <a:off x="688030" y="5320"/>
        <a:ext cx="41258" cy="63139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FD4F6-0994-4BBF-84E9-62FA58BB063B}">
      <dsp:nvSpPr>
        <dsp:cNvPr id="0" name=""/>
        <dsp:cNvSpPr/>
      </dsp:nvSpPr>
      <dsp:spPr>
        <a:xfrm rot="5400000">
          <a:off x="2430097" y="-386602"/>
          <a:ext cx="5237440" cy="7382236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PrintWriter output = new PrintWriter(filename);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Check if the file exists before you write anything.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Then, you can invoke the print, println and printf methods to write data to a file.  These are the same methods that are used to write to the Console.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You must close the file after writing.  Otherwise, the data may not be properly saved in the file.</a:t>
          </a:r>
        </a:p>
      </dsp:txBody>
      <dsp:txXfrm rot="-5400000">
        <a:off x="1357700" y="941467"/>
        <a:ext cx="7126565" cy="4726098"/>
      </dsp:txXfrm>
    </dsp:sp>
    <dsp:sp modelId="{A3A6A097-5942-4A56-9F2F-91BCD97CDDC5}">
      <dsp:nvSpPr>
        <dsp:cNvPr id="0" name=""/>
        <dsp:cNvSpPr/>
      </dsp:nvSpPr>
      <dsp:spPr>
        <a:xfrm>
          <a:off x="723910" y="3199"/>
          <a:ext cx="85341" cy="6546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Write using a </a:t>
          </a:r>
          <a:r>
            <a:rPr lang="en-US" sz="500" kern="1200" dirty="0" err="1"/>
            <a:t>PrintWriter</a:t>
          </a:r>
          <a:r>
            <a:rPr lang="en-US" sz="500" kern="1200" dirty="0"/>
            <a:t> object:</a:t>
          </a:r>
        </a:p>
      </dsp:txBody>
      <dsp:txXfrm>
        <a:off x="728076" y="7365"/>
        <a:ext cx="77009" cy="65384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D5F3C-8C54-4C7A-9693-DBC3397CFE3E}">
      <dsp:nvSpPr>
        <dsp:cNvPr id="0" name=""/>
        <dsp:cNvSpPr/>
      </dsp:nvSpPr>
      <dsp:spPr>
        <a:xfrm rot="5400000">
          <a:off x="1524892" y="562355"/>
          <a:ext cx="4932937" cy="5047488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Construct a PrintWriter Object: 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PrintWrite writer = new PrintWriter(filename);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Use printing methods similar to </a:t>
          </a:r>
          <a:r>
            <a:rPr lang="en-US" sz="3000" kern="1200" dirty="0" err="1"/>
            <a:t>System.out.print</a:t>
          </a:r>
          <a:endParaRPr lang="en-US" sz="3000" kern="1200" dirty="0"/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println 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/>
            <a:t>print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 err="1"/>
            <a:t>printf</a:t>
          </a:r>
          <a:endParaRPr lang="en-US" sz="3000" kern="1200" dirty="0"/>
        </a:p>
      </dsp:txBody>
      <dsp:txXfrm rot="-5400000">
        <a:off x="1467617" y="860436"/>
        <a:ext cx="4806682" cy="4451325"/>
      </dsp:txXfrm>
    </dsp:sp>
    <dsp:sp modelId="{E7547979-15D4-4AFB-8C32-0CAF0867B4CC}">
      <dsp:nvSpPr>
        <dsp:cNvPr id="0" name=""/>
        <dsp:cNvSpPr/>
      </dsp:nvSpPr>
      <dsp:spPr>
        <a:xfrm flipH="1">
          <a:off x="1371594" y="3013"/>
          <a:ext cx="96022" cy="61661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Write Data using a </a:t>
          </a:r>
          <a:r>
            <a:rPr lang="en-US" sz="500" kern="1200" dirty="0" err="1"/>
            <a:t>PrintWriter</a:t>
          </a:r>
          <a:endParaRPr lang="en-US" sz="500" kern="1200" dirty="0"/>
        </a:p>
      </dsp:txBody>
      <dsp:txXfrm>
        <a:off x="1376281" y="7700"/>
        <a:ext cx="86648" cy="61567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9FF93-2658-4126-B2F3-F55F4440B3A2}">
      <dsp:nvSpPr>
        <dsp:cNvPr id="0" name=""/>
        <dsp:cNvSpPr/>
      </dsp:nvSpPr>
      <dsp:spPr>
        <a:xfrm rot="5400000">
          <a:off x="2465265" y="-647701"/>
          <a:ext cx="5097369" cy="6964636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Construct a Scanner object: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Scanner input = new Scanner(new File(filename));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/>
            <a:t>A Scanner breaks its input into tokens delimited by whitespace characters.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Scanner tokens are read  by token-reading methods like </a:t>
          </a:r>
          <a:r>
            <a:rPr lang="en-US" sz="2400" kern="1200" dirty="0" err="1"/>
            <a:t>nextInt</a:t>
          </a:r>
          <a:r>
            <a:rPr lang="en-US" sz="2400" kern="1200" dirty="0"/>
            <a:t>(), </a:t>
          </a:r>
          <a:r>
            <a:rPr lang="en-US" sz="2400" kern="1200" dirty="0" err="1"/>
            <a:t>nextDouble</a:t>
          </a:r>
          <a:r>
            <a:rPr lang="en-US" sz="2400" kern="1200" dirty="0"/>
            <a:t>() and next().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/>
            <a:t>Methods such as nextInt() convert the token into the appropriate value.  next() does not, and may throw an exception if the token does not match the expected type (String).</a:t>
          </a:r>
        </a:p>
      </dsp:txBody>
      <dsp:txXfrm rot="-5400000">
        <a:off x="1531632" y="534765"/>
        <a:ext cx="6715803" cy="4599703"/>
      </dsp:txXfrm>
    </dsp:sp>
    <dsp:sp modelId="{19D5D869-9BCD-4202-B994-9DEB2F628805}">
      <dsp:nvSpPr>
        <dsp:cNvPr id="0" name=""/>
        <dsp:cNvSpPr/>
      </dsp:nvSpPr>
      <dsp:spPr>
        <a:xfrm flipH="1">
          <a:off x="876310" y="2790"/>
          <a:ext cx="45742" cy="57094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Reading using Scanner</a:t>
          </a:r>
        </a:p>
      </dsp:txBody>
      <dsp:txXfrm>
        <a:off x="878543" y="5023"/>
        <a:ext cx="41276" cy="57049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9EFD0-7329-4FAB-B839-01A0502AF821}">
      <dsp:nvSpPr>
        <dsp:cNvPr id="0" name=""/>
        <dsp:cNvSpPr/>
      </dsp:nvSpPr>
      <dsp:spPr>
        <a:xfrm rot="5400000">
          <a:off x="2631042" y="-1660510"/>
          <a:ext cx="4384833" cy="8031480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/>
            <a:t>Using next() to read a String will read to the next delimiter.  It is a token-reading method.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/>
            <a:t>Using nextLine() will read a line ending with a line separator.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/>
            <a:t>The line separator in Windows is \r\n ane in UNIX, it is \n.  The enter key corresponds to \n.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/>
            <a:t>The token reading method will not read the delimiter after the token.  If the delimiter is a line separator, that can be a problem.</a:t>
          </a:r>
        </a:p>
      </dsp:txBody>
      <dsp:txXfrm rot="-5400000">
        <a:off x="807719" y="376863"/>
        <a:ext cx="7817430" cy="3956733"/>
      </dsp:txXfrm>
    </dsp:sp>
    <dsp:sp modelId="{FD374B8C-1E89-47C3-AC98-483BB5EC5ACE}">
      <dsp:nvSpPr>
        <dsp:cNvPr id="0" name=""/>
        <dsp:cNvSpPr/>
      </dsp:nvSpPr>
      <dsp:spPr>
        <a:xfrm>
          <a:off x="380996" y="2678"/>
          <a:ext cx="45726" cy="548104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Reading Strings</a:t>
          </a:r>
        </a:p>
      </dsp:txBody>
      <dsp:txXfrm>
        <a:off x="383228" y="4910"/>
        <a:ext cx="41262" cy="54765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A5A95-B8AF-4FC9-916B-2EE29205D659}">
      <dsp:nvSpPr>
        <dsp:cNvPr id="0" name=""/>
        <dsp:cNvSpPr/>
      </dsp:nvSpPr>
      <dsp:spPr>
        <a:xfrm rot="5400000">
          <a:off x="2151518" y="-437025"/>
          <a:ext cx="5481037" cy="7421882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If you read an int with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        </a:t>
          </a:r>
          <a:r>
            <a:rPr lang="en-US" sz="2800" kern="1200" dirty="0" err="1"/>
            <a:t>input.nextInt</a:t>
          </a:r>
          <a:r>
            <a:rPr lang="en-US" sz="2800" kern="1200" dirty="0"/>
            <a:t>(),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the \n is left in the input stream.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If you attempt to read a string, like 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     String </a:t>
          </a:r>
          <a:r>
            <a:rPr lang="en-US" sz="2800" kern="1200" dirty="0" err="1"/>
            <a:t>string</a:t>
          </a:r>
          <a:r>
            <a:rPr lang="en-US" sz="2800" kern="1200" dirty="0"/>
            <a:t>  = </a:t>
          </a:r>
          <a:r>
            <a:rPr lang="en-US" sz="2800" kern="1200" dirty="0" err="1"/>
            <a:t>input.nextLine</a:t>
          </a:r>
          <a:r>
            <a:rPr lang="en-US" sz="2800" kern="1200" dirty="0"/>
            <a:t>();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you will only read the \n.  Sound familiar?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To get the \n out of the input stream, use another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 err="1"/>
            <a:t>input.nextLine</a:t>
          </a:r>
          <a:r>
            <a:rPr lang="en-US" sz="2800" kern="1200" dirty="0"/>
            <a:t>();   (like </a:t>
          </a:r>
          <a:r>
            <a:rPr lang="en-US" sz="2800" kern="1200" dirty="0" err="1"/>
            <a:t>cin.ignore</a:t>
          </a:r>
          <a:r>
            <a:rPr lang="en-US" sz="2800" kern="1200" dirty="0"/>
            <a:t>();)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 dirty="0"/>
            <a:t>after reading the int.  It will read the \n and you are good to go.</a:t>
          </a:r>
        </a:p>
      </dsp:txBody>
      <dsp:txXfrm rot="-5400000">
        <a:off x="1181096" y="800959"/>
        <a:ext cx="7154320" cy="4945913"/>
      </dsp:txXfrm>
    </dsp:sp>
    <dsp:sp modelId="{A7DB1DC8-9627-4C7E-908B-B5877EFC1F00}">
      <dsp:nvSpPr>
        <dsp:cNvPr id="0" name=""/>
        <dsp:cNvSpPr/>
      </dsp:nvSpPr>
      <dsp:spPr>
        <a:xfrm flipH="1">
          <a:off x="647703" y="3050"/>
          <a:ext cx="45711" cy="624229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Scanner can act like </a:t>
          </a:r>
          <a:r>
            <a:rPr lang="en-US" sz="500" kern="1200" dirty="0" err="1"/>
            <a:t>cin</a:t>
          </a:r>
          <a:endParaRPr lang="en-US" sz="500" kern="1200" dirty="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in C++</a:t>
          </a:r>
        </a:p>
      </dsp:txBody>
      <dsp:txXfrm>
        <a:off x="649934" y="5281"/>
        <a:ext cx="41249" cy="62378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D5F3C-8C54-4C7A-9693-DBC3397CFE3E}">
      <dsp:nvSpPr>
        <dsp:cNvPr id="0" name=""/>
        <dsp:cNvSpPr/>
      </dsp:nvSpPr>
      <dsp:spPr>
        <a:xfrm rot="5400000">
          <a:off x="1094277" y="-717573"/>
          <a:ext cx="6013921" cy="7454947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Construct a Scanner Object: </a:t>
          </a:r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Scanner reader = new Scanner(String filename);</a:t>
          </a:r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or new Scanner(File </a:t>
          </a:r>
          <a:r>
            <a:rPr lang="en-US" sz="3100" kern="1200" dirty="0" err="1"/>
            <a:t>objectName</a:t>
          </a:r>
          <a:r>
            <a:rPr lang="en-US" sz="3100" kern="1200" dirty="0"/>
            <a:t>);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Check for next token:</a:t>
          </a:r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 err="1"/>
            <a:t>hasNextLine</a:t>
          </a:r>
          <a:r>
            <a:rPr lang="en-US" sz="3100" kern="1200" dirty="0"/>
            <a:t>  or </a:t>
          </a:r>
          <a:r>
            <a:rPr lang="en-US" sz="3100" kern="1200" dirty="0" err="1"/>
            <a:t>hasNext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Use reading methods similar to Scanner(System.in) </a:t>
          </a:r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next</a:t>
          </a:r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 err="1"/>
            <a:t>nextInt</a:t>
          </a:r>
          <a:endParaRPr lang="en-US" sz="3100" kern="1200" dirty="0"/>
        </a:p>
        <a:p>
          <a:pPr marL="571500" lvl="2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 err="1"/>
            <a:t>nextLine</a:t>
          </a:r>
          <a:endParaRPr lang="en-US" sz="3100" kern="1200" dirty="0"/>
        </a:p>
      </dsp:txBody>
      <dsp:txXfrm rot="-5400000">
        <a:off x="373765" y="296515"/>
        <a:ext cx="7161372" cy="5426771"/>
      </dsp:txXfrm>
    </dsp:sp>
    <dsp:sp modelId="{E7547979-15D4-4AFB-8C32-0CAF0867B4CC}">
      <dsp:nvSpPr>
        <dsp:cNvPr id="0" name=""/>
        <dsp:cNvSpPr/>
      </dsp:nvSpPr>
      <dsp:spPr>
        <a:xfrm flipH="1">
          <a:off x="324687" y="2939"/>
          <a:ext cx="49076" cy="60139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Read Data using a Scanner</a:t>
          </a:r>
        </a:p>
      </dsp:txBody>
      <dsp:txXfrm>
        <a:off x="327083" y="5335"/>
        <a:ext cx="44284" cy="60091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AA75D-9EC2-4F68-ADCE-FF48E903C9EC}">
      <dsp:nvSpPr>
        <dsp:cNvPr id="0" name=""/>
        <dsp:cNvSpPr/>
      </dsp:nvSpPr>
      <dsp:spPr>
        <a:xfrm rot="5400000">
          <a:off x="1771261" y="-708074"/>
          <a:ext cx="5578224" cy="7403617"/>
        </a:xfrm>
        <a:prstGeom prst="round2SameRect">
          <a:avLst/>
        </a:prstGeom>
        <a:noFill/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/>
            <a:t>Create a FileChooser object: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b="1" kern="1200" dirty="0" err="1"/>
            <a:t>FileChooser</a:t>
          </a:r>
          <a:r>
            <a:rPr lang="en-US" sz="2500" b="1" kern="1200" dirty="0"/>
            <a:t> </a:t>
          </a:r>
          <a:r>
            <a:rPr lang="en-US" sz="2500" b="1" kern="1200" dirty="0" err="1"/>
            <a:t>filechooser</a:t>
          </a:r>
          <a:r>
            <a:rPr lang="en-US" sz="2500" b="1" kern="1200" dirty="0"/>
            <a:t> = new </a:t>
          </a:r>
          <a:r>
            <a:rPr lang="en-US" sz="2500" b="1" kern="1200" dirty="0" err="1"/>
            <a:t>FileChooser</a:t>
          </a:r>
          <a:r>
            <a:rPr lang="en-US" sz="2500" b="1" kern="1200" dirty="0"/>
            <a:t>();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Use the </a:t>
          </a:r>
          <a:r>
            <a:rPr lang="en-US" sz="2500" b="1" kern="1200" dirty="0" err="1"/>
            <a:t>showOpenDialog</a:t>
          </a:r>
          <a:r>
            <a:rPr lang="en-US" sz="2500" b="1" kern="1200" dirty="0"/>
            <a:t>(null) </a:t>
          </a:r>
          <a:r>
            <a:rPr lang="en-US" sz="2500" kern="1200" dirty="0"/>
            <a:t>method to displays dialog box.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Select a file.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Check to file to see if it is null.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The Dialog Box returns an int, either APPROVE_OPTION OR CANCEL_OPTION, telling which button was clicked.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Read the data in the file using a scanner, etc.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Finally, close the file.</a:t>
          </a:r>
        </a:p>
      </dsp:txBody>
      <dsp:txXfrm rot="-5400000">
        <a:off x="858565" y="476928"/>
        <a:ext cx="7131311" cy="5033612"/>
      </dsp:txXfrm>
    </dsp:sp>
    <dsp:sp modelId="{F81674CA-E2B8-416E-97E9-94D0BB0560FE}">
      <dsp:nvSpPr>
        <dsp:cNvPr id="0" name=""/>
        <dsp:cNvSpPr/>
      </dsp:nvSpPr>
      <dsp:spPr>
        <a:xfrm>
          <a:off x="429607" y="2939"/>
          <a:ext cx="42967" cy="60139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Read Using a File Chooser Dialog</a:t>
          </a:r>
        </a:p>
      </dsp:txBody>
      <dsp:txXfrm>
        <a:off x="431704" y="5036"/>
        <a:ext cx="38773" cy="600972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AA75D-9EC2-4F68-ADCE-FF48E903C9EC}">
      <dsp:nvSpPr>
        <dsp:cNvPr id="0" name=""/>
        <dsp:cNvSpPr/>
      </dsp:nvSpPr>
      <dsp:spPr>
        <a:xfrm rot="5400000">
          <a:off x="2463532" y="-325581"/>
          <a:ext cx="5847590" cy="6812265"/>
        </a:xfrm>
        <a:prstGeom prst="round2Same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Create a </a:t>
          </a:r>
          <a:r>
            <a:rPr lang="en-US" sz="2400" kern="1200" dirty="0" err="1"/>
            <a:t>FileChooser</a:t>
          </a:r>
          <a:r>
            <a:rPr lang="en-US" sz="2400" kern="1200" dirty="0"/>
            <a:t> object: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b="1" kern="1200" dirty="0" err="1"/>
            <a:t>FileChooser</a:t>
          </a:r>
          <a:r>
            <a:rPr lang="en-US" sz="2400" b="1" kern="1200" dirty="0"/>
            <a:t> </a:t>
          </a:r>
          <a:r>
            <a:rPr lang="en-US" sz="2400" b="1" kern="1200" dirty="0" err="1"/>
            <a:t>filechooser</a:t>
          </a:r>
          <a:r>
            <a:rPr lang="en-US" sz="2400" b="1" kern="1200" dirty="0"/>
            <a:t> = new </a:t>
          </a:r>
          <a:r>
            <a:rPr lang="en-US" sz="2400" b="1" kern="1200" dirty="0" err="1"/>
            <a:t>FileChooser</a:t>
          </a:r>
          <a:r>
            <a:rPr lang="en-US" sz="2400" b="1" kern="1200" dirty="0"/>
            <a:t>();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b="1" kern="1200" dirty="0"/>
            <a:t>File </a:t>
          </a:r>
          <a:r>
            <a:rPr lang="en-US" sz="2400" b="1" kern="1200" dirty="0" err="1"/>
            <a:t>currentDirectory</a:t>
          </a:r>
          <a:r>
            <a:rPr lang="en-US" sz="2400" b="1" kern="1200" dirty="0"/>
            <a:t> = new File(</a:t>
          </a:r>
          <a:r>
            <a:rPr lang="en-US" sz="2400" b="1" kern="1200" dirty="0" err="1"/>
            <a:t>System.getProperty</a:t>
          </a:r>
          <a:r>
            <a:rPr lang="en-US" sz="2400" b="1" kern="1200" dirty="0"/>
            <a:t>(“</a:t>
          </a:r>
          <a:r>
            <a:rPr lang="en-US" sz="2400" b="1" kern="1200" dirty="0" err="1"/>
            <a:t>user.dir</a:t>
          </a:r>
          <a:r>
            <a:rPr lang="en-US" sz="2400" b="1" kern="1200" dirty="0"/>
            <a:t>”);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 dirty="0" err="1"/>
            <a:t>fileChooser.setInitialDirectory</a:t>
          </a:r>
          <a:r>
            <a:rPr lang="en-US" sz="2400" kern="1200" dirty="0"/>
            <a:t>(new File(“.”));</a:t>
          </a:r>
          <a:endParaRPr lang="en-US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Use the </a:t>
          </a:r>
          <a:r>
            <a:rPr lang="en-US" sz="2400" b="1" kern="1200" dirty="0" err="1"/>
            <a:t>showSaveDialog</a:t>
          </a:r>
          <a:r>
            <a:rPr lang="en-US" sz="2400" b="1" kern="1200" dirty="0"/>
            <a:t>(null) </a:t>
          </a:r>
          <a:r>
            <a:rPr lang="en-US" sz="2400" kern="1200" dirty="0"/>
            <a:t>method to displays dialog box.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Select a file.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Check to see if it already exists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The Dialog Box returns an int, either APPROVE_OPTION OR CANCEL_OPTION, telling which button was clicked.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Write the data in the file using a </a:t>
          </a:r>
          <a:r>
            <a:rPr lang="en-US" sz="2400" kern="1200" dirty="0" err="1"/>
            <a:t>PrintWriter</a:t>
          </a:r>
          <a:r>
            <a:rPr lang="en-US" sz="2400" kern="1200" dirty="0"/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Finally, close the file.</a:t>
          </a:r>
        </a:p>
      </dsp:txBody>
      <dsp:txXfrm rot="-5400000">
        <a:off x="1981195" y="442212"/>
        <a:ext cx="6526809" cy="5276678"/>
      </dsp:txXfrm>
    </dsp:sp>
    <dsp:sp modelId="{F81674CA-E2B8-416E-97E9-94D0BB0560FE}">
      <dsp:nvSpPr>
        <dsp:cNvPr id="0" name=""/>
        <dsp:cNvSpPr/>
      </dsp:nvSpPr>
      <dsp:spPr>
        <a:xfrm>
          <a:off x="990603" y="3081"/>
          <a:ext cx="45726" cy="630432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Write Using a File Chooser Dialog</a:t>
          </a:r>
        </a:p>
      </dsp:txBody>
      <dsp:txXfrm>
        <a:off x="992835" y="5313"/>
        <a:ext cx="41262" cy="6299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4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4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9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4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0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7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3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3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3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6800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05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200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8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26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B9AA4-0BFA-41FF-9F03-7923F726D79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0C68D7A-8DB0-4784-BA3C-49253B71B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6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077" y="1318591"/>
            <a:ext cx="4350697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sz="5700" b="1" dirty="0">
                <a:solidFill>
                  <a:schemeClr val="tx2">
                    <a:lumMod val="75000"/>
                  </a:schemeClr>
                </a:solidFill>
              </a:rPr>
              <a:t>File Input and Output</a:t>
            </a:r>
            <a:br>
              <a:rPr lang="en-US" sz="5700" b="1" dirty="0">
                <a:solidFill>
                  <a:schemeClr val="tx2">
                    <a:lumMod val="75000"/>
                  </a:schemeClr>
                </a:solidFill>
              </a:rPr>
            </a:br>
            <a:endParaRPr lang="en-US" sz="57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2897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6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0E9D9F9-34C3-4D6B-9E70-4FEB776F7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66789"/>
              </p:ext>
            </p:extLst>
          </p:nvPr>
        </p:nvGraphicFramePr>
        <p:xfrm>
          <a:off x="1066800" y="1676400"/>
          <a:ext cx="8077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26F2ADF-49C0-69F2-2CEC-B128E20D6582}"/>
              </a:ext>
            </a:extLst>
          </p:cNvPr>
          <p:cNvSpPr txBox="1"/>
          <p:nvPr/>
        </p:nvSpPr>
        <p:spPr>
          <a:xfrm>
            <a:off x="3200400" y="685800"/>
            <a:ext cx="3130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File Class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7088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E9232B-DCA3-493F-A2E3-617CE49F8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209330"/>
              </p:ext>
            </p:extLst>
          </p:nvPr>
        </p:nvGraphicFramePr>
        <p:xfrm>
          <a:off x="228600" y="1066800"/>
          <a:ext cx="8382000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5D4DE2-E1F1-5464-DD0A-93A3FBED5AC2}"/>
              </a:ext>
            </a:extLst>
          </p:cNvPr>
          <p:cNvSpPr txBox="1"/>
          <p:nvPr/>
        </p:nvSpPr>
        <p:spPr>
          <a:xfrm>
            <a:off x="1752600" y="189637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Relative vs. Absolute Paths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3812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62C2C5-021B-430D-8D5F-EFE13C44D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431334"/>
              </p:ext>
            </p:extLst>
          </p:nvPr>
        </p:nvGraphicFramePr>
        <p:xfrm>
          <a:off x="990600" y="914400"/>
          <a:ext cx="8153400" cy="5977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6CC6E1E-FA41-C171-3FA1-55958643E882}"/>
              </a:ext>
            </a:extLst>
          </p:cNvPr>
          <p:cNvSpPr txBox="1"/>
          <p:nvPr/>
        </p:nvSpPr>
        <p:spPr>
          <a:xfrm>
            <a:off x="2133600" y="152400"/>
            <a:ext cx="5500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Which Filename to use?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368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67E5084-EA40-49BE-A5DC-54B9112CF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9414036"/>
              </p:ext>
            </p:extLst>
          </p:nvPr>
        </p:nvGraphicFramePr>
        <p:xfrm>
          <a:off x="419100" y="0"/>
          <a:ext cx="8305800" cy="1231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7442" name="Rectangle 2"/>
          <p:cNvSpPr>
            <a:spLocks noChangeArrowheads="1"/>
          </p:cNvSpPr>
          <p:nvPr/>
        </p:nvSpPr>
        <p:spPr bwMode="auto">
          <a:xfrm>
            <a:off x="2143125" y="966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25132431-AEBB-48F1-BC16-4481CB73B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031057"/>
              </p:ext>
            </p:extLst>
          </p:nvPr>
        </p:nvGraphicFramePr>
        <p:xfrm>
          <a:off x="304801" y="1062267"/>
          <a:ext cx="8839199" cy="52531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05313">
                  <a:extLst>
                    <a:ext uri="{9D8B030D-6E8A-4147-A177-3AD203B41FA5}">
                      <a16:colId xmlns:a16="http://schemas.microsoft.com/office/drawing/2014/main" val="2662513543"/>
                    </a:ext>
                  </a:extLst>
                </a:gridCol>
                <a:gridCol w="5433886">
                  <a:extLst>
                    <a:ext uri="{9D8B030D-6E8A-4147-A177-3AD203B41FA5}">
                      <a16:colId xmlns:a16="http://schemas.microsoft.com/office/drawing/2014/main" val="548378368"/>
                    </a:ext>
                  </a:extLst>
                </a:gridCol>
              </a:tblGrid>
              <a:tr h="49830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java.io.File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117233"/>
                  </a:ext>
                </a:extLst>
              </a:tr>
              <a:tr h="632469">
                <a:tc>
                  <a:txBody>
                    <a:bodyPr/>
                    <a:lstStyle/>
                    <a:p>
                      <a:r>
                        <a:rPr lang="en-US" sz="1800" dirty="0"/>
                        <a:t>+File(pathname: String)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Creates a new File instance by converting the given pathname string into an abstract pathname.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864353"/>
                  </a:ext>
                </a:extLst>
              </a:tr>
              <a:tr h="632469">
                <a:tc>
                  <a:txBody>
                    <a:bodyPr/>
                    <a:lstStyle/>
                    <a:p>
                      <a:r>
                        <a:rPr lang="en-US" sz="1800" dirty="0"/>
                        <a:t>+File(</a:t>
                      </a:r>
                      <a:r>
                        <a:rPr lang="en-US" sz="1800" dirty="0" err="1"/>
                        <a:t>parent:String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child:String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Creates a new File instance from a parent pathname string and a child pathname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958805"/>
                  </a:ext>
                </a:extLst>
              </a:tr>
              <a:tr h="891206">
                <a:tc>
                  <a:txBody>
                    <a:bodyPr/>
                    <a:lstStyle/>
                    <a:p>
                      <a:r>
                        <a:rPr lang="en-US" sz="1800" dirty="0"/>
                        <a:t>+File(</a:t>
                      </a:r>
                      <a:r>
                        <a:rPr lang="en-US" sz="1800" dirty="0" err="1"/>
                        <a:t>parent:File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child:String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Creates a new File instance from a parent abstract pathname and a child pathname string.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54876"/>
                  </a:ext>
                </a:extLst>
              </a:tr>
              <a:tr h="466366">
                <a:tc>
                  <a:txBody>
                    <a:bodyPr/>
                    <a:lstStyle/>
                    <a:p>
                      <a:r>
                        <a:rPr lang="en-US" sz="1800" dirty="0"/>
                        <a:t>+exists(): </a:t>
                      </a:r>
                      <a:r>
                        <a:rPr lang="en-US" sz="1800" dirty="0" err="1"/>
                        <a:t>boolean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Tests whether the file or directory denoted by this abstract pathname exists.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880364"/>
                  </a:ext>
                </a:extLst>
              </a:tr>
              <a:tr h="466366">
                <a:tc>
                  <a:txBody>
                    <a:bodyPr/>
                    <a:lstStyle/>
                    <a:p>
                      <a:r>
                        <a:rPr lang="en-US" sz="1800" dirty="0"/>
                        <a:t>+</a:t>
                      </a:r>
                      <a:r>
                        <a:rPr lang="en-US" sz="1800" dirty="0" err="1"/>
                        <a:t>isFile</a:t>
                      </a:r>
                      <a:r>
                        <a:rPr lang="en-US" sz="1800" dirty="0"/>
                        <a:t>(): </a:t>
                      </a:r>
                      <a:r>
                        <a:rPr lang="en-US" sz="1800" dirty="0" err="1"/>
                        <a:t>booloean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Tests whether the file denoted by this abstract pathname is a normal file.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984633"/>
                  </a:ext>
                </a:extLst>
              </a:tr>
              <a:tr h="466366">
                <a:tc>
                  <a:txBody>
                    <a:bodyPr/>
                    <a:lstStyle/>
                    <a:p>
                      <a:r>
                        <a:rPr lang="en-US" sz="1800" dirty="0"/>
                        <a:t>+</a:t>
                      </a:r>
                      <a:r>
                        <a:rPr lang="en-US" sz="1800" dirty="0" err="1"/>
                        <a:t>getPath</a:t>
                      </a:r>
                      <a:r>
                        <a:rPr lang="en-US" sz="1800" dirty="0"/>
                        <a:t>():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Converts this abstract pathname into a pathname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59181"/>
                  </a:ext>
                </a:extLst>
              </a:tr>
              <a:tr h="466366">
                <a:tc>
                  <a:txBody>
                    <a:bodyPr/>
                    <a:lstStyle/>
                    <a:p>
                      <a:r>
                        <a:rPr lang="en-US" sz="1800" dirty="0"/>
                        <a:t>+Length():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Returns the length of the file denoted by this abstract pathname.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61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58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18684EE-82A8-4314-96AD-B6DE745A0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469111"/>
              </p:ext>
            </p:extLst>
          </p:nvPr>
        </p:nvGraphicFramePr>
        <p:xfrm>
          <a:off x="381000" y="533400"/>
          <a:ext cx="86106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6AD8BE-B19F-B127-ABD8-2A99844010B6}"/>
              </a:ext>
            </a:extLst>
          </p:cNvPr>
          <p:cNvSpPr txBox="1"/>
          <p:nvPr/>
        </p:nvSpPr>
        <p:spPr>
          <a:xfrm>
            <a:off x="3607633" y="304800"/>
            <a:ext cx="19287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Text I/O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584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231D82-F3D5-43C7-BE9A-43DBD535A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297840"/>
              </p:ext>
            </p:extLst>
          </p:nvPr>
        </p:nvGraphicFramePr>
        <p:xfrm>
          <a:off x="114300" y="304800"/>
          <a:ext cx="8915400" cy="655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3372FF-D95F-48A7-4AF1-9F48ADD8DCEA}"/>
              </a:ext>
            </a:extLst>
          </p:cNvPr>
          <p:cNvSpPr txBox="1"/>
          <p:nvPr/>
        </p:nvSpPr>
        <p:spPr>
          <a:xfrm>
            <a:off x="1752600" y="152400"/>
            <a:ext cx="71016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using a </a:t>
            </a:r>
            <a:r>
              <a:rPr lang="en-US" sz="3600" b="1" dirty="0" err="1"/>
              <a:t>PrintWriter</a:t>
            </a:r>
            <a:r>
              <a:rPr lang="en-US" sz="3600" b="1" dirty="0"/>
              <a:t> object: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1961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03B1BD-0BC1-4808-A35C-73854E047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240001"/>
              </p:ext>
            </p:extLst>
          </p:nvPr>
        </p:nvGraphicFramePr>
        <p:xfrm>
          <a:off x="533400" y="685800"/>
          <a:ext cx="7886700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E06356-D97B-173E-E840-599EC35800A5}"/>
              </a:ext>
            </a:extLst>
          </p:cNvPr>
          <p:cNvSpPr txBox="1"/>
          <p:nvPr/>
        </p:nvSpPr>
        <p:spPr>
          <a:xfrm>
            <a:off x="1972244" y="304800"/>
            <a:ext cx="66383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Data using a </a:t>
            </a:r>
            <a:r>
              <a:rPr lang="en-US" sz="3600" b="1" dirty="0" err="1"/>
              <a:t>PrintWriter</a:t>
            </a:r>
            <a:endParaRPr lang="en-US" sz="3600" b="1" dirty="0"/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21633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676275"/>
            <a:ext cx="8686800" cy="617220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WriteData</a:t>
            </a:r>
            <a:r>
              <a:rPr lang="en-US" sz="2000" dirty="0"/>
              <a:t> {</a:t>
            </a:r>
          </a:p>
          <a:p>
            <a:pPr marL="36576" indent="0">
              <a:buNone/>
            </a:pPr>
            <a:r>
              <a:rPr lang="en-US" sz="2000" dirty="0"/>
              <a:t>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throws Exception {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java.io.File</a:t>
            </a:r>
            <a:r>
              <a:rPr lang="en-US" sz="2000" dirty="0"/>
              <a:t> file = new </a:t>
            </a:r>
            <a:r>
              <a:rPr lang="en-US" sz="2000" dirty="0" err="1"/>
              <a:t>java.io.File</a:t>
            </a:r>
            <a:r>
              <a:rPr lang="en-US" sz="2000" dirty="0"/>
              <a:t>("scores.txt");  //new File object</a:t>
            </a:r>
          </a:p>
          <a:p>
            <a:pPr marL="36576" indent="0">
              <a:buNone/>
            </a:pPr>
            <a:r>
              <a:rPr lang="en-US" sz="2000" dirty="0"/>
              <a:t>    if (</a:t>
            </a:r>
            <a:r>
              <a:rPr lang="en-US" sz="2000" dirty="0" err="1"/>
              <a:t>file.exists</a:t>
            </a:r>
            <a:r>
              <a:rPr lang="en-US" sz="2000" dirty="0"/>
              <a:t>()) {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System.out.println</a:t>
            </a:r>
            <a:r>
              <a:rPr lang="en-US" sz="2000" dirty="0"/>
              <a:t>("File already exists")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System.exit</a:t>
            </a:r>
            <a:r>
              <a:rPr lang="en-US" sz="2000" dirty="0"/>
              <a:t>(0);</a:t>
            </a:r>
          </a:p>
          <a:p>
            <a:pPr marL="36576" indent="0">
              <a:buNone/>
            </a:pPr>
            <a:r>
              <a:rPr lang="en-US" sz="2000" dirty="0"/>
              <a:t>    }</a:t>
            </a:r>
          </a:p>
          <a:p>
            <a:pPr marL="36576" indent="0">
              <a:buNone/>
            </a:pPr>
            <a:r>
              <a:rPr lang="en-US" sz="2000" dirty="0"/>
              <a:t>//create an </a:t>
            </a:r>
            <a:r>
              <a:rPr lang="en-US" sz="2000" dirty="0" err="1"/>
              <a:t>PrintWriter</a:t>
            </a:r>
            <a:r>
              <a:rPr lang="en-US" sz="2000" dirty="0"/>
              <a:t> object</a:t>
            </a:r>
          </a:p>
          <a:p>
            <a:pPr marL="36576" indent="0">
              <a:buNone/>
            </a:pPr>
            <a:r>
              <a:rPr lang="en-US" sz="2000" dirty="0" err="1"/>
              <a:t>java.io.PrintWriter</a:t>
            </a:r>
            <a:r>
              <a:rPr lang="en-US" sz="2000" dirty="0"/>
              <a:t> output = new </a:t>
            </a:r>
            <a:r>
              <a:rPr lang="en-US" sz="2000" dirty="0" err="1"/>
              <a:t>java.io.PrintWriter</a:t>
            </a:r>
            <a:r>
              <a:rPr lang="en-US" sz="2000" dirty="0"/>
              <a:t>(file);  </a:t>
            </a:r>
            <a:endParaRPr lang="en-US" sz="2000" dirty="0">
              <a:solidFill>
                <a:srgbClr val="00B050"/>
              </a:solidFill>
            </a:endParaRPr>
          </a:p>
          <a:p>
            <a:pPr marL="36576" indent="0">
              <a:buNone/>
            </a:pPr>
            <a:r>
              <a:rPr lang="en-US" sz="2000" dirty="0"/>
              <a:t>    // Write formatted output to the file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output.print</a:t>
            </a:r>
            <a:r>
              <a:rPr lang="en-US" sz="2000" dirty="0"/>
              <a:t>("John T Smith ");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output.println</a:t>
            </a:r>
            <a:r>
              <a:rPr lang="en-US" sz="2000" dirty="0"/>
              <a:t>(90);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output.close</a:t>
            </a:r>
            <a:r>
              <a:rPr lang="en-US" sz="2000" dirty="0"/>
              <a:t>();        // Close the file</a:t>
            </a:r>
          </a:p>
          <a:p>
            <a:pPr marL="36576" indent="0">
              <a:buNone/>
            </a:pPr>
            <a:r>
              <a:rPr lang="en-US" sz="2400" dirty="0"/>
              <a:t>   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8C7B3-9D4B-2981-5DE7-DD658B4E3526}"/>
              </a:ext>
            </a:extLst>
          </p:cNvPr>
          <p:cNvSpPr txBox="1"/>
          <p:nvPr/>
        </p:nvSpPr>
        <p:spPr>
          <a:xfrm>
            <a:off x="1046996" y="29944"/>
            <a:ext cx="7050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Example of Creating a </a:t>
            </a:r>
            <a:r>
              <a:rPr lang="en-US" sz="3600" dirty="0" err="1"/>
              <a:t>PrintWriter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170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97636E-7096-4CD3-BE43-B62A90EA3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031139"/>
              </p:ext>
            </p:extLst>
          </p:nvPr>
        </p:nvGraphicFramePr>
        <p:xfrm>
          <a:off x="190500" y="1143000"/>
          <a:ext cx="87630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E714A8-1B57-92FA-49B9-DA789BA73213}"/>
              </a:ext>
            </a:extLst>
          </p:cNvPr>
          <p:cNvSpPr txBox="1"/>
          <p:nvPr/>
        </p:nvSpPr>
        <p:spPr>
          <a:xfrm flipH="1">
            <a:off x="1981200" y="228600"/>
            <a:ext cx="5440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Reading using Scanner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366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5DC59F-6AC0-4EA7-92A9-19C756871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452545"/>
              </p:ext>
            </p:extLst>
          </p:nvPr>
        </p:nvGraphicFramePr>
        <p:xfrm>
          <a:off x="152400" y="1371600"/>
          <a:ext cx="88392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4F43650-2416-B00D-9A3A-48650EBC05A7}"/>
              </a:ext>
            </a:extLst>
          </p:cNvPr>
          <p:cNvSpPr txBox="1"/>
          <p:nvPr/>
        </p:nvSpPr>
        <p:spPr>
          <a:xfrm flipH="1">
            <a:off x="2484119" y="457200"/>
            <a:ext cx="39166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Reading Strings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334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9A2313-5A7C-4417-A498-129E28A62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580411"/>
              </p:ext>
            </p:extLst>
          </p:nvPr>
        </p:nvGraphicFramePr>
        <p:xfrm>
          <a:off x="190500" y="609600"/>
          <a:ext cx="87630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F941A-8B79-1FFA-30C2-E32C27BAC687}"/>
              </a:ext>
            </a:extLst>
          </p:cNvPr>
          <p:cNvSpPr txBox="1"/>
          <p:nvPr/>
        </p:nvSpPr>
        <p:spPr>
          <a:xfrm>
            <a:off x="1447800" y="762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/>
              <a:t>Scanner can act like </a:t>
            </a:r>
            <a:r>
              <a:rPr lang="en-US" sz="3600" b="1" dirty="0" err="1"/>
              <a:t>cin</a:t>
            </a:r>
            <a:r>
              <a:rPr lang="en-US" sz="3600" b="1" dirty="0"/>
              <a:t>  in C++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04261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03B1BD-0BC1-4808-A35C-73854E047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694940"/>
              </p:ext>
            </p:extLst>
          </p:nvPr>
        </p:nvGraphicFramePr>
        <p:xfrm>
          <a:off x="914400" y="838200"/>
          <a:ext cx="8153400" cy="60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7CEC029-6B51-328F-F3BF-3A5C296BB906}"/>
              </a:ext>
            </a:extLst>
          </p:cNvPr>
          <p:cNvSpPr txBox="1"/>
          <p:nvPr/>
        </p:nvSpPr>
        <p:spPr>
          <a:xfrm>
            <a:off x="1752600" y="33373"/>
            <a:ext cx="6349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/>
              <a:t>Read Data using a Scanner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84901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8382000" cy="59436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ReadData</a:t>
            </a:r>
            <a:r>
              <a:rPr lang="en-US" sz="2000" dirty="0"/>
              <a:t> {</a:t>
            </a:r>
          </a:p>
          <a:p>
            <a:pPr marL="36576" indent="0">
              <a:buNone/>
            </a:pPr>
            <a:r>
              <a:rPr lang="en-US" sz="2000" dirty="0"/>
              <a:t>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throws Exception {</a:t>
            </a:r>
          </a:p>
          <a:p>
            <a:pPr marL="36576" indent="0">
              <a:buNone/>
            </a:pPr>
            <a:r>
              <a:rPr lang="en-US" sz="2000" dirty="0"/>
              <a:t>       	</a:t>
            </a:r>
            <a:r>
              <a:rPr lang="en-US" sz="2000" dirty="0" err="1"/>
              <a:t>java.io.File</a:t>
            </a:r>
            <a:r>
              <a:rPr lang="en-US" sz="2000" dirty="0"/>
              <a:t> file = new </a:t>
            </a:r>
            <a:r>
              <a:rPr lang="en-US" sz="2000" dirty="0" err="1"/>
              <a:t>java.io.File</a:t>
            </a:r>
            <a:r>
              <a:rPr lang="en-US" sz="2000" dirty="0"/>
              <a:t>("scores.txt"); // Create a File instance</a:t>
            </a:r>
          </a:p>
          <a:p>
            <a:pPr marL="36576" indent="0">
              <a:buNone/>
            </a:pPr>
            <a:r>
              <a:rPr lang="en-US" sz="2000" dirty="0"/>
              <a:t>	Scanner input = new Scanner(file); // Create a Scanner for the file</a:t>
            </a:r>
          </a:p>
          <a:p>
            <a:pPr marL="36576" indent="0">
              <a:buNone/>
            </a:pPr>
            <a:r>
              <a:rPr lang="en-US" sz="2000" dirty="0"/>
              <a:t>    	// Read several items of data on one line from a file</a:t>
            </a:r>
          </a:p>
          <a:p>
            <a:pPr marL="36576" indent="0">
              <a:buNone/>
            </a:pPr>
            <a:r>
              <a:rPr lang="en-US" sz="2000" dirty="0"/>
              <a:t>    	while (</a:t>
            </a:r>
            <a:r>
              <a:rPr lang="en-US" sz="2000" dirty="0" err="1"/>
              <a:t>input.hasNext</a:t>
            </a:r>
            <a:r>
              <a:rPr lang="en-US" sz="2000" dirty="0"/>
              <a:t>()) {</a:t>
            </a:r>
          </a:p>
          <a:p>
            <a:pPr marL="36576" indent="0">
              <a:buNone/>
            </a:pPr>
            <a:r>
              <a:rPr lang="en-US" sz="2000" dirty="0"/>
              <a:t>      		String </a:t>
            </a:r>
            <a:r>
              <a:rPr lang="en-US" sz="2000" dirty="0" err="1"/>
              <a:t>firstName</a:t>
            </a:r>
            <a:r>
              <a:rPr lang="en-US" sz="2000" dirty="0"/>
              <a:t> = </a:t>
            </a:r>
            <a:r>
              <a:rPr lang="en-US" sz="2000" dirty="0" err="1"/>
              <a:t>input.next</a:t>
            </a:r>
            <a:r>
              <a:rPr lang="en-US" sz="2000" dirty="0"/>
              <a:t>();</a:t>
            </a:r>
          </a:p>
          <a:p>
            <a:pPr marL="36576" indent="0">
              <a:buNone/>
            </a:pPr>
            <a:r>
              <a:rPr lang="en-US" sz="2000" dirty="0"/>
              <a:t>      		String </a:t>
            </a:r>
            <a:r>
              <a:rPr lang="en-US" sz="2000" dirty="0" err="1"/>
              <a:t>lastName</a:t>
            </a:r>
            <a:r>
              <a:rPr lang="en-US" sz="2000" dirty="0"/>
              <a:t> = </a:t>
            </a:r>
            <a:r>
              <a:rPr lang="en-US" sz="2000" dirty="0" err="1"/>
              <a:t>input.next</a:t>
            </a:r>
            <a:r>
              <a:rPr lang="en-US" sz="2000" dirty="0"/>
              <a:t>();</a:t>
            </a:r>
          </a:p>
          <a:p>
            <a:pPr marL="36576" indent="0">
              <a:buNone/>
            </a:pPr>
            <a:r>
              <a:rPr lang="en-US" sz="2000" dirty="0"/>
              <a:t>      		int score = </a:t>
            </a:r>
            <a:r>
              <a:rPr lang="en-US" sz="2000" dirty="0" err="1"/>
              <a:t>input.nextInt</a:t>
            </a:r>
            <a:r>
              <a:rPr lang="en-US" sz="2000" dirty="0"/>
              <a:t>();</a:t>
            </a:r>
          </a:p>
          <a:p>
            <a:pPr marL="36576" indent="0">
              <a:buNone/>
            </a:pPr>
            <a:r>
              <a:rPr lang="en-US" sz="2000" dirty="0"/>
              <a:t>      		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</a:p>
          <a:p>
            <a:pPr marL="36576" indent="0">
              <a:buNone/>
            </a:pPr>
            <a:r>
              <a:rPr lang="en-US" sz="2000" dirty="0"/>
              <a:t>        		</a:t>
            </a:r>
            <a:r>
              <a:rPr lang="en-US" sz="2000" dirty="0" err="1"/>
              <a:t>firstName</a:t>
            </a:r>
            <a:r>
              <a:rPr lang="en-US" sz="2000" dirty="0"/>
              <a:t> + " " + mi + " " + </a:t>
            </a:r>
            <a:r>
              <a:rPr lang="en-US" sz="2000" dirty="0" err="1"/>
              <a:t>lastName</a:t>
            </a:r>
            <a:r>
              <a:rPr lang="en-US" sz="2000" dirty="0"/>
              <a:t> + " " + score);</a:t>
            </a:r>
          </a:p>
          <a:p>
            <a:pPr marL="36576" indent="0">
              <a:buNone/>
            </a:pPr>
            <a:r>
              <a:rPr lang="en-US" sz="2000" dirty="0"/>
              <a:t>    		}</a:t>
            </a:r>
          </a:p>
          <a:p>
            <a:pPr marL="36576" indent="0">
              <a:buNone/>
            </a:pPr>
            <a:r>
              <a:rPr lang="en-US" sz="2000" dirty="0"/>
              <a:t>	 </a:t>
            </a:r>
            <a:r>
              <a:rPr lang="en-US" sz="2000" dirty="0" err="1"/>
              <a:t>input.close</a:t>
            </a:r>
            <a:r>
              <a:rPr lang="en-US" sz="2000" dirty="0"/>
              <a:t>(); // Close the file</a:t>
            </a:r>
          </a:p>
          <a:p>
            <a:pPr marL="36576" indent="0">
              <a:buNone/>
            </a:pPr>
            <a:endParaRPr lang="en-US" sz="2000" dirty="0"/>
          </a:p>
          <a:p>
            <a:pPr marL="36576" indent="0">
              <a:buNone/>
            </a:pPr>
            <a:r>
              <a:rPr lang="en-US" sz="2000" dirty="0"/>
              <a:t>  	}</a:t>
            </a:r>
          </a:p>
          <a:p>
            <a:pPr marL="36576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EBE1C-71BD-02C9-9408-73C170160759}"/>
              </a:ext>
            </a:extLst>
          </p:cNvPr>
          <p:cNvSpPr txBox="1"/>
          <p:nvPr/>
        </p:nvSpPr>
        <p:spPr>
          <a:xfrm>
            <a:off x="1850742" y="152400"/>
            <a:ext cx="5442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Example of Reading Data</a:t>
            </a:r>
          </a:p>
        </p:txBody>
      </p:sp>
    </p:spTree>
    <p:extLst>
      <p:ext uri="{BB962C8B-B14F-4D97-AF65-F5344CB8AC3E}">
        <p14:creationId xmlns:p14="http://schemas.microsoft.com/office/powerpoint/2010/main" val="2466761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F1EB-9C8B-2D0A-6E7B-EDEC78F7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File Dialogs – A Save File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8171E5-A593-1319-B48E-78E042A26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207" y="2286000"/>
            <a:ext cx="7212193" cy="406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69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67A606-CF36-477E-9BAF-FD6F66F1A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63629"/>
              </p:ext>
            </p:extLst>
          </p:nvPr>
        </p:nvGraphicFramePr>
        <p:xfrm>
          <a:off x="838200" y="838200"/>
          <a:ext cx="8305800" cy="60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1315D42-9CE3-F867-3044-F2DC91FBED28}"/>
              </a:ext>
            </a:extLst>
          </p:cNvPr>
          <p:cNvSpPr txBox="1"/>
          <p:nvPr/>
        </p:nvSpPr>
        <p:spPr>
          <a:xfrm>
            <a:off x="1219200" y="33528"/>
            <a:ext cx="7572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/>
              <a:t>Read Using a File Chooser Dialog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69967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1295400"/>
            <a:ext cx="8915400" cy="54102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ReadFileUsingFileChooser</a:t>
            </a:r>
            <a:r>
              <a:rPr lang="en-US" sz="2000" dirty="0"/>
              <a:t> {</a:t>
            </a:r>
          </a:p>
          <a:p>
            <a:pPr marL="36576" indent="0">
              <a:buNone/>
            </a:pPr>
            <a:r>
              <a:rPr lang="en-US" sz="2000" dirty="0"/>
              <a:t>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throws Exception {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FileChooser</a:t>
            </a:r>
            <a:r>
              <a:rPr lang="en-US" sz="2000" dirty="0"/>
              <a:t> </a:t>
            </a:r>
            <a:r>
              <a:rPr lang="en-US" sz="2000" dirty="0" err="1"/>
              <a:t>fileChooser</a:t>
            </a:r>
            <a:r>
              <a:rPr lang="en-US" sz="2000" dirty="0"/>
              <a:t> = new </a:t>
            </a:r>
            <a:r>
              <a:rPr lang="en-US" sz="2000" dirty="0" err="1"/>
              <a:t>FileChooser</a:t>
            </a:r>
            <a:r>
              <a:rPr lang="en-US" sz="2000" dirty="0"/>
              <a:t>();  //new </a:t>
            </a:r>
            <a:r>
              <a:rPr lang="en-US" sz="2000" dirty="0" err="1"/>
              <a:t>FileChooser</a:t>
            </a:r>
            <a:r>
              <a:rPr lang="en-US" sz="2000" dirty="0"/>
              <a:t> obj</a:t>
            </a:r>
          </a:p>
          <a:p>
            <a:pPr marL="36576" indent="0">
              <a:buNone/>
            </a:pPr>
            <a:r>
              <a:rPr lang="en-US" sz="2000" dirty="0"/>
              <a:t>      File </a:t>
            </a:r>
            <a:r>
              <a:rPr lang="en-US" sz="2000" dirty="0" err="1"/>
              <a:t>currentDirectory</a:t>
            </a:r>
            <a:r>
              <a:rPr lang="en-US" sz="2000" dirty="0"/>
              <a:t> = new File(</a:t>
            </a:r>
            <a:r>
              <a:rPr lang="en-US" sz="2000" dirty="0" err="1"/>
              <a:t>System.getProperty</a:t>
            </a:r>
            <a:r>
              <a:rPr lang="en-US" sz="2000" dirty="0"/>
              <a:t>("</a:t>
            </a:r>
            <a:r>
              <a:rPr lang="en-US" sz="2000" dirty="0" err="1"/>
              <a:t>user.dir</a:t>
            </a:r>
            <a:r>
              <a:rPr lang="en-US" sz="2000" dirty="0"/>
              <a:t>"));</a:t>
            </a:r>
          </a:p>
          <a:p>
            <a:pPr marL="36576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fileChooser.setInitialDirectory</a:t>
            </a:r>
            <a:r>
              <a:rPr lang="en-US" sz="2000" dirty="0"/>
              <a:t>(</a:t>
            </a:r>
            <a:r>
              <a:rPr lang="en-US" sz="2000" dirty="0" err="1"/>
              <a:t>currentDirectory</a:t>
            </a:r>
            <a:r>
              <a:rPr lang="en-US" sz="2000" dirty="0"/>
              <a:t>);</a:t>
            </a:r>
          </a:p>
          <a:p>
            <a:pPr marL="36576" indent="0">
              <a:buNone/>
            </a:pPr>
            <a:r>
              <a:rPr lang="en-US" sz="2000" dirty="0"/>
              <a:t>    File </a:t>
            </a:r>
            <a:r>
              <a:rPr lang="en-US" sz="2000" dirty="0" err="1"/>
              <a:t>file</a:t>
            </a:r>
            <a:r>
              <a:rPr lang="en-US" sz="2000" dirty="0"/>
              <a:t> = </a:t>
            </a:r>
            <a:r>
              <a:rPr lang="en-US" sz="2000" dirty="0" err="1"/>
              <a:t>fileChooser.showOpenDialog</a:t>
            </a:r>
            <a:r>
              <a:rPr lang="en-US" sz="2000" dirty="0"/>
              <a:t>(null);</a:t>
            </a:r>
          </a:p>
          <a:p>
            <a:pPr marL="36576" indent="0">
              <a:buNone/>
            </a:pPr>
            <a:r>
              <a:rPr lang="en-US" sz="2000" dirty="0"/>
              <a:t>     Scanner input = new Scanner(file);   // Create a Scanner for the file</a:t>
            </a:r>
          </a:p>
          <a:p>
            <a:pPr marL="36576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      </a:t>
            </a:r>
            <a:r>
              <a:rPr lang="en-US" sz="2000" dirty="0"/>
              <a:t>// Read text from the file</a:t>
            </a:r>
          </a:p>
          <a:p>
            <a:pPr marL="36576" indent="0">
              <a:buNone/>
            </a:pPr>
            <a:r>
              <a:rPr lang="en-US" sz="2000" dirty="0"/>
              <a:t>      while (</a:t>
            </a:r>
            <a:r>
              <a:rPr lang="en-US" sz="2000" dirty="0" err="1"/>
              <a:t>input.hasNext</a:t>
            </a:r>
            <a:r>
              <a:rPr lang="en-US" sz="2000" dirty="0"/>
              <a:t>()) {</a:t>
            </a:r>
          </a:p>
          <a:p>
            <a:pPr marL="36576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input.nextLine</a:t>
            </a:r>
            <a:r>
              <a:rPr lang="en-US" sz="2000" dirty="0"/>
              <a:t>());</a:t>
            </a:r>
          </a:p>
          <a:p>
            <a:pPr marL="36576" indent="0">
              <a:buNone/>
            </a:pPr>
            <a:r>
              <a:rPr lang="en-US" sz="2000" dirty="0"/>
              <a:t>      }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input.close</a:t>
            </a:r>
            <a:r>
              <a:rPr lang="en-US" sz="2000" dirty="0"/>
              <a:t>();	 // Close the file</a:t>
            </a:r>
          </a:p>
          <a:p>
            <a:pPr marL="36576" indent="0">
              <a:buNone/>
            </a:pPr>
            <a:r>
              <a:rPr lang="en-US" sz="2000" dirty="0"/>
              <a:t>    } else {      </a:t>
            </a:r>
            <a:r>
              <a:rPr lang="en-US" sz="2000" dirty="0" err="1"/>
              <a:t>System.out.println</a:t>
            </a:r>
            <a:r>
              <a:rPr lang="en-US" sz="2000" dirty="0"/>
              <a:t>("No file selected");  }  }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446745-63A1-ACE7-3F4C-D5F21F8ED3B4}"/>
              </a:ext>
            </a:extLst>
          </p:cNvPr>
          <p:cNvSpPr txBox="1"/>
          <p:nvPr/>
        </p:nvSpPr>
        <p:spPr>
          <a:xfrm>
            <a:off x="121310" y="180975"/>
            <a:ext cx="9022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Example of using </a:t>
            </a:r>
            <a:r>
              <a:rPr lang="en-US" sz="3200" dirty="0" err="1"/>
              <a:t>FileChooser</a:t>
            </a:r>
            <a:r>
              <a:rPr lang="en-US" sz="3200" dirty="0"/>
              <a:t> to Read Data</a:t>
            </a:r>
          </a:p>
        </p:txBody>
      </p:sp>
    </p:spTree>
    <p:extLst>
      <p:ext uri="{BB962C8B-B14F-4D97-AF65-F5344CB8AC3E}">
        <p14:creationId xmlns:p14="http://schemas.microsoft.com/office/powerpoint/2010/main" val="2353399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67A606-CF36-477E-9BAF-FD6F66F1A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4799913"/>
              </p:ext>
            </p:extLst>
          </p:nvPr>
        </p:nvGraphicFramePr>
        <p:xfrm>
          <a:off x="152400" y="520079"/>
          <a:ext cx="8839200" cy="6310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799B948-462E-6DA4-2B30-94E588349409}"/>
              </a:ext>
            </a:extLst>
          </p:cNvPr>
          <p:cNvSpPr txBox="1"/>
          <p:nvPr/>
        </p:nvSpPr>
        <p:spPr>
          <a:xfrm>
            <a:off x="1219200" y="30480"/>
            <a:ext cx="7492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/>
              <a:t>Write Using a File Chooser Dialog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5440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556260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6576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WriteFileUsingFileChooser</a:t>
            </a:r>
            <a:r>
              <a:rPr lang="en-US" sz="2000" dirty="0"/>
              <a:t> {</a:t>
            </a:r>
          </a:p>
          <a:p>
            <a:pPr marL="36576" indent="0">
              <a:buNone/>
            </a:pPr>
            <a:r>
              <a:rPr lang="en-US" sz="2000" dirty="0"/>
              <a:t>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throws Exception {</a:t>
            </a:r>
          </a:p>
          <a:p>
            <a:pPr marL="36576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FileChooser</a:t>
            </a:r>
            <a:r>
              <a:rPr lang="en-US" sz="2000" dirty="0"/>
              <a:t> </a:t>
            </a:r>
            <a:r>
              <a:rPr lang="en-US" sz="2000" dirty="0" err="1"/>
              <a:t>fileChooser</a:t>
            </a:r>
            <a:r>
              <a:rPr lang="en-US" sz="2000" dirty="0"/>
              <a:t> = new </a:t>
            </a:r>
            <a:r>
              <a:rPr lang="en-US" sz="2000" dirty="0" err="1"/>
              <a:t>FileChooser</a:t>
            </a:r>
            <a:r>
              <a:rPr lang="en-US" sz="2000" dirty="0"/>
              <a:t>();  //new </a:t>
            </a:r>
            <a:r>
              <a:rPr lang="en-US" sz="2000" dirty="0" err="1"/>
              <a:t>FileChooser</a:t>
            </a:r>
            <a:r>
              <a:rPr lang="en-US" sz="2000" dirty="0"/>
              <a:t> obj File</a:t>
            </a:r>
          </a:p>
          <a:p>
            <a:pPr marL="36576" indent="0">
              <a:buNone/>
            </a:pPr>
            <a:r>
              <a:rPr lang="en-US" sz="2000" dirty="0"/>
              <a:t>    File </a:t>
            </a:r>
            <a:r>
              <a:rPr lang="en-US" sz="2000" dirty="0" err="1"/>
              <a:t>currentDirectory</a:t>
            </a:r>
            <a:r>
              <a:rPr lang="en-US" sz="2000" dirty="0"/>
              <a:t> = new File(</a:t>
            </a:r>
            <a:r>
              <a:rPr lang="en-US" sz="2000" dirty="0" err="1"/>
              <a:t>System.getProperty</a:t>
            </a:r>
            <a:r>
              <a:rPr lang="en-US" sz="2000" dirty="0"/>
              <a:t>("</a:t>
            </a:r>
            <a:r>
              <a:rPr lang="en-US" sz="2000" dirty="0" err="1"/>
              <a:t>user.dir</a:t>
            </a:r>
            <a:r>
              <a:rPr lang="en-US" sz="2000" dirty="0"/>
              <a:t>"));</a:t>
            </a:r>
          </a:p>
          <a:p>
            <a:pPr marL="36576" indent="0">
              <a:buNone/>
            </a:pPr>
            <a:r>
              <a:rPr lang="en-US" sz="2000" dirty="0"/>
              <a:t>     </a:t>
            </a:r>
            <a:r>
              <a:rPr lang="en-US" sz="2000" dirty="0" err="1"/>
              <a:t>fileChooser.setInitialDirectory</a:t>
            </a:r>
            <a:r>
              <a:rPr lang="en-US" sz="2000" dirty="0"/>
              <a:t>(</a:t>
            </a:r>
            <a:r>
              <a:rPr lang="en-US" sz="2000" dirty="0" err="1"/>
              <a:t>currentDirectory</a:t>
            </a:r>
            <a:r>
              <a:rPr lang="en-US" sz="2000" dirty="0"/>
              <a:t>);</a:t>
            </a:r>
          </a:p>
          <a:p>
            <a:pPr marL="36576" indent="0">
              <a:buNone/>
            </a:pPr>
            <a:r>
              <a:rPr lang="en-US" sz="2000"/>
              <a:t>    </a:t>
            </a:r>
            <a:r>
              <a:rPr lang="en-US" sz="2000" dirty="0"/>
              <a:t>file = </a:t>
            </a:r>
            <a:r>
              <a:rPr lang="en-US" sz="2000" dirty="0" err="1"/>
              <a:t>fileChooser.showSaveDialog</a:t>
            </a:r>
            <a:r>
              <a:rPr lang="en-US" sz="2000" dirty="0"/>
              <a:t>(null);</a:t>
            </a:r>
          </a:p>
          <a:p>
            <a:pPr marL="36576" indent="0">
              <a:buNone/>
            </a:pPr>
            <a:r>
              <a:rPr lang="en-US" sz="2000" dirty="0"/>
              <a:t>    if(file != null)   //Check to see if file chosen is null</a:t>
            </a:r>
          </a:p>
          <a:p>
            <a:pPr marL="36576" indent="0">
              <a:buNone/>
            </a:pPr>
            <a:r>
              <a:rPr lang="en-US" sz="2000" dirty="0"/>
              <a:t>     </a:t>
            </a:r>
            <a:r>
              <a:rPr lang="en-US" sz="2000" dirty="0" err="1"/>
              <a:t>PrintWriter</a:t>
            </a:r>
            <a:r>
              <a:rPr lang="en-US" sz="2000" dirty="0"/>
              <a:t> out = new </a:t>
            </a:r>
            <a:r>
              <a:rPr lang="en-US" sz="2000" dirty="0" err="1"/>
              <a:t>PrintWriter</a:t>
            </a:r>
            <a:r>
              <a:rPr lang="en-US" sz="2000" dirty="0"/>
              <a:t>(file);   // Create a </a:t>
            </a:r>
            <a:r>
              <a:rPr lang="en-US" sz="2000" dirty="0" err="1"/>
              <a:t>PrintWriter</a:t>
            </a:r>
            <a:r>
              <a:rPr lang="en-US" sz="2000" dirty="0"/>
              <a:t> for the file</a:t>
            </a:r>
          </a:p>
          <a:p>
            <a:pPr marL="36576" indent="0">
              <a:buNone/>
            </a:pPr>
            <a:r>
              <a:rPr lang="en-US" sz="2000" dirty="0"/>
              <a:t>      // Write text to the file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out.println</a:t>
            </a:r>
            <a:r>
              <a:rPr lang="en-US" sz="2000" dirty="0"/>
              <a:t>( </a:t>
            </a:r>
            <a:r>
              <a:rPr lang="en-US" sz="2000" dirty="0" err="1"/>
              <a:t>someMessage</a:t>
            </a:r>
            <a:r>
              <a:rPr lang="en-US" sz="2000" dirty="0"/>
              <a:t>);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out.println</a:t>
            </a:r>
            <a:r>
              <a:rPr lang="en-US" sz="2000" dirty="0"/>
              <a:t>(number);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out.close</a:t>
            </a:r>
            <a:r>
              <a:rPr lang="en-US" sz="2000" dirty="0"/>
              <a:t>();	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// Close the file</a:t>
            </a:r>
          </a:p>
          <a:p>
            <a:pPr marL="36576" indent="0">
              <a:buNone/>
            </a:pPr>
            <a:r>
              <a:rPr lang="en-US" sz="2000" dirty="0"/>
              <a:t>    }</a:t>
            </a:r>
          </a:p>
          <a:p>
            <a:pPr marL="36576" indent="0">
              <a:buNone/>
            </a:pPr>
            <a:r>
              <a:rPr lang="en-US" sz="2000" dirty="0"/>
              <a:t>    else {</a:t>
            </a:r>
          </a:p>
          <a:p>
            <a:pPr marL="36576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System.out.println</a:t>
            </a:r>
            <a:r>
              <a:rPr lang="en-US" sz="2000" dirty="0"/>
              <a:t>("No file written");   }}}</a:t>
            </a:r>
          </a:p>
          <a:p>
            <a:pPr marL="36576" indent="0">
              <a:buNone/>
            </a:pPr>
            <a:r>
              <a:rPr lang="en-US" sz="2000" dirty="0"/>
              <a:t>  </a:t>
            </a:r>
          </a:p>
          <a:p>
            <a:pPr marL="36576" indent="0">
              <a:buNone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73E78-927B-AF43-258A-633AF5FE4B1C}"/>
              </a:ext>
            </a:extLst>
          </p:cNvPr>
          <p:cNvSpPr txBox="1"/>
          <p:nvPr/>
        </p:nvSpPr>
        <p:spPr>
          <a:xfrm>
            <a:off x="497519" y="152400"/>
            <a:ext cx="81489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Example of using </a:t>
            </a:r>
            <a:r>
              <a:rPr lang="en-US" sz="3200" dirty="0" err="1"/>
              <a:t>FileChooser</a:t>
            </a:r>
            <a:r>
              <a:rPr lang="en-US" sz="3200" dirty="0"/>
              <a:t> to Write Data</a:t>
            </a:r>
          </a:p>
        </p:txBody>
      </p:sp>
    </p:spTree>
    <p:extLst>
      <p:ext uri="{BB962C8B-B14F-4D97-AF65-F5344CB8AC3E}">
        <p14:creationId xmlns:p14="http://schemas.microsoft.com/office/powerpoint/2010/main" val="15730904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231</TotalTime>
  <Words>1616</Words>
  <Application>Microsoft Office PowerPoint</Application>
  <PresentationFormat>On-screen Show (4:3)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Wingdings 3</vt:lpstr>
      <vt:lpstr>Wisp</vt:lpstr>
      <vt:lpstr>File Input and Output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 File Dialogs – A Save File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Input and Output</dc:title>
  <dc:creator>Ivonne</dc:creator>
  <cp:lastModifiedBy>Ivonne Nelson</cp:lastModifiedBy>
  <cp:revision>36</cp:revision>
  <dcterms:created xsi:type="dcterms:W3CDTF">2013-04-15T15:25:06Z</dcterms:created>
  <dcterms:modified xsi:type="dcterms:W3CDTF">2025-02-27T16:49:41Z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2024-10-05T22:06:10Z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e30a29b2-0471-4aec-a4b1-1b9eca8b4c21</vt:lpwstr>
  </property>
  <property fmtid="{D5CDD505-2E9C-101B-9397-08002B2CF9AE}" pid="8" name="MSIP_Label_d8bb7484-22c2-4b98-9fb8-3ab13d821527_ContentBits">
    <vt:lpwstr>0</vt:lpwstr>
  </property>
</Properties>
</file>